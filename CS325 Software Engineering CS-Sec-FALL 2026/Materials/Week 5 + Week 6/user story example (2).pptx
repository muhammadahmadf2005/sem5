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stories (agile-scrum)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Sprint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>
                <a:solidFill>
                  <a:srgbClr val="00B050"/>
                </a:solidFill>
              </a:rPr>
              <a:t>Fibonacci 1, 2, 3, 5, 8, 13 or Linear (1,2,3,4.....12)</a:t>
            </a:r>
            <a:endParaRPr lang="en-US" dirty="0">
              <a:solidFill>
                <a:srgbClr val="00B050"/>
              </a:solidFill>
            </a:endParaRPr>
          </a:p>
          <a:p>
            <a:r>
              <a:rPr dirty="0"/>
              <a:t>Sprint 1 (4 stories): 13, 1, 1, 13 </a:t>
            </a:r>
            <a:br>
              <a:rPr lang="en-US" dirty="0"/>
            </a:br>
            <a:r>
              <a:rPr lang="en-US" dirty="0"/>
              <a:t>	</a:t>
            </a:r>
            <a:r>
              <a:rPr dirty="0"/>
              <a:t>Total = 28</a:t>
            </a:r>
          </a:p>
          <a:p>
            <a:r>
              <a:rPr dirty="0"/>
              <a:t>Sprint 2 (5 stories): 3, 2, 2, 2, 13 </a:t>
            </a:r>
            <a:br>
              <a:rPr lang="en-US" dirty="0"/>
            </a:br>
            <a:r>
              <a:rPr dirty="0"/>
              <a:t> Total = 22</a:t>
            </a:r>
          </a:p>
          <a:p>
            <a:r>
              <a:rPr dirty="0"/>
              <a:t>Sprint 3 (6 stories): 1, 13, 13, 8, 1, 8 </a:t>
            </a:r>
            <a:br>
              <a:rPr lang="en-US" dirty="0"/>
            </a:br>
            <a:r>
              <a:rPr dirty="0"/>
              <a:t>Total = 44</a:t>
            </a:r>
          </a:p>
          <a:p>
            <a:r>
              <a:rPr dirty="0"/>
              <a:t>Sprint 4 (3 stories): 5, 1, 1  </a:t>
            </a:r>
            <a:br>
              <a:rPr lang="en-US" dirty="0"/>
            </a:br>
            <a:r>
              <a:rPr dirty="0"/>
              <a:t>Total = 7</a:t>
            </a:r>
          </a:p>
          <a:p>
            <a:endParaRPr dirty="0"/>
          </a:p>
          <a:p>
            <a:r>
              <a:rPr dirty="0"/>
              <a:t>Total points over 4 sprints = 101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 1 — </a:t>
            </a:r>
            <a:r>
              <a:rPr dirty="0">
                <a:solidFill>
                  <a:srgbClr val="00B050"/>
                </a:solidFill>
              </a:rPr>
              <a:t>Sprint totals:</a:t>
            </a:r>
          </a:p>
          <a:p>
            <a:r>
              <a:rPr dirty="0"/>
              <a:t>28, 22, 44, 7 → Total = 101</a:t>
            </a:r>
          </a:p>
          <a:p>
            <a:endParaRPr dirty="0"/>
          </a:p>
          <a:p>
            <a:r>
              <a:rPr dirty="0"/>
              <a:t>Step 2 — </a:t>
            </a:r>
            <a:r>
              <a:rPr dirty="0">
                <a:solidFill>
                  <a:srgbClr val="00B050"/>
                </a:solidFill>
              </a:rPr>
              <a:t>Average </a:t>
            </a:r>
            <a:r>
              <a:rPr lang="en-US" dirty="0">
                <a:solidFill>
                  <a:srgbClr val="00B050"/>
                </a:solidFill>
              </a:rPr>
              <a:t>US </a:t>
            </a:r>
            <a:r>
              <a:rPr dirty="0">
                <a:solidFill>
                  <a:srgbClr val="00B050"/>
                </a:solidFill>
              </a:rPr>
              <a:t>Velocity:</a:t>
            </a:r>
          </a:p>
          <a:p>
            <a:r>
              <a:rPr dirty="0"/>
              <a:t>101 ÷ 4 = 25.25 story points per sprint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/>
              <a:t>step 3 </a:t>
            </a:r>
            <a:r>
              <a:rPr dirty="0"/>
              <a:t>Avg Story Points per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stories completed = 18</a:t>
            </a:r>
          </a:p>
          <a:p>
            <a:r>
              <a:rPr dirty="0"/>
              <a:t>Average points per story = 101 ÷ 18 </a:t>
            </a:r>
            <a:r>
              <a:rPr lang="en-US" dirty="0"/>
              <a:t>= </a:t>
            </a:r>
            <a:r>
              <a:rPr dirty="0"/>
              <a:t>5.61</a:t>
            </a:r>
          </a:p>
          <a:p>
            <a:endParaRPr dirty="0"/>
          </a:p>
          <a:p>
            <a:r>
              <a:rPr dirty="0"/>
              <a:t>Each story 5.6 points on average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dirty="0"/>
              <a:t>tep 4</a:t>
            </a:r>
            <a:r>
              <a:rPr lang="en-US" dirty="0"/>
              <a:t> </a:t>
            </a:r>
            <a:r>
              <a:rPr dirty="0"/>
              <a:t>Estimate Stories to Pick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Estimate = Velocity ÷ Avg points per story</a:t>
            </a:r>
            <a:endParaRPr lang="en-US" dirty="0"/>
          </a:p>
          <a:p>
            <a:endParaRPr dirty="0"/>
          </a:p>
          <a:p>
            <a:r>
              <a:rPr dirty="0"/>
              <a:t>25.25 ÷ 5.61 </a:t>
            </a:r>
            <a:r>
              <a:rPr lang="en-US" dirty="0"/>
              <a:t>=</a:t>
            </a:r>
            <a:r>
              <a:rPr dirty="0"/>
              <a:t> 4.5 stories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— Story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Velocity 25 points </a:t>
            </a:r>
            <a:r>
              <a:rPr lang="en-US" dirty="0"/>
              <a:t>means</a:t>
            </a:r>
            <a:r>
              <a:rPr dirty="0"/>
              <a:t> pick stories </a:t>
            </a:r>
            <a:r>
              <a:rPr lang="en-US" dirty="0"/>
              <a:t>=</a:t>
            </a:r>
            <a:r>
              <a:rPr dirty="0"/>
              <a:t> 25 points.</a:t>
            </a:r>
          </a:p>
          <a:p>
            <a:endParaRPr dirty="0"/>
          </a:p>
          <a:p>
            <a:r>
              <a:rPr dirty="0"/>
              <a:t>Example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4 stories: 13 + 8 + 3 + 1 =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User Story (US)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As a customer, I want to reset my password</a:t>
            </a:r>
          </a:p>
          <a:p>
            <a:r>
              <a:rPr dirty="0"/>
              <a:t>so that I can regain access to my account</a:t>
            </a:r>
          </a:p>
          <a:p>
            <a:r>
              <a:rPr dirty="0"/>
              <a:t>if I forget it.</a:t>
            </a:r>
          </a:p>
          <a:p>
            <a:endParaRPr dirty="0"/>
          </a:p>
          <a:p>
            <a:r>
              <a:rPr dirty="0"/>
              <a:t> Estimated: 8 story points</a:t>
            </a:r>
          </a:p>
          <a:p>
            <a:r>
              <a:rPr dirty="0"/>
              <a:t> Can be included in sprint planning based on velocity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5E99BA-88FA-4DCB-9D53-E1A220C98381}"/>
</file>

<file path=customXml/itemProps2.xml><?xml version="1.0" encoding="utf-8"?>
<ds:datastoreItem xmlns:ds="http://schemas.openxmlformats.org/officeDocument/2006/customXml" ds:itemID="{967EFD77-6C62-46AA-BE39-99F0E3062991}"/>
</file>

<file path=customXml/itemProps3.xml><?xml version="1.0" encoding="utf-8"?>
<ds:datastoreItem xmlns:ds="http://schemas.openxmlformats.org/officeDocument/2006/customXml" ds:itemID="{DC2E7364-4BB7-4A49-BF31-D6866FD24FDE}"/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267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User stories (agile-scrum) </vt:lpstr>
      <vt:lpstr>Sprint Data Overview</vt:lpstr>
      <vt:lpstr>PowerPoint Presentation</vt:lpstr>
      <vt:lpstr> step 3 Avg Story Points per Story</vt:lpstr>
      <vt:lpstr>step 4 Estimate Stories to Pick</vt:lpstr>
      <vt:lpstr>Step 5 — Story Selection</vt:lpstr>
      <vt:lpstr>Example User Story (US)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Israr Ahmad Lecturer FCS</cp:lastModifiedBy>
  <cp:revision>4</cp:revision>
  <dcterms:created xsi:type="dcterms:W3CDTF">2013-01-27T09:14:16Z</dcterms:created>
  <dcterms:modified xsi:type="dcterms:W3CDTF">2025-09-30T06:10:26Z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0x010100D8746BA5DCC9394D8011CD1786C7798C</vt:lpwstr>
  </property>
</Properties>
</file>