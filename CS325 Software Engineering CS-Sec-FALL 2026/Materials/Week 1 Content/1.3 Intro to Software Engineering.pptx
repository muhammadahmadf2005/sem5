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62" r:id="rId3"/>
    <p:sldId id="263" r:id="rId4"/>
    <p:sldId id="267" r:id="rId5"/>
    <p:sldId id="268" r:id="rId6"/>
    <p:sldId id="291" r:id="rId7"/>
    <p:sldId id="269" r:id="rId8"/>
    <p:sldId id="270" r:id="rId9"/>
    <p:sldId id="265" r:id="rId10"/>
    <p:sldId id="266" r:id="rId11"/>
    <p:sldId id="271" r:id="rId12"/>
    <p:sldId id="273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3" r:id="rId21"/>
    <p:sldId id="292" r:id="rId22"/>
    <p:sldId id="284" r:id="rId23"/>
    <p:sldId id="286" r:id="rId24"/>
    <p:sldId id="287" r:id="rId25"/>
    <p:sldId id="288" r:id="rId26"/>
    <p:sldId id="289" r:id="rId27"/>
    <p:sldId id="290" r:id="rId28"/>
    <p:sldId id="293" r:id="rId29"/>
  </p:sldIdLst>
  <p:sldSz cx="9906000" cy="6858000" type="A4"/>
  <p:notesSz cx="9906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380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37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926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11813" y="0"/>
            <a:ext cx="42926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A07D6A-CB23-4A94-A3ED-F6F1B3B45F9A}" type="datetimeFigureOut">
              <a:rPr lang="en-PK" smtClean="0"/>
              <a:t>03/09/2026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0600" y="3300413"/>
            <a:ext cx="79248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42926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11813" y="6513513"/>
            <a:ext cx="42926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FAB1F-C125-4D84-924E-D091C97040C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6671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FAB1F-C125-4D84-924E-D091C97040C9}" type="slidenum">
              <a:rPr lang="en-PK" smtClean="0"/>
              <a:t>22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67400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43426" y="2125980"/>
            <a:ext cx="8425498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42445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86852" y="3840480"/>
            <a:ext cx="69386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42445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42445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95617" y="1577340"/>
            <a:ext cx="431187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04860" y="1577340"/>
            <a:ext cx="431187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42445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399668"/>
            <a:ext cx="5861050" cy="52069"/>
          </a:xfrm>
          <a:custGeom>
            <a:avLst/>
            <a:gdLst/>
            <a:ahLst/>
            <a:cxnLst/>
            <a:rect l="l" t="t" r="r" b="b"/>
            <a:pathLst>
              <a:path w="5861050" h="52070">
                <a:moveTo>
                  <a:pt x="0" y="51561"/>
                </a:moveTo>
                <a:lnTo>
                  <a:pt x="5861049" y="51561"/>
                </a:lnTo>
                <a:lnTo>
                  <a:pt x="5861049" y="0"/>
                </a:lnTo>
                <a:lnTo>
                  <a:pt x="0" y="0"/>
                </a:lnTo>
                <a:lnTo>
                  <a:pt x="0" y="51561"/>
                </a:lnTo>
                <a:close/>
              </a:path>
            </a:pathLst>
          </a:custGeom>
          <a:solidFill>
            <a:srgbClr val="438085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-25"/>
            <a:ext cx="9906000" cy="311150"/>
          </a:xfrm>
          <a:custGeom>
            <a:avLst/>
            <a:gdLst/>
            <a:ahLst/>
            <a:cxnLst/>
            <a:rect l="l" t="t" r="r" b="b"/>
            <a:pathLst>
              <a:path w="9906000" h="311150">
                <a:moveTo>
                  <a:pt x="9906000" y="0"/>
                </a:moveTo>
                <a:lnTo>
                  <a:pt x="0" y="0"/>
                </a:lnTo>
                <a:lnTo>
                  <a:pt x="0" y="310667"/>
                </a:lnTo>
                <a:lnTo>
                  <a:pt x="9906000" y="310667"/>
                </a:lnTo>
                <a:lnTo>
                  <a:pt x="9906000" y="0"/>
                </a:lnTo>
                <a:close/>
              </a:path>
            </a:pathLst>
          </a:custGeom>
          <a:solidFill>
            <a:srgbClr val="4244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308228"/>
            <a:ext cx="9906000" cy="143510"/>
          </a:xfrm>
          <a:custGeom>
            <a:avLst/>
            <a:gdLst/>
            <a:ahLst/>
            <a:cxnLst/>
            <a:rect l="l" t="t" r="r" b="b"/>
            <a:pathLst>
              <a:path w="9906000" h="143509">
                <a:moveTo>
                  <a:pt x="9906000" y="0"/>
                </a:moveTo>
                <a:lnTo>
                  <a:pt x="0" y="0"/>
                </a:lnTo>
                <a:lnTo>
                  <a:pt x="0" y="91440"/>
                </a:lnTo>
                <a:lnTo>
                  <a:pt x="5861050" y="91440"/>
                </a:lnTo>
                <a:lnTo>
                  <a:pt x="5861050" y="143129"/>
                </a:lnTo>
                <a:lnTo>
                  <a:pt x="9906000" y="143129"/>
                </a:lnTo>
                <a:lnTo>
                  <a:pt x="9906000" y="91440"/>
                </a:lnTo>
                <a:lnTo>
                  <a:pt x="9906000" y="52044"/>
                </a:lnTo>
                <a:lnTo>
                  <a:pt x="9906000" y="0"/>
                </a:lnTo>
                <a:close/>
              </a:path>
            </a:pathLst>
          </a:custGeom>
          <a:solidFill>
            <a:srgbClr val="4380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861050" y="440105"/>
            <a:ext cx="4044950" cy="180340"/>
          </a:xfrm>
          <a:custGeom>
            <a:avLst/>
            <a:gdLst/>
            <a:ahLst/>
            <a:cxnLst/>
            <a:rect l="l" t="t" r="r" b="b"/>
            <a:pathLst>
              <a:path w="4044950" h="180340">
                <a:moveTo>
                  <a:pt x="4044950" y="0"/>
                </a:moveTo>
                <a:lnTo>
                  <a:pt x="0" y="0"/>
                </a:lnTo>
                <a:lnTo>
                  <a:pt x="0" y="180035"/>
                </a:lnTo>
                <a:lnTo>
                  <a:pt x="4044950" y="180035"/>
                </a:lnTo>
                <a:lnTo>
                  <a:pt x="4044950" y="0"/>
                </a:lnTo>
                <a:close/>
              </a:path>
            </a:pathLst>
          </a:custGeom>
          <a:solidFill>
            <a:srgbClr val="438085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5858002" y="497458"/>
            <a:ext cx="3863975" cy="128270"/>
          </a:xfrm>
          <a:custGeom>
            <a:avLst/>
            <a:gdLst/>
            <a:ahLst/>
            <a:cxnLst/>
            <a:rect l="l" t="t" r="r" b="b"/>
            <a:pathLst>
              <a:path w="3863975" h="128270">
                <a:moveTo>
                  <a:pt x="3318510" y="2032"/>
                </a:moveTo>
                <a:lnTo>
                  <a:pt x="3316351" y="0"/>
                </a:lnTo>
                <a:lnTo>
                  <a:pt x="2032" y="0"/>
                </a:lnTo>
                <a:lnTo>
                  <a:pt x="0" y="2032"/>
                </a:lnTo>
                <a:lnTo>
                  <a:pt x="0" y="4572"/>
                </a:lnTo>
                <a:lnTo>
                  <a:pt x="0" y="25400"/>
                </a:lnTo>
                <a:lnTo>
                  <a:pt x="2032" y="27432"/>
                </a:lnTo>
                <a:lnTo>
                  <a:pt x="3316351" y="27432"/>
                </a:lnTo>
                <a:lnTo>
                  <a:pt x="3318510" y="25400"/>
                </a:lnTo>
                <a:lnTo>
                  <a:pt x="3318510" y="2032"/>
                </a:lnTo>
                <a:close/>
              </a:path>
              <a:path w="3863975" h="128270">
                <a:moveTo>
                  <a:pt x="3863721" y="94234"/>
                </a:moveTo>
                <a:lnTo>
                  <a:pt x="3860927" y="91440"/>
                </a:lnTo>
                <a:lnTo>
                  <a:pt x="2132838" y="91440"/>
                </a:lnTo>
                <a:lnTo>
                  <a:pt x="2130171" y="94234"/>
                </a:lnTo>
                <a:lnTo>
                  <a:pt x="2130171" y="97536"/>
                </a:lnTo>
                <a:lnTo>
                  <a:pt x="2130171" y="125349"/>
                </a:lnTo>
                <a:lnTo>
                  <a:pt x="2132838" y="128016"/>
                </a:lnTo>
                <a:lnTo>
                  <a:pt x="3860927" y="128016"/>
                </a:lnTo>
                <a:lnTo>
                  <a:pt x="3863721" y="125349"/>
                </a:lnTo>
                <a:lnTo>
                  <a:pt x="3863721" y="9423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798177" y="-2032"/>
            <a:ext cx="106680" cy="622300"/>
          </a:xfrm>
          <a:custGeom>
            <a:avLst/>
            <a:gdLst/>
            <a:ahLst/>
            <a:cxnLst/>
            <a:rect l="l" t="t" r="r" b="b"/>
            <a:pathLst>
              <a:path w="106679" h="622300">
                <a:moveTo>
                  <a:pt x="29718" y="0"/>
                </a:moveTo>
                <a:lnTo>
                  <a:pt x="0" y="0"/>
                </a:lnTo>
                <a:lnTo>
                  <a:pt x="0" y="621792"/>
                </a:lnTo>
                <a:lnTo>
                  <a:pt x="29718" y="621792"/>
                </a:lnTo>
                <a:lnTo>
                  <a:pt x="29718" y="0"/>
                </a:lnTo>
                <a:close/>
              </a:path>
              <a:path w="106679" h="622300">
                <a:moveTo>
                  <a:pt x="106235" y="0"/>
                </a:moveTo>
                <a:lnTo>
                  <a:pt x="43815" y="0"/>
                </a:lnTo>
                <a:lnTo>
                  <a:pt x="43815" y="621792"/>
                </a:lnTo>
                <a:lnTo>
                  <a:pt x="106235" y="621792"/>
                </a:lnTo>
                <a:lnTo>
                  <a:pt x="106235" y="0"/>
                </a:lnTo>
                <a:close/>
              </a:path>
            </a:pathLst>
          </a:custGeom>
          <a:solidFill>
            <a:srgbClr val="FFFFFF">
              <a:alpha val="6509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9777603" y="-2031"/>
            <a:ext cx="10160" cy="622300"/>
          </a:xfrm>
          <a:custGeom>
            <a:avLst/>
            <a:gdLst/>
            <a:ahLst/>
            <a:cxnLst/>
            <a:rect l="l" t="t" r="r" b="b"/>
            <a:pathLst>
              <a:path w="10159" h="622300">
                <a:moveTo>
                  <a:pt x="9905" y="0"/>
                </a:moveTo>
                <a:lnTo>
                  <a:pt x="0" y="0"/>
                </a:lnTo>
                <a:lnTo>
                  <a:pt x="0" y="621791"/>
                </a:lnTo>
                <a:lnTo>
                  <a:pt x="9905" y="621791"/>
                </a:lnTo>
                <a:lnTo>
                  <a:pt x="9905" y="0"/>
                </a:lnTo>
                <a:close/>
              </a:path>
            </a:pathLst>
          </a:custGeom>
          <a:solidFill>
            <a:srgbClr val="FFFFFF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9723373" y="-2031"/>
            <a:ext cx="29845" cy="622300"/>
          </a:xfrm>
          <a:custGeom>
            <a:avLst/>
            <a:gdLst/>
            <a:ahLst/>
            <a:cxnLst/>
            <a:rect l="l" t="t" r="r" b="b"/>
            <a:pathLst>
              <a:path w="29845" h="622300">
                <a:moveTo>
                  <a:pt x="29718" y="0"/>
                </a:moveTo>
                <a:lnTo>
                  <a:pt x="0" y="0"/>
                </a:lnTo>
                <a:lnTo>
                  <a:pt x="0" y="621791"/>
                </a:lnTo>
                <a:lnTo>
                  <a:pt x="29718" y="621791"/>
                </a:lnTo>
                <a:lnTo>
                  <a:pt x="29718" y="0"/>
                </a:lnTo>
                <a:close/>
              </a:path>
            </a:pathLst>
          </a:custGeom>
          <a:solidFill>
            <a:srgbClr val="FFFF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9658604" y="381"/>
            <a:ext cx="59690" cy="585470"/>
          </a:xfrm>
          <a:custGeom>
            <a:avLst/>
            <a:gdLst/>
            <a:ahLst/>
            <a:cxnLst/>
            <a:rect l="l" t="t" r="r" b="b"/>
            <a:pathLst>
              <a:path w="59690" h="585470">
                <a:moveTo>
                  <a:pt x="59435" y="0"/>
                </a:moveTo>
                <a:lnTo>
                  <a:pt x="0" y="0"/>
                </a:lnTo>
                <a:lnTo>
                  <a:pt x="0" y="585216"/>
                </a:lnTo>
                <a:lnTo>
                  <a:pt x="59435" y="585216"/>
                </a:lnTo>
                <a:lnTo>
                  <a:pt x="59435" y="0"/>
                </a:lnTo>
                <a:close/>
              </a:path>
            </a:pathLst>
          </a:custGeom>
          <a:solidFill>
            <a:srgbClr val="FFFFFF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9612883" y="381"/>
            <a:ext cx="10160" cy="585470"/>
          </a:xfrm>
          <a:custGeom>
            <a:avLst/>
            <a:gdLst/>
            <a:ahLst/>
            <a:cxnLst/>
            <a:rect l="l" t="t" r="r" b="b"/>
            <a:pathLst>
              <a:path w="10159" h="585470">
                <a:moveTo>
                  <a:pt x="9906" y="0"/>
                </a:moveTo>
                <a:lnTo>
                  <a:pt x="0" y="0"/>
                </a:lnTo>
                <a:lnTo>
                  <a:pt x="0" y="585216"/>
                </a:lnTo>
                <a:lnTo>
                  <a:pt x="9906" y="585216"/>
                </a:lnTo>
                <a:lnTo>
                  <a:pt x="9906" y="0"/>
                </a:lnTo>
                <a:close/>
              </a:path>
            </a:pathLst>
          </a:custGeom>
          <a:solidFill>
            <a:srgbClr val="FFFFFF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0459" y="462229"/>
            <a:ext cx="8753830" cy="14759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42445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4072" y="2270200"/>
            <a:ext cx="8261984" cy="3482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70199" y="6377940"/>
            <a:ext cx="3171952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95617" y="6377940"/>
            <a:ext cx="22798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136892" y="6377940"/>
            <a:ext cx="22798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26" Type="http://schemas.openxmlformats.org/officeDocument/2006/relationships/image" Target="../media/image57.png"/><Relationship Id="rId3" Type="http://schemas.openxmlformats.org/officeDocument/2006/relationships/image" Target="../media/image34.png"/><Relationship Id="rId21" Type="http://schemas.openxmlformats.org/officeDocument/2006/relationships/image" Target="../media/image52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5" Type="http://schemas.openxmlformats.org/officeDocument/2006/relationships/image" Target="../media/image56.png"/><Relationship Id="rId2" Type="http://schemas.openxmlformats.org/officeDocument/2006/relationships/image" Target="../media/image33.png"/><Relationship Id="rId16" Type="http://schemas.openxmlformats.org/officeDocument/2006/relationships/image" Target="../media/image47.png"/><Relationship Id="rId20" Type="http://schemas.openxmlformats.org/officeDocument/2006/relationships/image" Target="../media/image51.png"/><Relationship Id="rId29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24" Type="http://schemas.openxmlformats.org/officeDocument/2006/relationships/image" Target="../media/image55.png"/><Relationship Id="rId32" Type="http://schemas.openxmlformats.org/officeDocument/2006/relationships/image" Target="../media/image63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23" Type="http://schemas.openxmlformats.org/officeDocument/2006/relationships/image" Target="../media/image54.png"/><Relationship Id="rId28" Type="http://schemas.openxmlformats.org/officeDocument/2006/relationships/image" Target="../media/image59.png"/><Relationship Id="rId10" Type="http://schemas.openxmlformats.org/officeDocument/2006/relationships/image" Target="../media/image41.png"/><Relationship Id="rId19" Type="http://schemas.openxmlformats.org/officeDocument/2006/relationships/image" Target="../media/image50.png"/><Relationship Id="rId31" Type="http://schemas.openxmlformats.org/officeDocument/2006/relationships/image" Target="../media/image62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Relationship Id="rId22" Type="http://schemas.openxmlformats.org/officeDocument/2006/relationships/image" Target="../media/image53.png"/><Relationship Id="rId27" Type="http://schemas.openxmlformats.org/officeDocument/2006/relationships/image" Target="../media/image58.png"/><Relationship Id="rId30" Type="http://schemas.openxmlformats.org/officeDocument/2006/relationships/image" Target="../media/image6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906000" cy="4208780"/>
            <a:chOff x="0" y="0"/>
            <a:chExt cx="9906000" cy="4208780"/>
          </a:xfrm>
        </p:grpSpPr>
        <p:sp>
          <p:nvSpPr>
            <p:cNvPr id="3" name="object 3"/>
            <p:cNvSpPr/>
            <p:nvPr/>
          </p:nvSpPr>
          <p:spPr>
            <a:xfrm>
              <a:off x="5861050" y="3809972"/>
              <a:ext cx="4044950" cy="91440"/>
            </a:xfrm>
            <a:custGeom>
              <a:avLst/>
              <a:gdLst/>
              <a:ahLst/>
              <a:cxnLst/>
              <a:rect l="l" t="t" r="r" b="b"/>
              <a:pathLst>
                <a:path w="4044950" h="91439">
                  <a:moveTo>
                    <a:pt x="4044950" y="0"/>
                  </a:moveTo>
                  <a:lnTo>
                    <a:pt x="0" y="0"/>
                  </a:lnTo>
                  <a:lnTo>
                    <a:pt x="0" y="91086"/>
                  </a:lnTo>
                  <a:lnTo>
                    <a:pt x="4044950" y="91086"/>
                  </a:lnTo>
                  <a:lnTo>
                    <a:pt x="4044950" y="0"/>
                  </a:lnTo>
                  <a:close/>
                </a:path>
              </a:pathLst>
            </a:custGeom>
            <a:solidFill>
              <a:srgbClr val="4380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861050" y="3896995"/>
              <a:ext cx="4044950" cy="192405"/>
            </a:xfrm>
            <a:custGeom>
              <a:avLst/>
              <a:gdLst/>
              <a:ahLst/>
              <a:cxnLst/>
              <a:rect l="l" t="t" r="r" b="b"/>
              <a:pathLst>
                <a:path w="4044950" h="192404">
                  <a:moveTo>
                    <a:pt x="4044950" y="0"/>
                  </a:moveTo>
                  <a:lnTo>
                    <a:pt x="0" y="0"/>
                  </a:lnTo>
                  <a:lnTo>
                    <a:pt x="0" y="192023"/>
                  </a:lnTo>
                  <a:lnTo>
                    <a:pt x="4044950" y="192023"/>
                  </a:lnTo>
                  <a:lnTo>
                    <a:pt x="4044950" y="0"/>
                  </a:lnTo>
                  <a:close/>
                </a:path>
              </a:pathLst>
            </a:custGeom>
            <a:solidFill>
              <a:srgbClr val="438085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861050" y="4115180"/>
              <a:ext cx="4044950" cy="9525"/>
            </a:xfrm>
            <a:custGeom>
              <a:avLst/>
              <a:gdLst/>
              <a:ahLst/>
              <a:cxnLst/>
              <a:rect l="l" t="t" r="r" b="b"/>
              <a:pathLst>
                <a:path w="4044950" h="9525">
                  <a:moveTo>
                    <a:pt x="4044950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4044950" y="9144"/>
                  </a:lnTo>
                  <a:lnTo>
                    <a:pt x="4044950" y="0"/>
                  </a:lnTo>
                  <a:close/>
                </a:path>
              </a:pathLst>
            </a:custGeom>
            <a:solidFill>
              <a:srgbClr val="438085">
                <a:alpha val="6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861050" y="4164457"/>
              <a:ext cx="2129790" cy="18415"/>
            </a:xfrm>
            <a:custGeom>
              <a:avLst/>
              <a:gdLst/>
              <a:ahLst/>
              <a:cxnLst/>
              <a:rect l="l" t="t" r="r" b="b"/>
              <a:pathLst>
                <a:path w="2129790" h="18414">
                  <a:moveTo>
                    <a:pt x="2129790" y="0"/>
                  </a:moveTo>
                  <a:lnTo>
                    <a:pt x="0" y="0"/>
                  </a:lnTo>
                  <a:lnTo>
                    <a:pt x="0" y="18288"/>
                  </a:lnTo>
                  <a:lnTo>
                    <a:pt x="2129790" y="18288"/>
                  </a:lnTo>
                  <a:lnTo>
                    <a:pt x="2129790" y="0"/>
                  </a:lnTo>
                  <a:close/>
                </a:path>
              </a:pathLst>
            </a:custGeom>
            <a:solidFill>
              <a:srgbClr val="438085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61050" y="4199509"/>
              <a:ext cx="2129790" cy="9525"/>
            </a:xfrm>
            <a:custGeom>
              <a:avLst/>
              <a:gdLst/>
              <a:ahLst/>
              <a:cxnLst/>
              <a:rect l="l" t="t" r="r" b="b"/>
              <a:pathLst>
                <a:path w="2129790" h="9525">
                  <a:moveTo>
                    <a:pt x="2129790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2129790" y="9144"/>
                  </a:lnTo>
                  <a:lnTo>
                    <a:pt x="2129790" y="0"/>
                  </a:lnTo>
                  <a:close/>
                </a:path>
              </a:pathLst>
            </a:custGeom>
            <a:solidFill>
              <a:srgbClr val="438085">
                <a:alpha val="6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861050" y="3962400"/>
              <a:ext cx="3863975" cy="135255"/>
            </a:xfrm>
            <a:custGeom>
              <a:avLst/>
              <a:gdLst/>
              <a:ahLst/>
              <a:cxnLst/>
              <a:rect l="l" t="t" r="r" b="b"/>
              <a:pathLst>
                <a:path w="3863975" h="135254">
                  <a:moveTo>
                    <a:pt x="3318510" y="2032"/>
                  </a:moveTo>
                  <a:lnTo>
                    <a:pt x="3316478" y="0"/>
                  </a:lnTo>
                  <a:lnTo>
                    <a:pt x="2032" y="0"/>
                  </a:lnTo>
                  <a:lnTo>
                    <a:pt x="0" y="2032"/>
                  </a:lnTo>
                  <a:lnTo>
                    <a:pt x="0" y="4572"/>
                  </a:lnTo>
                  <a:lnTo>
                    <a:pt x="0" y="25400"/>
                  </a:lnTo>
                  <a:lnTo>
                    <a:pt x="2032" y="27432"/>
                  </a:lnTo>
                  <a:lnTo>
                    <a:pt x="3316478" y="27432"/>
                  </a:lnTo>
                  <a:lnTo>
                    <a:pt x="3318510" y="25400"/>
                  </a:lnTo>
                  <a:lnTo>
                    <a:pt x="3318510" y="2032"/>
                  </a:lnTo>
                  <a:close/>
                </a:path>
                <a:path w="3863975" h="135254">
                  <a:moveTo>
                    <a:pt x="3863721" y="101346"/>
                  </a:moveTo>
                  <a:lnTo>
                    <a:pt x="3860927" y="98552"/>
                  </a:lnTo>
                  <a:lnTo>
                    <a:pt x="2132838" y="98552"/>
                  </a:lnTo>
                  <a:lnTo>
                    <a:pt x="2130171" y="101346"/>
                  </a:lnTo>
                  <a:lnTo>
                    <a:pt x="2130171" y="104648"/>
                  </a:lnTo>
                  <a:lnTo>
                    <a:pt x="2130171" y="132461"/>
                  </a:lnTo>
                  <a:lnTo>
                    <a:pt x="2132838" y="135128"/>
                  </a:lnTo>
                  <a:lnTo>
                    <a:pt x="3860927" y="135128"/>
                  </a:lnTo>
                  <a:lnTo>
                    <a:pt x="3863721" y="132461"/>
                  </a:lnTo>
                  <a:lnTo>
                    <a:pt x="3863721" y="1013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816222"/>
              <a:ext cx="9906000" cy="78105"/>
            </a:xfrm>
            <a:custGeom>
              <a:avLst/>
              <a:gdLst/>
              <a:ahLst/>
              <a:cxnLst/>
              <a:rect l="l" t="t" r="r" b="b"/>
              <a:pathLst>
                <a:path w="9906000" h="78104">
                  <a:moveTo>
                    <a:pt x="0" y="77596"/>
                  </a:moveTo>
                  <a:lnTo>
                    <a:pt x="9906000" y="77596"/>
                  </a:lnTo>
                  <a:lnTo>
                    <a:pt x="9906000" y="0"/>
                  </a:lnTo>
                  <a:lnTo>
                    <a:pt x="0" y="0"/>
                  </a:lnTo>
                  <a:lnTo>
                    <a:pt x="0" y="77596"/>
                  </a:lnTo>
                  <a:close/>
                </a:path>
              </a:pathLst>
            </a:custGeom>
            <a:solidFill>
              <a:srgbClr val="438085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701669"/>
              <a:ext cx="9906000" cy="189865"/>
            </a:xfrm>
            <a:custGeom>
              <a:avLst/>
              <a:gdLst/>
              <a:ahLst/>
              <a:cxnLst/>
              <a:rect l="l" t="t" r="r" b="b"/>
              <a:pathLst>
                <a:path w="9906000" h="189864">
                  <a:moveTo>
                    <a:pt x="9906000" y="0"/>
                  </a:moveTo>
                  <a:lnTo>
                    <a:pt x="6948551" y="0"/>
                  </a:lnTo>
                  <a:lnTo>
                    <a:pt x="0" y="0"/>
                  </a:lnTo>
                  <a:lnTo>
                    <a:pt x="0" y="114554"/>
                  </a:lnTo>
                  <a:lnTo>
                    <a:pt x="6948551" y="114554"/>
                  </a:lnTo>
                  <a:lnTo>
                    <a:pt x="6948551" y="189865"/>
                  </a:lnTo>
                  <a:lnTo>
                    <a:pt x="9906000" y="189865"/>
                  </a:lnTo>
                  <a:lnTo>
                    <a:pt x="9906000" y="114554"/>
                  </a:lnTo>
                  <a:lnTo>
                    <a:pt x="9906000" y="0"/>
                  </a:lnTo>
                  <a:close/>
                </a:path>
              </a:pathLst>
            </a:custGeom>
            <a:solidFill>
              <a:srgbClr val="4380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0"/>
              <a:ext cx="9906000" cy="3702050"/>
            </a:xfrm>
            <a:custGeom>
              <a:avLst/>
              <a:gdLst/>
              <a:ahLst/>
              <a:cxnLst/>
              <a:rect l="l" t="t" r="r" b="b"/>
              <a:pathLst>
                <a:path w="9906000" h="3702050">
                  <a:moveTo>
                    <a:pt x="9906000" y="0"/>
                  </a:moveTo>
                  <a:lnTo>
                    <a:pt x="0" y="0"/>
                  </a:lnTo>
                  <a:lnTo>
                    <a:pt x="0" y="3701669"/>
                  </a:lnTo>
                  <a:lnTo>
                    <a:pt x="9906000" y="3701669"/>
                  </a:lnTo>
                  <a:lnTo>
                    <a:pt x="9906000" y="0"/>
                  </a:lnTo>
                  <a:close/>
                </a:path>
              </a:pathLst>
            </a:custGeom>
            <a:solidFill>
              <a:srgbClr val="4244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4038600"/>
              <a:ext cx="9906000" cy="0"/>
            </a:xfrm>
            <a:custGeom>
              <a:avLst/>
              <a:gdLst/>
              <a:ahLst/>
              <a:cxnLst/>
              <a:rect l="l" t="t" r="r" b="b"/>
              <a:pathLst>
                <a:path w="9906000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ln w="50800">
              <a:solidFill>
                <a:srgbClr val="5253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371652" y="2611958"/>
            <a:ext cx="92062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dirty="0">
                <a:solidFill>
                  <a:srgbClr val="FFFFFF"/>
                </a:solidFill>
                <a:latin typeface="Georgia"/>
                <a:cs typeface="Georgia"/>
              </a:rPr>
              <a:t>An</a:t>
            </a:r>
            <a:r>
              <a:rPr sz="4000" b="0" spc="-1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000" b="0" dirty="0">
                <a:solidFill>
                  <a:srgbClr val="FFFFFF"/>
                </a:solidFill>
                <a:latin typeface="Georgia"/>
                <a:cs typeface="Georgia"/>
              </a:rPr>
              <a:t>Introduction</a:t>
            </a:r>
            <a:r>
              <a:rPr sz="4000" b="0" spc="-10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000" b="0" dirty="0">
                <a:solidFill>
                  <a:srgbClr val="FFFFFF"/>
                </a:solidFill>
                <a:latin typeface="Georgia"/>
                <a:cs typeface="Georgia"/>
              </a:rPr>
              <a:t>to</a:t>
            </a:r>
            <a:r>
              <a:rPr sz="4000" b="0" spc="-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000" b="0" dirty="0">
                <a:solidFill>
                  <a:srgbClr val="FFFFFF"/>
                </a:solidFill>
                <a:latin typeface="Georgia"/>
                <a:cs typeface="Georgia"/>
              </a:rPr>
              <a:t>Software</a:t>
            </a:r>
            <a:r>
              <a:rPr sz="4000" b="0" spc="-7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000" b="0" spc="-10" dirty="0">
                <a:solidFill>
                  <a:srgbClr val="FFFFFF"/>
                </a:solidFill>
                <a:latin typeface="Georgia"/>
                <a:cs typeface="Georgia"/>
              </a:rPr>
              <a:t>Engineering</a:t>
            </a:r>
            <a:endParaRPr sz="40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344" y="1346149"/>
            <a:ext cx="24466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10" dirty="0">
                <a:latin typeface="Trebuchet MS"/>
                <a:cs typeface="Trebuchet MS"/>
              </a:rPr>
              <a:t>Objectives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4072" y="2270200"/>
            <a:ext cx="8444865" cy="309372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67335" marR="5080" indent="-255270">
              <a:lnSpc>
                <a:spcPct val="100800"/>
              </a:lnSpc>
              <a:spcBef>
                <a:spcPts val="80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800" dirty="0">
                <a:latin typeface="Georgia"/>
                <a:cs typeface="Georgia"/>
              </a:rPr>
              <a:t>To</a:t>
            </a:r>
            <a:r>
              <a:rPr sz="2800" spc="-5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introduce</a:t>
            </a:r>
            <a:r>
              <a:rPr sz="2800" spc="-4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software</a:t>
            </a:r>
            <a:r>
              <a:rPr sz="2800" spc="-8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engineering</a:t>
            </a:r>
            <a:r>
              <a:rPr sz="2800" spc="-114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and</a:t>
            </a:r>
            <a:r>
              <a:rPr sz="2800" spc="-2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to</a:t>
            </a:r>
            <a:r>
              <a:rPr sz="2800" spc="-5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explain</a:t>
            </a:r>
            <a:r>
              <a:rPr sz="2800" spc="-50" dirty="0">
                <a:latin typeface="Georgia"/>
                <a:cs typeface="Georgia"/>
              </a:rPr>
              <a:t> </a:t>
            </a:r>
            <a:r>
              <a:rPr sz="2800" spc="-25" dirty="0">
                <a:latin typeface="Georgia"/>
                <a:cs typeface="Georgia"/>
              </a:rPr>
              <a:t>its 	</a:t>
            </a:r>
            <a:r>
              <a:rPr sz="2800" spc="-10" dirty="0">
                <a:latin typeface="Georgia"/>
                <a:cs typeface="Georgia"/>
              </a:rPr>
              <a:t>importance</a:t>
            </a:r>
            <a:endParaRPr sz="2800">
              <a:latin typeface="Georgia"/>
              <a:cs typeface="Georgia"/>
            </a:endParaRPr>
          </a:p>
          <a:p>
            <a:pPr marL="267335" marR="1071880" indent="-255270">
              <a:lnSpc>
                <a:spcPct val="100800"/>
              </a:lnSpc>
              <a:spcBef>
                <a:spcPts val="254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800" dirty="0">
                <a:latin typeface="Georgia"/>
                <a:cs typeface="Georgia"/>
              </a:rPr>
              <a:t>To</a:t>
            </a:r>
            <a:r>
              <a:rPr sz="2800" spc="-4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set</a:t>
            </a:r>
            <a:r>
              <a:rPr sz="2800" spc="-3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out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the</a:t>
            </a:r>
            <a:r>
              <a:rPr sz="2800" spc="-2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answers</a:t>
            </a:r>
            <a:r>
              <a:rPr sz="2800" spc="-6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to</a:t>
            </a:r>
            <a:r>
              <a:rPr sz="2800" spc="-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key</a:t>
            </a:r>
            <a:r>
              <a:rPr sz="2800" spc="-5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questions</a:t>
            </a:r>
            <a:r>
              <a:rPr sz="2800" spc="-10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about 	</a:t>
            </a:r>
            <a:r>
              <a:rPr sz="2800" dirty="0">
                <a:latin typeface="Georgia"/>
                <a:cs typeface="Georgia"/>
              </a:rPr>
              <a:t>software</a:t>
            </a:r>
            <a:r>
              <a:rPr sz="2800" spc="-12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engineering</a:t>
            </a:r>
            <a:endParaRPr sz="2800">
              <a:latin typeface="Georgia"/>
              <a:cs typeface="Georgia"/>
            </a:endParaRPr>
          </a:p>
          <a:p>
            <a:pPr marL="267335" marR="229870" indent="-255270">
              <a:lnSpc>
                <a:spcPct val="100299"/>
              </a:lnSpc>
              <a:spcBef>
                <a:spcPts val="265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800" dirty="0">
                <a:latin typeface="Georgia"/>
                <a:cs typeface="Georgia"/>
              </a:rPr>
              <a:t>To</a:t>
            </a:r>
            <a:r>
              <a:rPr sz="2800" spc="-6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introduce</a:t>
            </a:r>
            <a:r>
              <a:rPr sz="2800" spc="-4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ethical</a:t>
            </a:r>
            <a:r>
              <a:rPr sz="2800" spc="-3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and</a:t>
            </a:r>
            <a:r>
              <a:rPr sz="2800" spc="-5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professional</a:t>
            </a:r>
            <a:r>
              <a:rPr sz="2800" spc="-6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issues</a:t>
            </a:r>
            <a:r>
              <a:rPr sz="2800" spc="-8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and</a:t>
            </a:r>
            <a:r>
              <a:rPr sz="2800" spc="-55" dirty="0">
                <a:latin typeface="Georgia"/>
                <a:cs typeface="Georgia"/>
              </a:rPr>
              <a:t> </a:t>
            </a:r>
            <a:r>
              <a:rPr sz="2800" spc="-25" dirty="0">
                <a:latin typeface="Georgia"/>
                <a:cs typeface="Georgia"/>
              </a:rPr>
              <a:t>to 	</a:t>
            </a:r>
            <a:r>
              <a:rPr sz="2800" dirty="0">
                <a:latin typeface="Georgia"/>
                <a:cs typeface="Georgia"/>
              </a:rPr>
              <a:t>explain</a:t>
            </a:r>
            <a:r>
              <a:rPr sz="2800" spc="-9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why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they</a:t>
            </a:r>
            <a:r>
              <a:rPr sz="2800" spc="-6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are</a:t>
            </a:r>
            <a:r>
              <a:rPr sz="2800" spc="-4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of</a:t>
            </a:r>
            <a:r>
              <a:rPr sz="2800" spc="-3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concern</a:t>
            </a:r>
            <a:r>
              <a:rPr sz="2800" spc="-2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to</a:t>
            </a:r>
            <a:r>
              <a:rPr sz="2800" spc="-1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software 	engineers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51085" y="30860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99668"/>
            <a:ext cx="9906000" cy="6458585"/>
            <a:chOff x="0" y="399668"/>
            <a:chExt cx="9906000" cy="6458585"/>
          </a:xfrm>
        </p:grpSpPr>
        <p:sp>
          <p:nvSpPr>
            <p:cNvPr id="3" name="object 3"/>
            <p:cNvSpPr/>
            <p:nvPr/>
          </p:nvSpPr>
          <p:spPr>
            <a:xfrm>
              <a:off x="0" y="399668"/>
              <a:ext cx="9906000" cy="6458585"/>
            </a:xfrm>
            <a:custGeom>
              <a:avLst/>
              <a:gdLst/>
              <a:ahLst/>
              <a:cxnLst/>
              <a:rect l="l" t="t" r="r" b="b"/>
              <a:pathLst>
                <a:path w="9906000" h="6458584">
                  <a:moveTo>
                    <a:pt x="0" y="6458331"/>
                  </a:moveTo>
                  <a:lnTo>
                    <a:pt x="9906000" y="6458331"/>
                  </a:lnTo>
                  <a:lnTo>
                    <a:pt x="9906000" y="0"/>
                  </a:lnTo>
                  <a:lnTo>
                    <a:pt x="0" y="0"/>
                  </a:lnTo>
                  <a:lnTo>
                    <a:pt x="0" y="6458331"/>
                  </a:lnTo>
                  <a:close/>
                </a:path>
              </a:pathLst>
            </a:custGeom>
            <a:solidFill>
              <a:srgbClr val="303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399668"/>
              <a:ext cx="5861050" cy="52069"/>
            </a:xfrm>
            <a:custGeom>
              <a:avLst/>
              <a:gdLst/>
              <a:ahLst/>
              <a:cxnLst/>
              <a:rect l="l" t="t" r="r" b="b"/>
              <a:pathLst>
                <a:path w="5861050" h="52070">
                  <a:moveTo>
                    <a:pt x="0" y="51561"/>
                  </a:moveTo>
                  <a:lnTo>
                    <a:pt x="5861049" y="51561"/>
                  </a:lnTo>
                  <a:lnTo>
                    <a:pt x="5861049" y="0"/>
                  </a:lnTo>
                  <a:lnTo>
                    <a:pt x="0" y="0"/>
                  </a:lnTo>
                  <a:lnTo>
                    <a:pt x="0" y="51561"/>
                  </a:lnTo>
                  <a:close/>
                </a:path>
              </a:pathLst>
            </a:custGeom>
            <a:solidFill>
              <a:srgbClr val="438085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0" y="-2031"/>
            <a:ext cx="9906000" cy="628015"/>
            <a:chOff x="0" y="-2031"/>
            <a:chExt cx="9906000" cy="628015"/>
          </a:xfrm>
        </p:grpSpPr>
        <p:sp>
          <p:nvSpPr>
            <p:cNvPr id="6" name="object 6"/>
            <p:cNvSpPr/>
            <p:nvPr/>
          </p:nvSpPr>
          <p:spPr>
            <a:xfrm>
              <a:off x="0" y="-25"/>
              <a:ext cx="9906000" cy="311150"/>
            </a:xfrm>
            <a:custGeom>
              <a:avLst/>
              <a:gdLst/>
              <a:ahLst/>
              <a:cxnLst/>
              <a:rect l="l" t="t" r="r" b="b"/>
              <a:pathLst>
                <a:path w="9906000" h="311150">
                  <a:moveTo>
                    <a:pt x="9906000" y="0"/>
                  </a:moveTo>
                  <a:lnTo>
                    <a:pt x="0" y="0"/>
                  </a:lnTo>
                  <a:lnTo>
                    <a:pt x="0" y="310667"/>
                  </a:lnTo>
                  <a:lnTo>
                    <a:pt x="9906000" y="310667"/>
                  </a:lnTo>
                  <a:lnTo>
                    <a:pt x="9906000" y="0"/>
                  </a:lnTo>
                  <a:close/>
                </a:path>
              </a:pathLst>
            </a:custGeom>
            <a:solidFill>
              <a:srgbClr val="4244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08228"/>
              <a:ext cx="9906000" cy="143510"/>
            </a:xfrm>
            <a:custGeom>
              <a:avLst/>
              <a:gdLst/>
              <a:ahLst/>
              <a:cxnLst/>
              <a:rect l="l" t="t" r="r" b="b"/>
              <a:pathLst>
                <a:path w="9906000" h="143509">
                  <a:moveTo>
                    <a:pt x="9906000" y="0"/>
                  </a:moveTo>
                  <a:lnTo>
                    <a:pt x="0" y="0"/>
                  </a:lnTo>
                  <a:lnTo>
                    <a:pt x="0" y="91440"/>
                  </a:lnTo>
                  <a:lnTo>
                    <a:pt x="5861050" y="91440"/>
                  </a:lnTo>
                  <a:lnTo>
                    <a:pt x="5861050" y="143129"/>
                  </a:lnTo>
                  <a:lnTo>
                    <a:pt x="9906000" y="143129"/>
                  </a:lnTo>
                  <a:lnTo>
                    <a:pt x="9906000" y="91440"/>
                  </a:lnTo>
                  <a:lnTo>
                    <a:pt x="9906000" y="52044"/>
                  </a:lnTo>
                  <a:lnTo>
                    <a:pt x="9906000" y="0"/>
                  </a:lnTo>
                  <a:close/>
                </a:path>
              </a:pathLst>
            </a:custGeom>
            <a:solidFill>
              <a:srgbClr val="4380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861050" y="440105"/>
              <a:ext cx="4044950" cy="180340"/>
            </a:xfrm>
            <a:custGeom>
              <a:avLst/>
              <a:gdLst/>
              <a:ahLst/>
              <a:cxnLst/>
              <a:rect l="l" t="t" r="r" b="b"/>
              <a:pathLst>
                <a:path w="4044950" h="180340">
                  <a:moveTo>
                    <a:pt x="4044950" y="0"/>
                  </a:moveTo>
                  <a:lnTo>
                    <a:pt x="0" y="0"/>
                  </a:lnTo>
                  <a:lnTo>
                    <a:pt x="0" y="180035"/>
                  </a:lnTo>
                  <a:lnTo>
                    <a:pt x="4044950" y="180035"/>
                  </a:lnTo>
                  <a:lnTo>
                    <a:pt x="4044950" y="0"/>
                  </a:lnTo>
                  <a:close/>
                </a:path>
              </a:pathLst>
            </a:custGeom>
            <a:solidFill>
              <a:srgbClr val="438085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58002" y="497458"/>
              <a:ext cx="3863975" cy="128270"/>
            </a:xfrm>
            <a:custGeom>
              <a:avLst/>
              <a:gdLst/>
              <a:ahLst/>
              <a:cxnLst/>
              <a:rect l="l" t="t" r="r" b="b"/>
              <a:pathLst>
                <a:path w="3863975" h="128270">
                  <a:moveTo>
                    <a:pt x="3318510" y="2032"/>
                  </a:moveTo>
                  <a:lnTo>
                    <a:pt x="3316351" y="0"/>
                  </a:lnTo>
                  <a:lnTo>
                    <a:pt x="2032" y="0"/>
                  </a:lnTo>
                  <a:lnTo>
                    <a:pt x="0" y="2032"/>
                  </a:lnTo>
                  <a:lnTo>
                    <a:pt x="0" y="4572"/>
                  </a:lnTo>
                  <a:lnTo>
                    <a:pt x="0" y="25400"/>
                  </a:lnTo>
                  <a:lnTo>
                    <a:pt x="2032" y="27432"/>
                  </a:lnTo>
                  <a:lnTo>
                    <a:pt x="3316351" y="27432"/>
                  </a:lnTo>
                  <a:lnTo>
                    <a:pt x="3318510" y="25400"/>
                  </a:lnTo>
                  <a:lnTo>
                    <a:pt x="3318510" y="2032"/>
                  </a:lnTo>
                  <a:close/>
                </a:path>
                <a:path w="3863975" h="128270">
                  <a:moveTo>
                    <a:pt x="3863721" y="94234"/>
                  </a:moveTo>
                  <a:lnTo>
                    <a:pt x="3860927" y="91440"/>
                  </a:lnTo>
                  <a:lnTo>
                    <a:pt x="2132838" y="91440"/>
                  </a:lnTo>
                  <a:lnTo>
                    <a:pt x="2130171" y="94234"/>
                  </a:lnTo>
                  <a:lnTo>
                    <a:pt x="2130171" y="97536"/>
                  </a:lnTo>
                  <a:lnTo>
                    <a:pt x="2130171" y="125349"/>
                  </a:lnTo>
                  <a:lnTo>
                    <a:pt x="2132838" y="128016"/>
                  </a:lnTo>
                  <a:lnTo>
                    <a:pt x="3860927" y="128016"/>
                  </a:lnTo>
                  <a:lnTo>
                    <a:pt x="3863721" y="125349"/>
                  </a:lnTo>
                  <a:lnTo>
                    <a:pt x="3863721" y="942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798177" y="-2032"/>
              <a:ext cx="106680" cy="622300"/>
            </a:xfrm>
            <a:custGeom>
              <a:avLst/>
              <a:gdLst/>
              <a:ahLst/>
              <a:cxnLst/>
              <a:rect l="l" t="t" r="r" b="b"/>
              <a:pathLst>
                <a:path w="106679" h="622300">
                  <a:moveTo>
                    <a:pt x="29718" y="0"/>
                  </a:moveTo>
                  <a:lnTo>
                    <a:pt x="0" y="0"/>
                  </a:lnTo>
                  <a:lnTo>
                    <a:pt x="0" y="621792"/>
                  </a:lnTo>
                  <a:lnTo>
                    <a:pt x="29718" y="621792"/>
                  </a:lnTo>
                  <a:lnTo>
                    <a:pt x="29718" y="0"/>
                  </a:lnTo>
                  <a:close/>
                </a:path>
                <a:path w="106679" h="622300">
                  <a:moveTo>
                    <a:pt x="106235" y="0"/>
                  </a:moveTo>
                  <a:lnTo>
                    <a:pt x="43815" y="0"/>
                  </a:lnTo>
                  <a:lnTo>
                    <a:pt x="43815" y="621792"/>
                  </a:lnTo>
                  <a:lnTo>
                    <a:pt x="106235" y="621792"/>
                  </a:lnTo>
                  <a:lnTo>
                    <a:pt x="106235" y="0"/>
                  </a:lnTo>
                  <a:close/>
                </a:path>
              </a:pathLst>
            </a:custGeom>
            <a:solidFill>
              <a:srgbClr val="FFFFFF">
                <a:alpha val="6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777603" y="-2031"/>
              <a:ext cx="10160" cy="622300"/>
            </a:xfrm>
            <a:custGeom>
              <a:avLst/>
              <a:gdLst/>
              <a:ahLst/>
              <a:cxnLst/>
              <a:rect l="l" t="t" r="r" b="b"/>
              <a:pathLst>
                <a:path w="10159" h="622300">
                  <a:moveTo>
                    <a:pt x="9905" y="0"/>
                  </a:moveTo>
                  <a:lnTo>
                    <a:pt x="0" y="0"/>
                  </a:lnTo>
                  <a:lnTo>
                    <a:pt x="0" y="621791"/>
                  </a:lnTo>
                  <a:lnTo>
                    <a:pt x="9905" y="621791"/>
                  </a:lnTo>
                  <a:lnTo>
                    <a:pt x="9905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723373" y="-2031"/>
              <a:ext cx="29845" cy="622300"/>
            </a:xfrm>
            <a:custGeom>
              <a:avLst/>
              <a:gdLst/>
              <a:ahLst/>
              <a:cxnLst/>
              <a:rect l="l" t="t" r="r" b="b"/>
              <a:pathLst>
                <a:path w="29845" h="622300">
                  <a:moveTo>
                    <a:pt x="29718" y="0"/>
                  </a:moveTo>
                  <a:lnTo>
                    <a:pt x="0" y="0"/>
                  </a:lnTo>
                  <a:lnTo>
                    <a:pt x="0" y="621791"/>
                  </a:lnTo>
                  <a:lnTo>
                    <a:pt x="29718" y="621791"/>
                  </a:lnTo>
                  <a:lnTo>
                    <a:pt x="29718" y="0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658604" y="381"/>
              <a:ext cx="59690" cy="585470"/>
            </a:xfrm>
            <a:custGeom>
              <a:avLst/>
              <a:gdLst/>
              <a:ahLst/>
              <a:cxnLst/>
              <a:rect l="l" t="t" r="r" b="b"/>
              <a:pathLst>
                <a:path w="59690" h="585470">
                  <a:moveTo>
                    <a:pt x="59435" y="0"/>
                  </a:moveTo>
                  <a:lnTo>
                    <a:pt x="0" y="0"/>
                  </a:lnTo>
                  <a:lnTo>
                    <a:pt x="0" y="585216"/>
                  </a:lnTo>
                  <a:lnTo>
                    <a:pt x="59435" y="585216"/>
                  </a:lnTo>
                  <a:lnTo>
                    <a:pt x="59435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612883" y="381"/>
              <a:ext cx="10160" cy="585470"/>
            </a:xfrm>
            <a:custGeom>
              <a:avLst/>
              <a:gdLst/>
              <a:ahLst/>
              <a:cxnLst/>
              <a:rect l="l" t="t" r="r" b="b"/>
              <a:pathLst>
                <a:path w="10159" h="585470">
                  <a:moveTo>
                    <a:pt x="9906" y="0"/>
                  </a:moveTo>
                  <a:lnTo>
                    <a:pt x="0" y="0"/>
                  </a:lnTo>
                  <a:lnTo>
                    <a:pt x="0" y="585216"/>
                  </a:lnTo>
                  <a:lnTo>
                    <a:pt x="9906" y="585216"/>
                  </a:lnTo>
                  <a:lnTo>
                    <a:pt x="9906" y="0"/>
                  </a:lnTo>
                  <a:close/>
                </a:path>
              </a:pathLst>
            </a:custGeom>
            <a:solidFill>
              <a:srgbClr val="FFFFFF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574344" y="1346149"/>
            <a:ext cx="33680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52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4000" b="0" spc="1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4000" b="0" spc="5" dirty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4000" b="0" spc="20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4000" b="0" spc="10" dirty="0">
                <a:solidFill>
                  <a:srgbClr val="FFFFFF"/>
                </a:solidFill>
                <a:latin typeface="Trebuchet MS"/>
                <a:cs typeface="Trebuchet MS"/>
              </a:rPr>
              <a:t>cs</a:t>
            </a:r>
            <a:r>
              <a:rPr sz="4000" b="0" spc="-1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000" b="0" spc="-10" dirty="0">
                <a:solidFill>
                  <a:srgbClr val="FFFFFF"/>
                </a:solidFill>
                <a:latin typeface="Trebuchet MS"/>
                <a:cs typeface="Trebuchet MS"/>
              </a:rPr>
              <a:t>covered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84072" y="2231781"/>
            <a:ext cx="5515610" cy="142557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67970" indent="-255270">
              <a:lnSpc>
                <a:spcPct val="100000"/>
              </a:lnSpc>
              <a:spcBef>
                <a:spcPts val="409"/>
              </a:spcBef>
              <a:buClr>
                <a:srgbClr val="9F4DA2"/>
              </a:buClr>
              <a:buChar char="•"/>
              <a:tabLst>
                <a:tab pos="267970" algn="l"/>
              </a:tabLst>
            </a:pPr>
            <a:r>
              <a:rPr sz="2800" dirty="0">
                <a:solidFill>
                  <a:srgbClr val="FFFFFF"/>
                </a:solidFill>
                <a:latin typeface="Georgia"/>
                <a:cs typeface="Georgia"/>
              </a:rPr>
              <a:t>Software</a:t>
            </a:r>
            <a:r>
              <a:rPr sz="2800" spc="-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Georgia"/>
                <a:cs typeface="Georgia"/>
              </a:rPr>
              <a:t>Engineering</a:t>
            </a:r>
            <a:endParaRPr sz="2800">
              <a:latin typeface="Georgia"/>
              <a:cs typeface="Georgia"/>
            </a:endParaRPr>
          </a:p>
          <a:p>
            <a:pPr marL="267970" indent="-255270">
              <a:lnSpc>
                <a:spcPct val="100000"/>
              </a:lnSpc>
              <a:spcBef>
                <a:spcPts val="315"/>
              </a:spcBef>
              <a:buClr>
                <a:srgbClr val="9F4DA2"/>
              </a:buClr>
              <a:buChar char="•"/>
              <a:tabLst>
                <a:tab pos="267970" algn="l"/>
              </a:tabLst>
            </a:pPr>
            <a:r>
              <a:rPr sz="2800" dirty="0">
                <a:solidFill>
                  <a:srgbClr val="FFFFFF"/>
                </a:solidFill>
                <a:latin typeface="Georgia"/>
                <a:cs typeface="Georgia"/>
              </a:rPr>
              <a:t>Software</a:t>
            </a:r>
            <a:r>
              <a:rPr sz="2800" spc="-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Georgia"/>
                <a:cs typeface="Georgia"/>
              </a:rPr>
              <a:t>Costs</a:t>
            </a:r>
            <a:endParaRPr sz="2800">
              <a:latin typeface="Georgia"/>
              <a:cs typeface="Georgia"/>
            </a:endParaRPr>
          </a:p>
          <a:p>
            <a:pPr marL="267970" indent="-255270">
              <a:lnSpc>
                <a:spcPct val="100000"/>
              </a:lnSpc>
              <a:spcBef>
                <a:spcPts val="315"/>
              </a:spcBef>
              <a:buClr>
                <a:srgbClr val="9F4DA2"/>
              </a:buClr>
              <a:buChar char="•"/>
              <a:tabLst>
                <a:tab pos="267970" algn="l"/>
              </a:tabLst>
            </a:pPr>
            <a:r>
              <a:rPr sz="2800" dirty="0">
                <a:solidFill>
                  <a:srgbClr val="FFFFFF"/>
                </a:solidFill>
                <a:latin typeface="Georgia"/>
                <a:cs typeface="Georgia"/>
              </a:rPr>
              <a:t>FAQs</a:t>
            </a:r>
            <a:r>
              <a:rPr sz="2800" spc="-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FFFFFF"/>
                </a:solidFill>
                <a:latin typeface="Georgia"/>
                <a:cs typeface="Georgia"/>
              </a:rPr>
              <a:t>about</a:t>
            </a:r>
            <a:r>
              <a:rPr sz="2800" spc="-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FFFFFF"/>
                </a:solidFill>
                <a:latin typeface="Georgia"/>
                <a:cs typeface="Georgia"/>
              </a:rPr>
              <a:t>software</a:t>
            </a:r>
            <a:r>
              <a:rPr sz="2800" spc="-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Georgia"/>
                <a:cs typeface="Georgia"/>
              </a:rPr>
              <a:t>engineering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451085" y="30860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244" y="888568"/>
            <a:ext cx="74980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80" dirty="0">
                <a:latin typeface="Trebuchet MS"/>
                <a:cs typeface="Trebuchet MS"/>
              </a:rPr>
              <a:t>FAQs</a:t>
            </a:r>
            <a:r>
              <a:rPr sz="4000" b="0" spc="-160" dirty="0">
                <a:latin typeface="Trebuchet MS"/>
                <a:cs typeface="Trebuchet MS"/>
              </a:rPr>
              <a:t> </a:t>
            </a:r>
            <a:r>
              <a:rPr sz="4000" b="0" dirty="0">
                <a:latin typeface="Trebuchet MS"/>
                <a:cs typeface="Trebuchet MS"/>
              </a:rPr>
              <a:t>about</a:t>
            </a:r>
            <a:r>
              <a:rPr sz="4000" b="0" spc="-185" dirty="0">
                <a:latin typeface="Trebuchet MS"/>
                <a:cs typeface="Trebuchet MS"/>
              </a:rPr>
              <a:t> </a:t>
            </a:r>
            <a:r>
              <a:rPr sz="4000" b="0" dirty="0">
                <a:latin typeface="Trebuchet MS"/>
                <a:cs typeface="Trebuchet MS"/>
              </a:rPr>
              <a:t>software</a:t>
            </a:r>
            <a:r>
              <a:rPr sz="4000" b="0" spc="-190" dirty="0">
                <a:latin typeface="Trebuchet MS"/>
                <a:cs typeface="Trebuchet MS"/>
              </a:rPr>
              <a:t> </a:t>
            </a:r>
            <a:r>
              <a:rPr sz="4000" b="0" spc="-10" dirty="0">
                <a:latin typeface="Trebuchet MS"/>
                <a:cs typeface="Trebuchet MS"/>
              </a:rPr>
              <a:t>engineering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5972" y="1887230"/>
            <a:ext cx="8495030" cy="2791789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67970" indent="-255270">
              <a:lnSpc>
                <a:spcPct val="100000"/>
              </a:lnSpc>
              <a:spcBef>
                <a:spcPts val="409"/>
              </a:spcBef>
              <a:buClr>
                <a:srgbClr val="9F4DA2"/>
              </a:buClr>
              <a:buChar char="•"/>
              <a:tabLst>
                <a:tab pos="267970" algn="l"/>
              </a:tabLst>
            </a:pPr>
            <a:r>
              <a:rPr sz="2800" dirty="0">
                <a:latin typeface="Georgia"/>
                <a:cs typeface="Georgia"/>
              </a:rPr>
              <a:t>What</a:t>
            </a:r>
            <a:r>
              <a:rPr sz="2800" spc="-5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is</a:t>
            </a:r>
            <a:r>
              <a:rPr sz="2800" spc="-4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software?</a:t>
            </a:r>
            <a:endParaRPr sz="2800" dirty="0">
              <a:latin typeface="Georgia"/>
              <a:cs typeface="Georgia"/>
            </a:endParaRPr>
          </a:p>
          <a:p>
            <a:pPr marL="267970" indent="-255270">
              <a:lnSpc>
                <a:spcPct val="100000"/>
              </a:lnSpc>
              <a:spcBef>
                <a:spcPts val="315"/>
              </a:spcBef>
              <a:buClr>
                <a:srgbClr val="9F4DA2"/>
              </a:buClr>
              <a:buChar char="•"/>
              <a:tabLst>
                <a:tab pos="267970" algn="l"/>
              </a:tabLst>
            </a:pPr>
            <a:r>
              <a:rPr sz="2800" dirty="0">
                <a:latin typeface="Georgia"/>
                <a:cs typeface="Georgia"/>
              </a:rPr>
              <a:t>What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is</a:t>
            </a:r>
            <a:r>
              <a:rPr sz="2800" spc="-4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software</a:t>
            </a:r>
            <a:r>
              <a:rPr sz="2800" spc="-4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engineering?</a:t>
            </a:r>
            <a:endParaRPr sz="2800" dirty="0">
              <a:latin typeface="Georgia"/>
              <a:cs typeface="Georgia"/>
            </a:endParaRPr>
          </a:p>
          <a:p>
            <a:pPr marL="267335" marR="5080" indent="-255270">
              <a:lnSpc>
                <a:spcPct val="100000"/>
              </a:lnSpc>
              <a:spcBef>
                <a:spcPts val="315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800" dirty="0">
                <a:latin typeface="Georgia"/>
                <a:cs typeface="Georgia"/>
              </a:rPr>
              <a:t>What</a:t>
            </a:r>
            <a:r>
              <a:rPr sz="2800" spc="-5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is</a:t>
            </a:r>
            <a:r>
              <a:rPr sz="2800" spc="-4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the</a:t>
            </a:r>
            <a:r>
              <a:rPr sz="2800" spc="-4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difference</a:t>
            </a:r>
            <a:r>
              <a:rPr sz="2800" spc="-4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between</a:t>
            </a:r>
            <a:r>
              <a:rPr sz="2800" spc="-12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software</a:t>
            </a:r>
            <a:r>
              <a:rPr sz="2800" spc="-8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engineering 	</a:t>
            </a:r>
            <a:r>
              <a:rPr sz="2800" dirty="0">
                <a:latin typeface="Georgia"/>
                <a:cs typeface="Georgia"/>
              </a:rPr>
              <a:t>and</a:t>
            </a:r>
            <a:r>
              <a:rPr sz="2800" spc="-5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computer</a:t>
            </a:r>
            <a:r>
              <a:rPr sz="2800" spc="-8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science?</a:t>
            </a:r>
            <a:endParaRPr sz="2800" dirty="0">
              <a:latin typeface="Georgia"/>
              <a:cs typeface="Georgia"/>
            </a:endParaRPr>
          </a:p>
          <a:p>
            <a:pPr marL="267970" indent="-255270">
              <a:lnSpc>
                <a:spcPct val="100000"/>
              </a:lnSpc>
              <a:spcBef>
                <a:spcPts val="305"/>
              </a:spcBef>
              <a:buClr>
                <a:srgbClr val="9F4DA2"/>
              </a:buClr>
              <a:buChar char="•"/>
              <a:tabLst>
                <a:tab pos="267970" algn="l"/>
              </a:tabLst>
            </a:pPr>
            <a:r>
              <a:rPr sz="2800" dirty="0">
                <a:latin typeface="Georgia"/>
                <a:cs typeface="Georgia"/>
              </a:rPr>
              <a:t>What</a:t>
            </a:r>
            <a:r>
              <a:rPr sz="2800" spc="-6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is</a:t>
            </a:r>
            <a:r>
              <a:rPr sz="2800" spc="-4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software</a:t>
            </a:r>
            <a:r>
              <a:rPr sz="2800" spc="-3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process?</a:t>
            </a:r>
            <a:endParaRPr sz="2800" dirty="0">
              <a:latin typeface="Georgia"/>
              <a:cs typeface="Georgia"/>
            </a:endParaRPr>
          </a:p>
          <a:p>
            <a:pPr marL="267970" indent="-255270">
              <a:lnSpc>
                <a:spcPct val="100000"/>
              </a:lnSpc>
              <a:spcBef>
                <a:spcPts val="275"/>
              </a:spcBef>
              <a:buClr>
                <a:srgbClr val="9F4DA2"/>
              </a:buClr>
              <a:buChar char="•"/>
              <a:tabLst>
                <a:tab pos="267970" algn="l"/>
              </a:tabLst>
            </a:pPr>
            <a:r>
              <a:rPr sz="2800" dirty="0">
                <a:latin typeface="Georgia"/>
                <a:cs typeface="Georgia"/>
              </a:rPr>
              <a:t>What</a:t>
            </a:r>
            <a:r>
              <a:rPr sz="2800" spc="-6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is</a:t>
            </a:r>
            <a:r>
              <a:rPr sz="2800" spc="-3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software</a:t>
            </a:r>
            <a:r>
              <a:rPr sz="2800" spc="-3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process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model?</a:t>
            </a:r>
            <a:endParaRPr sz="2800" dirty="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23069" y="30860"/>
            <a:ext cx="281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12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05600" y="4267174"/>
            <a:ext cx="2892425" cy="19292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344" y="1346149"/>
            <a:ext cx="749680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80" dirty="0">
                <a:latin typeface="Trebuchet MS"/>
                <a:cs typeface="Trebuchet MS"/>
              </a:rPr>
              <a:t>FAQs</a:t>
            </a:r>
            <a:r>
              <a:rPr sz="4000" b="0" spc="-160" dirty="0">
                <a:latin typeface="Trebuchet MS"/>
                <a:cs typeface="Trebuchet MS"/>
              </a:rPr>
              <a:t> </a:t>
            </a:r>
            <a:r>
              <a:rPr sz="4000" b="0" dirty="0">
                <a:latin typeface="Trebuchet MS"/>
                <a:cs typeface="Trebuchet MS"/>
              </a:rPr>
              <a:t>about</a:t>
            </a:r>
            <a:r>
              <a:rPr sz="4000" b="0" spc="-190" dirty="0">
                <a:latin typeface="Trebuchet MS"/>
                <a:cs typeface="Trebuchet MS"/>
              </a:rPr>
              <a:t> </a:t>
            </a:r>
            <a:r>
              <a:rPr sz="4000" b="0" dirty="0">
                <a:latin typeface="Trebuchet MS"/>
                <a:cs typeface="Trebuchet MS"/>
              </a:rPr>
              <a:t>software</a:t>
            </a:r>
            <a:r>
              <a:rPr sz="4000" b="0" spc="-190" dirty="0">
                <a:latin typeface="Trebuchet MS"/>
                <a:cs typeface="Trebuchet MS"/>
              </a:rPr>
              <a:t> </a:t>
            </a:r>
            <a:r>
              <a:rPr sz="4000" b="0" spc="-10" dirty="0">
                <a:latin typeface="Trebuchet MS"/>
                <a:cs typeface="Trebuchet MS"/>
              </a:rPr>
              <a:t>engineering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4072" y="2231781"/>
            <a:ext cx="7118984" cy="2305438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67970" indent="-255270">
              <a:lnSpc>
                <a:spcPct val="100000"/>
              </a:lnSpc>
              <a:spcBef>
                <a:spcPts val="409"/>
              </a:spcBef>
              <a:buClr>
                <a:srgbClr val="9F4DA2"/>
              </a:buClr>
              <a:buChar char="•"/>
              <a:tabLst>
                <a:tab pos="267970" algn="l"/>
              </a:tabLst>
            </a:pPr>
            <a:r>
              <a:rPr sz="2800" dirty="0">
                <a:latin typeface="Georgia"/>
                <a:cs typeface="Georgia"/>
              </a:rPr>
              <a:t>What</a:t>
            </a:r>
            <a:r>
              <a:rPr sz="2800" spc="-5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are</a:t>
            </a:r>
            <a:r>
              <a:rPr sz="2800" spc="-4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the</a:t>
            </a:r>
            <a:r>
              <a:rPr sz="2800" spc="-4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costs</a:t>
            </a:r>
            <a:r>
              <a:rPr sz="2800" spc="-1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of</a:t>
            </a:r>
            <a:r>
              <a:rPr sz="2800" spc="-3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software</a:t>
            </a:r>
            <a:r>
              <a:rPr sz="2800" spc="-8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engineering?</a:t>
            </a:r>
            <a:endParaRPr sz="2800" dirty="0">
              <a:latin typeface="Georgia"/>
              <a:cs typeface="Georgia"/>
            </a:endParaRPr>
          </a:p>
          <a:p>
            <a:pPr marL="267970" indent="-255270">
              <a:lnSpc>
                <a:spcPct val="100000"/>
              </a:lnSpc>
              <a:spcBef>
                <a:spcPts val="315"/>
              </a:spcBef>
              <a:buClr>
                <a:srgbClr val="9F4DA2"/>
              </a:buClr>
              <a:buChar char="•"/>
              <a:tabLst>
                <a:tab pos="267970" algn="l"/>
              </a:tabLst>
            </a:pPr>
            <a:r>
              <a:rPr sz="2800" dirty="0">
                <a:latin typeface="Georgia"/>
                <a:cs typeface="Georgia"/>
              </a:rPr>
              <a:t>What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are</a:t>
            </a:r>
            <a:r>
              <a:rPr sz="2800" spc="-4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software</a:t>
            </a:r>
            <a:r>
              <a:rPr sz="2800" spc="-4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engineering</a:t>
            </a:r>
            <a:r>
              <a:rPr sz="2800" spc="-114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methods?</a:t>
            </a:r>
            <a:endParaRPr sz="2800" dirty="0">
              <a:latin typeface="Georgia"/>
              <a:cs typeface="Georgia"/>
            </a:endParaRPr>
          </a:p>
          <a:p>
            <a:pPr marL="267970" indent="-255270">
              <a:lnSpc>
                <a:spcPct val="100000"/>
              </a:lnSpc>
              <a:spcBef>
                <a:spcPts val="305"/>
              </a:spcBef>
              <a:buClr>
                <a:srgbClr val="9F4DA2"/>
              </a:buClr>
              <a:buChar char="•"/>
              <a:tabLst>
                <a:tab pos="267970" algn="l"/>
              </a:tabLst>
            </a:pPr>
            <a:r>
              <a:rPr sz="2800" dirty="0">
                <a:latin typeface="Georgia"/>
                <a:cs typeface="Georgia"/>
              </a:rPr>
              <a:t>What</a:t>
            </a:r>
            <a:r>
              <a:rPr sz="2800" spc="-6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are</a:t>
            </a:r>
            <a:r>
              <a:rPr sz="2800" spc="-3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the</a:t>
            </a:r>
            <a:r>
              <a:rPr sz="2800" spc="-3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attributes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of</a:t>
            </a:r>
            <a:r>
              <a:rPr sz="2800" spc="-3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good</a:t>
            </a:r>
            <a:r>
              <a:rPr sz="2800" spc="-4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software?</a:t>
            </a:r>
            <a:endParaRPr sz="2800" dirty="0">
              <a:latin typeface="Georgia"/>
              <a:cs typeface="Georgia"/>
            </a:endParaRPr>
          </a:p>
          <a:p>
            <a:pPr marL="267335" marR="6985" indent="-255270">
              <a:lnSpc>
                <a:spcPct val="100800"/>
              </a:lnSpc>
              <a:spcBef>
                <a:spcPts val="250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800" dirty="0">
                <a:latin typeface="Georgia"/>
                <a:cs typeface="Georgia"/>
              </a:rPr>
              <a:t>What</a:t>
            </a:r>
            <a:r>
              <a:rPr sz="2800" spc="-7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are</a:t>
            </a:r>
            <a:r>
              <a:rPr sz="2800" spc="-5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the</a:t>
            </a:r>
            <a:r>
              <a:rPr sz="2800" spc="-5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key</a:t>
            </a:r>
            <a:r>
              <a:rPr sz="2800" spc="-5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challenges</a:t>
            </a:r>
            <a:r>
              <a:rPr sz="2800" spc="-5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facing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software 	engineering?</a:t>
            </a:r>
            <a:endParaRPr sz="2800" dirty="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23069" y="30860"/>
            <a:ext cx="281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13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F3A2-E6AA-557C-D26D-1D5626EB5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459" y="462229"/>
            <a:ext cx="8753830" cy="492443"/>
          </a:xfrm>
        </p:spPr>
        <p:txBody>
          <a:bodyPr/>
          <a:lstStyle/>
          <a:p>
            <a:r>
              <a:rPr lang="en-US" dirty="0"/>
              <a:t>Case Study: NASA Mars Climate Orbiter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27FFE-A234-136D-0E92-73B56410B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72" y="2270200"/>
            <a:ext cx="8261984" cy="2585323"/>
          </a:xfrm>
        </p:spPr>
        <p:txBody>
          <a:bodyPr/>
          <a:lstStyle/>
          <a:p>
            <a:pPr marL="457200" indent="-457200">
              <a:buFontTx/>
              <a:buChar char="-"/>
            </a:pPr>
            <a:r>
              <a:rPr lang="en-US" dirty="0"/>
              <a:t>Mission failed due to a software error in unit conversion </a:t>
            </a:r>
          </a:p>
          <a:p>
            <a:pPr marL="457200" indent="-457200">
              <a:buFontTx/>
              <a:buChar char="-"/>
            </a:pPr>
            <a:endParaRPr lang="en-US" dirty="0"/>
          </a:p>
          <a:p>
            <a:r>
              <a:rPr lang="en-US" dirty="0"/>
              <a:t> -   Highlights the importance of precision and testing in software engineering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687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244" y="812368"/>
            <a:ext cx="40252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dirty="0">
                <a:latin typeface="Trebuchet MS"/>
                <a:cs typeface="Trebuchet MS"/>
              </a:rPr>
              <a:t>What</a:t>
            </a:r>
            <a:r>
              <a:rPr sz="4000" b="0" spc="-120" dirty="0">
                <a:latin typeface="Trebuchet MS"/>
                <a:cs typeface="Trebuchet MS"/>
              </a:rPr>
              <a:t> </a:t>
            </a:r>
            <a:r>
              <a:rPr sz="4000" b="0" dirty="0">
                <a:latin typeface="Trebuchet MS"/>
                <a:cs typeface="Trebuchet MS"/>
              </a:rPr>
              <a:t>is</a:t>
            </a:r>
            <a:r>
              <a:rPr sz="4000" b="0" spc="-70" dirty="0">
                <a:latin typeface="Trebuchet MS"/>
                <a:cs typeface="Trebuchet MS"/>
              </a:rPr>
              <a:t> </a:t>
            </a:r>
            <a:r>
              <a:rPr sz="4000" b="0" spc="-10" dirty="0">
                <a:latin typeface="Trebuchet MS"/>
                <a:cs typeface="Trebuchet MS"/>
              </a:rPr>
              <a:t>software?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5972" y="2046223"/>
            <a:ext cx="8634095" cy="2993126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268605" marR="302895" indent="-256540">
              <a:lnSpc>
                <a:spcPts val="2590"/>
              </a:lnSpc>
              <a:spcBef>
                <a:spcPts val="439"/>
              </a:spcBef>
              <a:buClr>
                <a:srgbClr val="9F4DA2"/>
              </a:buClr>
              <a:buFont typeface="Georgia"/>
              <a:buChar char="•"/>
              <a:tabLst>
                <a:tab pos="268605" algn="l"/>
              </a:tabLst>
            </a:pPr>
            <a:r>
              <a:rPr sz="2400" b="1" dirty="0">
                <a:latin typeface="Georgia"/>
                <a:cs typeface="Georgia"/>
              </a:rPr>
              <a:t>Computer</a:t>
            </a:r>
            <a:r>
              <a:rPr sz="2400" b="1" spc="-100" dirty="0">
                <a:latin typeface="Georgia"/>
                <a:cs typeface="Georgia"/>
              </a:rPr>
              <a:t> </a:t>
            </a:r>
            <a:r>
              <a:rPr sz="2400" b="1" dirty="0">
                <a:latin typeface="Georgia"/>
                <a:cs typeface="Georgia"/>
              </a:rPr>
              <a:t>programs</a:t>
            </a:r>
            <a:r>
              <a:rPr sz="2400" b="1" spc="-8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and</a:t>
            </a:r>
            <a:r>
              <a:rPr sz="2400" spc="-4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associated </a:t>
            </a:r>
            <a:r>
              <a:rPr sz="2400" spc="-10" dirty="0">
                <a:latin typeface="Georgia"/>
                <a:cs typeface="Georgia"/>
              </a:rPr>
              <a:t>documentation</a:t>
            </a:r>
            <a:r>
              <a:rPr sz="2400" spc="-85" dirty="0">
                <a:latin typeface="Georgia"/>
                <a:cs typeface="Georgia"/>
              </a:rPr>
              <a:t> </a:t>
            </a:r>
            <a:r>
              <a:rPr sz="2400" spc="-20" dirty="0">
                <a:latin typeface="Georgia"/>
                <a:cs typeface="Georgia"/>
              </a:rPr>
              <a:t>such </a:t>
            </a:r>
            <a:r>
              <a:rPr sz="2400" dirty="0">
                <a:latin typeface="Georgia"/>
                <a:cs typeface="Georgia"/>
              </a:rPr>
              <a:t>as</a:t>
            </a:r>
            <a:r>
              <a:rPr sz="2400" spc="-9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requirements,</a:t>
            </a:r>
            <a:r>
              <a:rPr sz="2400" spc="-3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design</a:t>
            </a:r>
            <a:r>
              <a:rPr sz="2400" spc="-6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models</a:t>
            </a:r>
            <a:r>
              <a:rPr sz="2400" spc="-3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and</a:t>
            </a:r>
            <a:r>
              <a:rPr sz="2400" spc="-8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user</a:t>
            </a:r>
            <a:r>
              <a:rPr sz="2400" spc="-4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manuals.</a:t>
            </a:r>
            <a:endParaRPr sz="2400" dirty="0">
              <a:latin typeface="Georgia"/>
              <a:cs typeface="Georgia"/>
            </a:endParaRPr>
          </a:p>
          <a:p>
            <a:pPr marL="268605" marR="8255" indent="-256540">
              <a:lnSpc>
                <a:spcPts val="2590"/>
              </a:lnSpc>
              <a:spcBef>
                <a:spcPts val="295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400" dirty="0">
                <a:latin typeface="Georgia"/>
                <a:cs typeface="Georgia"/>
              </a:rPr>
              <a:t>Software</a:t>
            </a:r>
            <a:r>
              <a:rPr sz="2400" spc="-8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products</a:t>
            </a:r>
            <a:r>
              <a:rPr sz="2400" spc="-4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may</a:t>
            </a:r>
            <a:r>
              <a:rPr sz="2400" spc="-7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be</a:t>
            </a:r>
            <a:r>
              <a:rPr sz="2400" spc="-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developed</a:t>
            </a:r>
            <a:r>
              <a:rPr sz="2400" spc="-2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for</a:t>
            </a:r>
            <a:r>
              <a:rPr sz="2400" spc="-2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</a:t>
            </a:r>
            <a:r>
              <a:rPr sz="2400" spc="-6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particular</a:t>
            </a:r>
            <a:r>
              <a:rPr sz="2400" spc="-8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customer </a:t>
            </a:r>
            <a:r>
              <a:rPr sz="2400" dirty="0">
                <a:latin typeface="Georgia"/>
                <a:cs typeface="Georgia"/>
              </a:rPr>
              <a:t>or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may</a:t>
            </a:r>
            <a:r>
              <a:rPr sz="2400" spc="-6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be</a:t>
            </a:r>
            <a:r>
              <a:rPr sz="2400" spc="-4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developed</a:t>
            </a:r>
            <a:r>
              <a:rPr sz="2400" spc="-2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for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</a:t>
            </a:r>
            <a:r>
              <a:rPr sz="2400" spc="-3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general</a:t>
            </a:r>
            <a:r>
              <a:rPr sz="2400" spc="-3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market.</a:t>
            </a:r>
            <a:endParaRPr sz="2400" dirty="0">
              <a:latin typeface="Georgia"/>
              <a:cs typeface="Georgia"/>
            </a:endParaRPr>
          </a:p>
          <a:p>
            <a:pPr marL="268605" indent="-255904">
              <a:lnSpc>
                <a:spcPts val="2845"/>
              </a:lnSpc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400" dirty="0">
                <a:latin typeface="Georgia"/>
                <a:cs typeface="Georgia"/>
              </a:rPr>
              <a:t>Software</a:t>
            </a:r>
            <a:r>
              <a:rPr sz="2400" spc="-9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products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may</a:t>
            </a:r>
            <a:r>
              <a:rPr sz="2400" spc="-80" dirty="0">
                <a:latin typeface="Georgia"/>
                <a:cs typeface="Georgia"/>
              </a:rPr>
              <a:t> </a:t>
            </a:r>
            <a:r>
              <a:rPr sz="2400" spc="-25" dirty="0">
                <a:latin typeface="Georgia"/>
                <a:cs typeface="Georgia"/>
              </a:rPr>
              <a:t>be</a:t>
            </a:r>
            <a:endParaRPr sz="2400" dirty="0">
              <a:latin typeface="Georgia"/>
              <a:cs typeface="Georgia"/>
            </a:endParaRPr>
          </a:p>
          <a:p>
            <a:pPr marL="314325">
              <a:lnSpc>
                <a:spcPts val="2280"/>
              </a:lnSpc>
              <a:spcBef>
                <a:spcPts val="80"/>
              </a:spcBef>
              <a:tabLst>
                <a:tab pos="561340" algn="l"/>
              </a:tabLst>
            </a:pPr>
            <a:r>
              <a:rPr sz="2000" spc="-50" dirty="0">
                <a:solidFill>
                  <a:srgbClr val="438085"/>
                </a:solidFill>
                <a:latin typeface="Georgia"/>
                <a:cs typeface="Georgia"/>
              </a:rPr>
              <a:t>▫</a:t>
            </a:r>
            <a:r>
              <a:rPr sz="2000" dirty="0">
                <a:solidFill>
                  <a:srgbClr val="438085"/>
                </a:solidFill>
                <a:latin typeface="Georgia"/>
                <a:cs typeface="Georgia"/>
              </a:rPr>
              <a:t>	</a:t>
            </a:r>
            <a:r>
              <a:rPr sz="2000" b="1" dirty="0">
                <a:latin typeface="Georgia"/>
                <a:cs typeface="Georgia"/>
              </a:rPr>
              <a:t>Generic</a:t>
            </a:r>
            <a:r>
              <a:rPr sz="2000" b="1" spc="-10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-</a:t>
            </a:r>
            <a:r>
              <a:rPr sz="2000" spc="-1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developed</a:t>
            </a:r>
            <a:r>
              <a:rPr sz="2000" spc="-10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to</a:t>
            </a:r>
            <a:r>
              <a:rPr sz="2000" spc="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be</a:t>
            </a:r>
            <a:r>
              <a:rPr sz="2000" spc="-2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sold</a:t>
            </a:r>
            <a:r>
              <a:rPr sz="2000" spc="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to</a:t>
            </a:r>
            <a:r>
              <a:rPr sz="2000" spc="-3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a</a:t>
            </a:r>
            <a:r>
              <a:rPr sz="2000" spc="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range</a:t>
            </a:r>
            <a:r>
              <a:rPr sz="2000" spc="-6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of</a:t>
            </a:r>
            <a:r>
              <a:rPr sz="2000" spc="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different</a:t>
            </a:r>
            <a:r>
              <a:rPr sz="2000" spc="-4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customers</a:t>
            </a:r>
            <a:r>
              <a:rPr sz="2000" spc="-3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e.g.</a:t>
            </a:r>
            <a:r>
              <a:rPr sz="2000" spc="-20" dirty="0">
                <a:latin typeface="Georgia"/>
                <a:cs typeface="Georgia"/>
              </a:rPr>
              <a:t> </a:t>
            </a:r>
            <a:r>
              <a:rPr sz="2000" spc="-25" dirty="0">
                <a:latin typeface="Georgia"/>
                <a:cs typeface="Georgia"/>
              </a:rPr>
              <a:t>PC</a:t>
            </a:r>
            <a:endParaRPr sz="2000" dirty="0">
              <a:latin typeface="Georgia"/>
              <a:cs typeface="Georgia"/>
            </a:endParaRPr>
          </a:p>
          <a:p>
            <a:pPr marL="561340">
              <a:lnSpc>
                <a:spcPts val="2280"/>
              </a:lnSpc>
            </a:pPr>
            <a:r>
              <a:rPr sz="2000" dirty="0">
                <a:latin typeface="Georgia"/>
                <a:cs typeface="Georgia"/>
              </a:rPr>
              <a:t>software</a:t>
            </a:r>
            <a:r>
              <a:rPr sz="2000" spc="-7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such</a:t>
            </a:r>
            <a:r>
              <a:rPr sz="2000" spc="-2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as</a:t>
            </a:r>
            <a:r>
              <a:rPr sz="2000" spc="-1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Excel</a:t>
            </a:r>
            <a:r>
              <a:rPr sz="2000" spc="-3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or</a:t>
            </a:r>
            <a:r>
              <a:rPr sz="2000" spc="-30" dirty="0">
                <a:latin typeface="Georgia"/>
                <a:cs typeface="Georgia"/>
              </a:rPr>
              <a:t> </a:t>
            </a:r>
            <a:r>
              <a:rPr sz="2000" spc="-10" dirty="0">
                <a:latin typeface="Georgia"/>
                <a:cs typeface="Georgia"/>
              </a:rPr>
              <a:t>Word.</a:t>
            </a:r>
            <a:endParaRPr sz="2000" dirty="0">
              <a:latin typeface="Georgia"/>
              <a:cs typeface="Georgia"/>
            </a:endParaRPr>
          </a:p>
          <a:p>
            <a:pPr marL="314325">
              <a:lnSpc>
                <a:spcPts val="2280"/>
              </a:lnSpc>
              <a:spcBef>
                <a:spcPts val="50"/>
              </a:spcBef>
              <a:tabLst>
                <a:tab pos="561340" algn="l"/>
              </a:tabLst>
            </a:pPr>
            <a:r>
              <a:rPr sz="2000" spc="-50" dirty="0">
                <a:solidFill>
                  <a:srgbClr val="438085"/>
                </a:solidFill>
                <a:latin typeface="Georgia"/>
                <a:cs typeface="Georgia"/>
              </a:rPr>
              <a:t>▫</a:t>
            </a:r>
            <a:r>
              <a:rPr sz="2000" dirty="0">
                <a:solidFill>
                  <a:srgbClr val="438085"/>
                </a:solidFill>
                <a:latin typeface="Georgia"/>
                <a:cs typeface="Georgia"/>
              </a:rPr>
              <a:t>	</a:t>
            </a:r>
            <a:r>
              <a:rPr sz="2000" b="1" dirty="0">
                <a:latin typeface="Georgia"/>
                <a:cs typeface="Georgia"/>
              </a:rPr>
              <a:t>Bespoke</a:t>
            </a:r>
            <a:r>
              <a:rPr sz="2000" b="1" spc="-120" dirty="0">
                <a:latin typeface="Georgia"/>
                <a:cs typeface="Georgia"/>
              </a:rPr>
              <a:t> </a:t>
            </a:r>
            <a:r>
              <a:rPr sz="2000" b="1" dirty="0">
                <a:latin typeface="Georgia"/>
                <a:cs typeface="Georgia"/>
              </a:rPr>
              <a:t>(custom</a:t>
            </a:r>
            <a:r>
              <a:rPr sz="2000" dirty="0">
                <a:latin typeface="Georgia"/>
                <a:cs typeface="Georgia"/>
              </a:rPr>
              <a:t>)</a:t>
            </a:r>
            <a:r>
              <a:rPr sz="2000" spc="-9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-</a:t>
            </a:r>
            <a:r>
              <a:rPr sz="2000" spc="-2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developed</a:t>
            </a:r>
            <a:r>
              <a:rPr sz="2000" spc="-10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for</a:t>
            </a:r>
            <a:r>
              <a:rPr sz="2000" spc="1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a</a:t>
            </a:r>
            <a:r>
              <a:rPr sz="2000" spc="1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single</a:t>
            </a:r>
            <a:r>
              <a:rPr sz="2000" spc="-6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customer</a:t>
            </a:r>
            <a:r>
              <a:rPr sz="2000" spc="1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according</a:t>
            </a:r>
            <a:r>
              <a:rPr sz="2000" spc="-10" dirty="0">
                <a:latin typeface="Georgia"/>
                <a:cs typeface="Georgia"/>
              </a:rPr>
              <a:t> </a:t>
            </a:r>
            <a:r>
              <a:rPr sz="2000" spc="-25" dirty="0">
                <a:latin typeface="Georgia"/>
                <a:cs typeface="Georgia"/>
              </a:rPr>
              <a:t>to</a:t>
            </a:r>
            <a:endParaRPr sz="2000" dirty="0">
              <a:latin typeface="Georgia"/>
              <a:cs typeface="Georgia"/>
            </a:endParaRPr>
          </a:p>
          <a:p>
            <a:pPr marL="561340">
              <a:lnSpc>
                <a:spcPts val="2280"/>
              </a:lnSpc>
            </a:pPr>
            <a:r>
              <a:rPr sz="2000" dirty="0">
                <a:latin typeface="Georgia"/>
                <a:cs typeface="Georgia"/>
              </a:rPr>
              <a:t>their</a:t>
            </a:r>
            <a:r>
              <a:rPr sz="2000" spc="-70" dirty="0">
                <a:latin typeface="Georgia"/>
                <a:cs typeface="Georgia"/>
              </a:rPr>
              <a:t> </a:t>
            </a:r>
            <a:r>
              <a:rPr sz="2000" spc="-10" dirty="0">
                <a:latin typeface="Georgia"/>
                <a:cs typeface="Georgia"/>
              </a:rPr>
              <a:t>specification.</a:t>
            </a:r>
            <a:endParaRPr sz="2000" dirty="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23069" y="30860"/>
            <a:ext cx="281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14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017591" y="907817"/>
            <a:ext cx="2536825" cy="934085"/>
            <a:chOff x="5017591" y="907817"/>
            <a:chExt cx="2536825" cy="934085"/>
          </a:xfrm>
        </p:grpSpPr>
        <p:sp>
          <p:nvSpPr>
            <p:cNvPr id="6" name="object 6"/>
            <p:cNvSpPr/>
            <p:nvPr/>
          </p:nvSpPr>
          <p:spPr>
            <a:xfrm>
              <a:off x="5027116" y="917342"/>
              <a:ext cx="2517775" cy="915035"/>
            </a:xfrm>
            <a:custGeom>
              <a:avLst/>
              <a:gdLst/>
              <a:ahLst/>
              <a:cxnLst/>
              <a:rect l="l" t="t" r="r" b="b"/>
              <a:pathLst>
                <a:path w="2517775" h="915035">
                  <a:moveTo>
                    <a:pt x="1614924" y="828145"/>
                  </a:moveTo>
                  <a:lnTo>
                    <a:pt x="961441" y="828145"/>
                  </a:lnTo>
                  <a:lnTo>
                    <a:pt x="994624" y="849461"/>
                  </a:lnTo>
                  <a:lnTo>
                    <a:pt x="1033110" y="868155"/>
                  </a:lnTo>
                  <a:lnTo>
                    <a:pt x="1076290" y="884015"/>
                  </a:lnTo>
                  <a:lnTo>
                    <a:pt x="1123554" y="896827"/>
                  </a:lnTo>
                  <a:lnTo>
                    <a:pt x="1174293" y="906377"/>
                  </a:lnTo>
                  <a:lnTo>
                    <a:pt x="1231090" y="912712"/>
                  </a:lnTo>
                  <a:lnTo>
                    <a:pt x="1287713" y="914808"/>
                  </a:lnTo>
                  <a:lnTo>
                    <a:pt x="1343404" y="912870"/>
                  </a:lnTo>
                  <a:lnTo>
                    <a:pt x="1397403" y="907097"/>
                  </a:lnTo>
                  <a:lnTo>
                    <a:pt x="1448951" y="897693"/>
                  </a:lnTo>
                  <a:lnTo>
                    <a:pt x="1497289" y="884860"/>
                  </a:lnTo>
                  <a:lnTo>
                    <a:pt x="1541658" y="868800"/>
                  </a:lnTo>
                  <a:lnTo>
                    <a:pt x="1581299" y="849715"/>
                  </a:lnTo>
                  <a:lnTo>
                    <a:pt x="1614924" y="828145"/>
                  </a:lnTo>
                  <a:close/>
                </a:path>
                <a:path w="2517775" h="915035">
                  <a:moveTo>
                    <a:pt x="617973" y="80511"/>
                  </a:moveTo>
                  <a:lnTo>
                    <a:pt x="565582" y="82274"/>
                  </a:lnTo>
                  <a:lnTo>
                    <a:pt x="503092" y="89050"/>
                  </a:lnTo>
                  <a:lnTo>
                    <a:pt x="445165" y="100388"/>
                  </a:lnTo>
                  <a:lnTo>
                    <a:pt x="392494" y="115837"/>
                  </a:lnTo>
                  <a:lnTo>
                    <a:pt x="345773" y="134948"/>
                  </a:lnTo>
                  <a:lnTo>
                    <a:pt x="305693" y="157268"/>
                  </a:lnTo>
                  <a:lnTo>
                    <a:pt x="272947" y="182346"/>
                  </a:lnTo>
                  <a:lnTo>
                    <a:pt x="232229" y="238974"/>
                  </a:lnTo>
                  <a:lnTo>
                    <a:pt x="225641" y="269621"/>
                  </a:lnTo>
                  <a:lnTo>
                    <a:pt x="229159" y="301222"/>
                  </a:lnTo>
                  <a:lnTo>
                    <a:pt x="227000" y="304016"/>
                  </a:lnTo>
                  <a:lnTo>
                    <a:pt x="168864" y="310551"/>
                  </a:lnTo>
                  <a:lnTo>
                    <a:pt x="116050" y="323432"/>
                  </a:lnTo>
                  <a:lnTo>
                    <a:pt x="70641" y="342003"/>
                  </a:lnTo>
                  <a:lnTo>
                    <a:pt x="34722" y="365611"/>
                  </a:lnTo>
                  <a:lnTo>
                    <a:pt x="8533" y="396792"/>
                  </a:lnTo>
                  <a:lnTo>
                    <a:pt x="0" y="429168"/>
                  </a:lnTo>
                  <a:lnTo>
                    <a:pt x="8259" y="461100"/>
                  </a:lnTo>
                  <a:lnTo>
                    <a:pt x="32446" y="490946"/>
                  </a:lnTo>
                  <a:lnTo>
                    <a:pt x="71696" y="517068"/>
                  </a:lnTo>
                  <a:lnTo>
                    <a:pt x="125146" y="537823"/>
                  </a:lnTo>
                  <a:lnTo>
                    <a:pt x="91938" y="559695"/>
                  </a:lnTo>
                  <a:lnTo>
                    <a:pt x="69314" y="584305"/>
                  </a:lnTo>
                  <a:lnTo>
                    <a:pt x="57906" y="610725"/>
                  </a:lnTo>
                  <a:lnTo>
                    <a:pt x="58235" y="631202"/>
                  </a:lnTo>
                  <a:lnTo>
                    <a:pt x="58344" y="638026"/>
                  </a:lnTo>
                  <a:lnTo>
                    <a:pt x="96983" y="691252"/>
                  </a:lnTo>
                  <a:lnTo>
                    <a:pt x="132223" y="712628"/>
                  </a:lnTo>
                  <a:lnTo>
                    <a:pt x="175831" y="729637"/>
                  </a:lnTo>
                  <a:lnTo>
                    <a:pt x="226125" y="741620"/>
                  </a:lnTo>
                  <a:lnTo>
                    <a:pt x="281419" y="747921"/>
                  </a:lnTo>
                  <a:lnTo>
                    <a:pt x="340078" y="747921"/>
                  </a:lnTo>
                  <a:lnTo>
                    <a:pt x="341554" y="749151"/>
                  </a:lnTo>
                  <a:lnTo>
                    <a:pt x="376777" y="774921"/>
                  </a:lnTo>
                  <a:lnTo>
                    <a:pt x="413508" y="795414"/>
                  </a:lnTo>
                  <a:lnTo>
                    <a:pt x="454346" y="813226"/>
                  </a:lnTo>
                  <a:lnTo>
                    <a:pt x="498712" y="828284"/>
                  </a:lnTo>
                  <a:lnTo>
                    <a:pt x="546029" y="840519"/>
                  </a:lnTo>
                  <a:lnTo>
                    <a:pt x="595718" y="849857"/>
                  </a:lnTo>
                  <a:lnTo>
                    <a:pt x="647202" y="856229"/>
                  </a:lnTo>
                  <a:lnTo>
                    <a:pt x="699903" y="859562"/>
                  </a:lnTo>
                  <a:lnTo>
                    <a:pt x="753244" y="859784"/>
                  </a:lnTo>
                  <a:lnTo>
                    <a:pt x="806646" y="856825"/>
                  </a:lnTo>
                  <a:lnTo>
                    <a:pt x="859531" y="850614"/>
                  </a:lnTo>
                  <a:lnTo>
                    <a:pt x="911322" y="841077"/>
                  </a:lnTo>
                  <a:lnTo>
                    <a:pt x="961441" y="828145"/>
                  </a:lnTo>
                  <a:lnTo>
                    <a:pt x="1614924" y="828145"/>
                  </a:lnTo>
                  <a:lnTo>
                    <a:pt x="1615452" y="827807"/>
                  </a:lnTo>
                  <a:lnTo>
                    <a:pt x="1643358" y="803277"/>
                  </a:lnTo>
                  <a:lnTo>
                    <a:pt x="1664259" y="776329"/>
                  </a:lnTo>
                  <a:lnTo>
                    <a:pt x="2019275" y="776329"/>
                  </a:lnTo>
                  <a:lnTo>
                    <a:pt x="2057475" y="763212"/>
                  </a:lnTo>
                  <a:lnTo>
                    <a:pt x="2098392" y="743313"/>
                  </a:lnTo>
                  <a:lnTo>
                    <a:pt x="2132000" y="720214"/>
                  </a:lnTo>
                  <a:lnTo>
                    <a:pt x="2173449" y="666279"/>
                  </a:lnTo>
                  <a:lnTo>
                    <a:pt x="2179371" y="636375"/>
                  </a:lnTo>
                  <a:lnTo>
                    <a:pt x="2228901" y="631202"/>
                  </a:lnTo>
                  <a:lnTo>
                    <a:pt x="2276526" y="622993"/>
                  </a:lnTo>
                  <a:lnTo>
                    <a:pt x="2321675" y="611854"/>
                  </a:lnTo>
                  <a:lnTo>
                    <a:pt x="2363775" y="597894"/>
                  </a:lnTo>
                  <a:lnTo>
                    <a:pt x="2416117" y="574034"/>
                  </a:lnTo>
                  <a:lnTo>
                    <a:pt x="2457861" y="546740"/>
                  </a:lnTo>
                  <a:lnTo>
                    <a:pt x="2488804" y="516784"/>
                  </a:lnTo>
                  <a:lnTo>
                    <a:pt x="2517477" y="451970"/>
                  </a:lnTo>
                  <a:lnTo>
                    <a:pt x="2514802" y="418655"/>
                  </a:lnTo>
                  <a:lnTo>
                    <a:pt x="2500514" y="385764"/>
                  </a:lnTo>
                  <a:lnTo>
                    <a:pt x="2474412" y="354067"/>
                  </a:lnTo>
                  <a:lnTo>
                    <a:pt x="2436292" y="324336"/>
                  </a:lnTo>
                  <a:lnTo>
                    <a:pt x="2441880" y="317732"/>
                  </a:lnTo>
                  <a:lnTo>
                    <a:pt x="2446706" y="311001"/>
                  </a:lnTo>
                  <a:lnTo>
                    <a:pt x="2450516" y="304016"/>
                  </a:lnTo>
                  <a:lnTo>
                    <a:pt x="2460842" y="273258"/>
                  </a:lnTo>
                  <a:lnTo>
                    <a:pt x="2458682" y="243021"/>
                  </a:lnTo>
                  <a:lnTo>
                    <a:pt x="2420401" y="187145"/>
                  </a:lnTo>
                  <a:lnTo>
                    <a:pt x="2386028" y="163024"/>
                  </a:lnTo>
                  <a:lnTo>
                    <a:pt x="2342663" y="142460"/>
                  </a:lnTo>
                  <a:lnTo>
                    <a:pt x="2291182" y="126213"/>
                  </a:lnTo>
                  <a:lnTo>
                    <a:pt x="2232457" y="115040"/>
                  </a:lnTo>
                  <a:lnTo>
                    <a:pt x="2228144" y="107166"/>
                  </a:lnTo>
                  <a:lnTo>
                    <a:pt x="817296" y="107166"/>
                  </a:lnTo>
                  <a:lnTo>
                    <a:pt x="770331" y="95580"/>
                  </a:lnTo>
                  <a:lnTo>
                    <a:pt x="721012" y="87230"/>
                  </a:lnTo>
                  <a:lnTo>
                    <a:pt x="670909" y="82274"/>
                  </a:lnTo>
                  <a:lnTo>
                    <a:pt x="672783" y="82274"/>
                  </a:lnTo>
                  <a:lnTo>
                    <a:pt x="617973" y="80511"/>
                  </a:lnTo>
                  <a:close/>
                </a:path>
                <a:path w="2517775" h="915035">
                  <a:moveTo>
                    <a:pt x="2019275" y="776329"/>
                  </a:moveTo>
                  <a:lnTo>
                    <a:pt x="1664259" y="776329"/>
                  </a:lnTo>
                  <a:lnTo>
                    <a:pt x="1705205" y="787099"/>
                  </a:lnTo>
                  <a:lnTo>
                    <a:pt x="1748555" y="794951"/>
                  </a:lnTo>
                  <a:lnTo>
                    <a:pt x="1793668" y="799779"/>
                  </a:lnTo>
                  <a:lnTo>
                    <a:pt x="1839900" y="801475"/>
                  </a:lnTo>
                  <a:lnTo>
                    <a:pt x="1900460" y="799041"/>
                  </a:lnTo>
                  <a:lnTo>
                    <a:pt x="1957549" y="791542"/>
                  </a:lnTo>
                  <a:lnTo>
                    <a:pt x="2010207" y="779443"/>
                  </a:lnTo>
                  <a:lnTo>
                    <a:pt x="2019275" y="776329"/>
                  </a:lnTo>
                  <a:close/>
                </a:path>
                <a:path w="2517775" h="915035">
                  <a:moveTo>
                    <a:pt x="1078794" y="25632"/>
                  </a:moveTo>
                  <a:lnTo>
                    <a:pt x="1026166" y="28952"/>
                  </a:lnTo>
                  <a:lnTo>
                    <a:pt x="975574" y="36617"/>
                  </a:lnTo>
                  <a:lnTo>
                    <a:pt x="928205" y="48450"/>
                  </a:lnTo>
                  <a:lnTo>
                    <a:pt x="885245" y="64272"/>
                  </a:lnTo>
                  <a:lnTo>
                    <a:pt x="847880" y="83903"/>
                  </a:lnTo>
                  <a:lnTo>
                    <a:pt x="817296" y="107166"/>
                  </a:lnTo>
                  <a:lnTo>
                    <a:pt x="2228144" y="107166"/>
                  </a:lnTo>
                  <a:lnTo>
                    <a:pt x="2219716" y="91780"/>
                  </a:lnTo>
                  <a:lnTo>
                    <a:pt x="2199199" y="70114"/>
                  </a:lnTo>
                  <a:lnTo>
                    <a:pt x="2198616" y="69701"/>
                  </a:lnTo>
                  <a:lnTo>
                    <a:pt x="1309167" y="69701"/>
                  </a:lnTo>
                  <a:lnTo>
                    <a:pt x="1292627" y="62185"/>
                  </a:lnTo>
                  <a:lnTo>
                    <a:pt x="1256500" y="49056"/>
                  </a:lnTo>
                  <a:lnTo>
                    <a:pt x="1185413" y="32748"/>
                  </a:lnTo>
                  <a:lnTo>
                    <a:pt x="1132272" y="26838"/>
                  </a:lnTo>
                  <a:lnTo>
                    <a:pt x="1078794" y="25632"/>
                  </a:lnTo>
                  <a:close/>
                </a:path>
                <a:path w="2517775" h="915035">
                  <a:moveTo>
                    <a:pt x="1538504" y="0"/>
                  </a:moveTo>
                  <a:lnTo>
                    <a:pt x="1482897" y="2850"/>
                  </a:lnTo>
                  <a:lnTo>
                    <a:pt x="1430119" y="11585"/>
                  </a:lnTo>
                  <a:lnTo>
                    <a:pt x="1382210" y="25865"/>
                  </a:lnTo>
                  <a:lnTo>
                    <a:pt x="1341212" y="45351"/>
                  </a:lnTo>
                  <a:lnTo>
                    <a:pt x="1309167" y="69701"/>
                  </a:lnTo>
                  <a:lnTo>
                    <a:pt x="2198616" y="69701"/>
                  </a:lnTo>
                  <a:lnTo>
                    <a:pt x="2171467" y="50497"/>
                  </a:lnTo>
                  <a:lnTo>
                    <a:pt x="2169482" y="49508"/>
                  </a:lnTo>
                  <a:lnTo>
                    <a:pt x="1738554" y="49508"/>
                  </a:lnTo>
                  <a:lnTo>
                    <a:pt x="1719687" y="38620"/>
                  </a:lnTo>
                  <a:lnTo>
                    <a:pt x="1698627" y="28952"/>
                  </a:lnTo>
                  <a:lnTo>
                    <a:pt x="1675189" y="20415"/>
                  </a:lnTo>
                  <a:lnTo>
                    <a:pt x="1650035" y="13313"/>
                  </a:lnTo>
                  <a:lnTo>
                    <a:pt x="1594897" y="3374"/>
                  </a:lnTo>
                  <a:lnTo>
                    <a:pt x="1538504" y="0"/>
                  </a:lnTo>
                  <a:close/>
                </a:path>
                <a:path w="2517775" h="915035">
                  <a:moveTo>
                    <a:pt x="1931007" y="677"/>
                  </a:moveTo>
                  <a:lnTo>
                    <a:pt x="1877610" y="5405"/>
                  </a:lnTo>
                  <a:lnTo>
                    <a:pt x="1826666" y="15163"/>
                  </a:lnTo>
                  <a:lnTo>
                    <a:pt x="1779780" y="29886"/>
                  </a:lnTo>
                  <a:lnTo>
                    <a:pt x="1738554" y="49508"/>
                  </a:lnTo>
                  <a:lnTo>
                    <a:pt x="2169482" y="49508"/>
                  </a:lnTo>
                  <a:lnTo>
                    <a:pt x="2089895" y="17331"/>
                  </a:lnTo>
                  <a:lnTo>
                    <a:pt x="2038752" y="6574"/>
                  </a:lnTo>
                  <a:lnTo>
                    <a:pt x="1985255" y="1045"/>
                  </a:lnTo>
                  <a:lnTo>
                    <a:pt x="1931007" y="677"/>
                  </a:lnTo>
                  <a:close/>
                </a:path>
              </a:pathLst>
            </a:custGeom>
            <a:solidFill>
              <a:srgbClr val="5253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027116" y="917342"/>
              <a:ext cx="2517775" cy="915035"/>
            </a:xfrm>
            <a:custGeom>
              <a:avLst/>
              <a:gdLst/>
              <a:ahLst/>
              <a:cxnLst/>
              <a:rect l="l" t="t" r="r" b="b"/>
              <a:pathLst>
                <a:path w="2517775" h="915035">
                  <a:moveTo>
                    <a:pt x="229159" y="301222"/>
                  </a:moveTo>
                  <a:lnTo>
                    <a:pt x="232229" y="238974"/>
                  </a:lnTo>
                  <a:lnTo>
                    <a:pt x="272947" y="182346"/>
                  </a:lnTo>
                  <a:lnTo>
                    <a:pt x="305693" y="157268"/>
                  </a:lnTo>
                  <a:lnTo>
                    <a:pt x="345773" y="134948"/>
                  </a:lnTo>
                  <a:lnTo>
                    <a:pt x="392494" y="115837"/>
                  </a:lnTo>
                  <a:lnTo>
                    <a:pt x="445165" y="100388"/>
                  </a:lnTo>
                  <a:lnTo>
                    <a:pt x="503092" y="89050"/>
                  </a:lnTo>
                  <a:lnTo>
                    <a:pt x="565582" y="82274"/>
                  </a:lnTo>
                  <a:lnTo>
                    <a:pt x="617973" y="80511"/>
                  </a:lnTo>
                  <a:lnTo>
                    <a:pt x="670005" y="82185"/>
                  </a:lnTo>
                  <a:lnTo>
                    <a:pt x="721012" y="87230"/>
                  </a:lnTo>
                  <a:lnTo>
                    <a:pt x="770331" y="95580"/>
                  </a:lnTo>
                  <a:lnTo>
                    <a:pt x="817296" y="107166"/>
                  </a:lnTo>
                  <a:lnTo>
                    <a:pt x="847880" y="83903"/>
                  </a:lnTo>
                  <a:lnTo>
                    <a:pt x="885245" y="64272"/>
                  </a:lnTo>
                  <a:lnTo>
                    <a:pt x="928205" y="48450"/>
                  </a:lnTo>
                  <a:lnTo>
                    <a:pt x="975574" y="36617"/>
                  </a:lnTo>
                  <a:lnTo>
                    <a:pt x="1026166" y="28952"/>
                  </a:lnTo>
                  <a:lnTo>
                    <a:pt x="1078794" y="25632"/>
                  </a:lnTo>
                  <a:lnTo>
                    <a:pt x="1132272" y="26838"/>
                  </a:lnTo>
                  <a:lnTo>
                    <a:pt x="1185413" y="32748"/>
                  </a:lnTo>
                  <a:lnTo>
                    <a:pt x="1237031" y="43539"/>
                  </a:lnTo>
                  <a:lnTo>
                    <a:pt x="1275052" y="55287"/>
                  </a:lnTo>
                  <a:lnTo>
                    <a:pt x="1309167" y="69701"/>
                  </a:lnTo>
                  <a:lnTo>
                    <a:pt x="1341212" y="45351"/>
                  </a:lnTo>
                  <a:lnTo>
                    <a:pt x="1382210" y="25865"/>
                  </a:lnTo>
                  <a:lnTo>
                    <a:pt x="1430119" y="11585"/>
                  </a:lnTo>
                  <a:lnTo>
                    <a:pt x="1482897" y="2850"/>
                  </a:lnTo>
                  <a:lnTo>
                    <a:pt x="1538504" y="0"/>
                  </a:lnTo>
                  <a:lnTo>
                    <a:pt x="1594897" y="3374"/>
                  </a:lnTo>
                  <a:lnTo>
                    <a:pt x="1650035" y="13313"/>
                  </a:lnTo>
                  <a:lnTo>
                    <a:pt x="1698486" y="28887"/>
                  </a:lnTo>
                  <a:lnTo>
                    <a:pt x="1738554" y="49508"/>
                  </a:lnTo>
                  <a:lnTo>
                    <a:pt x="1779780" y="29886"/>
                  </a:lnTo>
                  <a:lnTo>
                    <a:pt x="1826666" y="15163"/>
                  </a:lnTo>
                  <a:lnTo>
                    <a:pt x="1877610" y="5405"/>
                  </a:lnTo>
                  <a:lnTo>
                    <a:pt x="1931007" y="677"/>
                  </a:lnTo>
                  <a:lnTo>
                    <a:pt x="1985255" y="1045"/>
                  </a:lnTo>
                  <a:lnTo>
                    <a:pt x="2038752" y="6574"/>
                  </a:lnTo>
                  <a:lnTo>
                    <a:pt x="2089895" y="17331"/>
                  </a:lnTo>
                  <a:lnTo>
                    <a:pt x="2137080" y="33379"/>
                  </a:lnTo>
                  <a:lnTo>
                    <a:pt x="2171467" y="50497"/>
                  </a:lnTo>
                  <a:lnTo>
                    <a:pt x="2219716" y="91780"/>
                  </a:lnTo>
                  <a:lnTo>
                    <a:pt x="2232457" y="115040"/>
                  </a:lnTo>
                  <a:lnTo>
                    <a:pt x="2291182" y="126213"/>
                  </a:lnTo>
                  <a:lnTo>
                    <a:pt x="2342663" y="142460"/>
                  </a:lnTo>
                  <a:lnTo>
                    <a:pt x="2386028" y="163024"/>
                  </a:lnTo>
                  <a:lnTo>
                    <a:pt x="2420401" y="187145"/>
                  </a:lnTo>
                  <a:lnTo>
                    <a:pt x="2458682" y="243021"/>
                  </a:lnTo>
                  <a:lnTo>
                    <a:pt x="2460842" y="273258"/>
                  </a:lnTo>
                  <a:lnTo>
                    <a:pt x="2450516" y="304016"/>
                  </a:lnTo>
                  <a:lnTo>
                    <a:pt x="2446706" y="311001"/>
                  </a:lnTo>
                  <a:lnTo>
                    <a:pt x="2441880" y="317732"/>
                  </a:lnTo>
                  <a:lnTo>
                    <a:pt x="2436292" y="324336"/>
                  </a:lnTo>
                  <a:lnTo>
                    <a:pt x="2474412" y="354067"/>
                  </a:lnTo>
                  <a:lnTo>
                    <a:pt x="2500514" y="385764"/>
                  </a:lnTo>
                  <a:lnTo>
                    <a:pt x="2514802" y="418655"/>
                  </a:lnTo>
                  <a:lnTo>
                    <a:pt x="2517477" y="451970"/>
                  </a:lnTo>
                  <a:lnTo>
                    <a:pt x="2508744" y="484937"/>
                  </a:lnTo>
                  <a:lnTo>
                    <a:pt x="2457861" y="546740"/>
                  </a:lnTo>
                  <a:lnTo>
                    <a:pt x="2416117" y="574034"/>
                  </a:lnTo>
                  <a:lnTo>
                    <a:pt x="2363775" y="597894"/>
                  </a:lnTo>
                  <a:lnTo>
                    <a:pt x="2321675" y="611854"/>
                  </a:lnTo>
                  <a:lnTo>
                    <a:pt x="2276526" y="622993"/>
                  </a:lnTo>
                  <a:lnTo>
                    <a:pt x="2228901" y="631202"/>
                  </a:lnTo>
                  <a:lnTo>
                    <a:pt x="2179371" y="636375"/>
                  </a:lnTo>
                  <a:lnTo>
                    <a:pt x="2157339" y="694381"/>
                  </a:lnTo>
                  <a:lnTo>
                    <a:pt x="2098392" y="743313"/>
                  </a:lnTo>
                  <a:lnTo>
                    <a:pt x="2057475" y="763212"/>
                  </a:lnTo>
                  <a:lnTo>
                    <a:pt x="2010207" y="779443"/>
                  </a:lnTo>
                  <a:lnTo>
                    <a:pt x="1957549" y="791542"/>
                  </a:lnTo>
                  <a:lnTo>
                    <a:pt x="1900460" y="799041"/>
                  </a:lnTo>
                  <a:lnTo>
                    <a:pt x="1839900" y="801475"/>
                  </a:lnTo>
                  <a:lnTo>
                    <a:pt x="1793668" y="799779"/>
                  </a:lnTo>
                  <a:lnTo>
                    <a:pt x="1748555" y="794951"/>
                  </a:lnTo>
                  <a:lnTo>
                    <a:pt x="1705205" y="787099"/>
                  </a:lnTo>
                  <a:lnTo>
                    <a:pt x="1664259" y="776329"/>
                  </a:lnTo>
                  <a:lnTo>
                    <a:pt x="1615452" y="827807"/>
                  </a:lnTo>
                  <a:lnTo>
                    <a:pt x="1581299" y="849715"/>
                  </a:lnTo>
                  <a:lnTo>
                    <a:pt x="1541658" y="868800"/>
                  </a:lnTo>
                  <a:lnTo>
                    <a:pt x="1497289" y="884860"/>
                  </a:lnTo>
                  <a:lnTo>
                    <a:pt x="1448951" y="897693"/>
                  </a:lnTo>
                  <a:lnTo>
                    <a:pt x="1397403" y="907097"/>
                  </a:lnTo>
                  <a:lnTo>
                    <a:pt x="1343404" y="912870"/>
                  </a:lnTo>
                  <a:lnTo>
                    <a:pt x="1287713" y="914808"/>
                  </a:lnTo>
                  <a:lnTo>
                    <a:pt x="1231090" y="912712"/>
                  </a:lnTo>
                  <a:lnTo>
                    <a:pt x="1174293" y="906377"/>
                  </a:lnTo>
                  <a:lnTo>
                    <a:pt x="1123554" y="896827"/>
                  </a:lnTo>
                  <a:lnTo>
                    <a:pt x="1076290" y="884015"/>
                  </a:lnTo>
                  <a:lnTo>
                    <a:pt x="1033110" y="868155"/>
                  </a:lnTo>
                  <a:lnTo>
                    <a:pt x="994624" y="849461"/>
                  </a:lnTo>
                  <a:lnTo>
                    <a:pt x="961441" y="828145"/>
                  </a:lnTo>
                  <a:lnTo>
                    <a:pt x="911322" y="841077"/>
                  </a:lnTo>
                  <a:lnTo>
                    <a:pt x="859531" y="850614"/>
                  </a:lnTo>
                  <a:lnTo>
                    <a:pt x="806646" y="856825"/>
                  </a:lnTo>
                  <a:lnTo>
                    <a:pt x="753244" y="859784"/>
                  </a:lnTo>
                  <a:lnTo>
                    <a:pt x="699903" y="859562"/>
                  </a:lnTo>
                  <a:lnTo>
                    <a:pt x="647202" y="856229"/>
                  </a:lnTo>
                  <a:lnTo>
                    <a:pt x="595718" y="849857"/>
                  </a:lnTo>
                  <a:lnTo>
                    <a:pt x="546029" y="840519"/>
                  </a:lnTo>
                  <a:lnTo>
                    <a:pt x="498712" y="828284"/>
                  </a:lnTo>
                  <a:lnTo>
                    <a:pt x="454346" y="813226"/>
                  </a:lnTo>
                  <a:lnTo>
                    <a:pt x="413508" y="795414"/>
                  </a:lnTo>
                  <a:lnTo>
                    <a:pt x="376777" y="774921"/>
                  </a:lnTo>
                  <a:lnTo>
                    <a:pt x="344729" y="751818"/>
                  </a:lnTo>
                  <a:lnTo>
                    <a:pt x="341554" y="749151"/>
                  </a:lnTo>
                  <a:lnTo>
                    <a:pt x="340030" y="747881"/>
                  </a:lnTo>
                  <a:lnTo>
                    <a:pt x="281419" y="747921"/>
                  </a:lnTo>
                  <a:lnTo>
                    <a:pt x="226125" y="741620"/>
                  </a:lnTo>
                  <a:lnTo>
                    <a:pt x="175831" y="729637"/>
                  </a:lnTo>
                  <a:lnTo>
                    <a:pt x="132223" y="712628"/>
                  </a:lnTo>
                  <a:lnTo>
                    <a:pt x="96983" y="691252"/>
                  </a:lnTo>
                  <a:lnTo>
                    <a:pt x="58344" y="638026"/>
                  </a:lnTo>
                  <a:lnTo>
                    <a:pt x="57906" y="610725"/>
                  </a:lnTo>
                  <a:lnTo>
                    <a:pt x="69314" y="584305"/>
                  </a:lnTo>
                  <a:lnTo>
                    <a:pt x="91938" y="559695"/>
                  </a:lnTo>
                  <a:lnTo>
                    <a:pt x="125146" y="537823"/>
                  </a:lnTo>
                  <a:lnTo>
                    <a:pt x="71696" y="517068"/>
                  </a:lnTo>
                  <a:lnTo>
                    <a:pt x="32446" y="490946"/>
                  </a:lnTo>
                  <a:lnTo>
                    <a:pt x="8259" y="461100"/>
                  </a:lnTo>
                  <a:lnTo>
                    <a:pt x="0" y="429168"/>
                  </a:lnTo>
                  <a:lnTo>
                    <a:pt x="8533" y="396792"/>
                  </a:lnTo>
                  <a:lnTo>
                    <a:pt x="34722" y="365611"/>
                  </a:lnTo>
                  <a:lnTo>
                    <a:pt x="70641" y="342003"/>
                  </a:lnTo>
                  <a:lnTo>
                    <a:pt x="116050" y="323432"/>
                  </a:lnTo>
                  <a:lnTo>
                    <a:pt x="168864" y="310551"/>
                  </a:lnTo>
                  <a:lnTo>
                    <a:pt x="227000" y="304016"/>
                  </a:lnTo>
                  <a:lnTo>
                    <a:pt x="229159" y="301222"/>
                  </a:lnTo>
                  <a:close/>
                </a:path>
                <a:path w="2517775" h="915035">
                  <a:moveTo>
                    <a:pt x="275260" y="551158"/>
                  </a:moveTo>
                  <a:lnTo>
                    <a:pt x="236791" y="551198"/>
                  </a:lnTo>
                  <a:lnTo>
                    <a:pt x="198965" y="548333"/>
                  </a:lnTo>
                  <a:lnTo>
                    <a:pt x="162425" y="542657"/>
                  </a:lnTo>
                  <a:lnTo>
                    <a:pt x="127813" y="534267"/>
                  </a:lnTo>
                </a:path>
                <a:path w="2517775" h="915035">
                  <a:moveTo>
                    <a:pt x="405308" y="735689"/>
                  </a:moveTo>
                  <a:lnTo>
                    <a:pt x="389620" y="738549"/>
                  </a:lnTo>
                  <a:lnTo>
                    <a:pt x="373622" y="740849"/>
                  </a:lnTo>
                  <a:lnTo>
                    <a:pt x="357338" y="742601"/>
                  </a:lnTo>
                  <a:lnTo>
                    <a:pt x="340792" y="743817"/>
                  </a:lnTo>
                </a:path>
                <a:path w="2517775" h="915035">
                  <a:moveTo>
                    <a:pt x="961187" y="824462"/>
                  </a:moveTo>
                  <a:lnTo>
                    <a:pt x="950025" y="815654"/>
                  </a:lnTo>
                  <a:lnTo>
                    <a:pt x="939804" y="806571"/>
                  </a:lnTo>
                  <a:lnTo>
                    <a:pt x="930558" y="797227"/>
                  </a:lnTo>
                  <a:lnTo>
                    <a:pt x="922325" y="787632"/>
                  </a:lnTo>
                </a:path>
                <a:path w="2517775" h="915035">
                  <a:moveTo>
                    <a:pt x="1680007" y="732641"/>
                  </a:moveTo>
                  <a:lnTo>
                    <a:pt x="1677747" y="742881"/>
                  </a:lnTo>
                  <a:lnTo>
                    <a:pt x="1674403" y="753025"/>
                  </a:lnTo>
                  <a:lnTo>
                    <a:pt x="1669988" y="763074"/>
                  </a:lnTo>
                  <a:lnTo>
                    <a:pt x="1664513" y="773027"/>
                  </a:lnTo>
                </a:path>
                <a:path w="2517775" h="915035">
                  <a:moveTo>
                    <a:pt x="1988617" y="482959"/>
                  </a:moveTo>
                  <a:lnTo>
                    <a:pt x="2053226" y="503284"/>
                  </a:lnTo>
                  <a:lnTo>
                    <a:pt x="2105984" y="529767"/>
                  </a:lnTo>
                  <a:lnTo>
                    <a:pt x="2145373" y="561186"/>
                  </a:lnTo>
                  <a:lnTo>
                    <a:pt x="2169876" y="596325"/>
                  </a:lnTo>
                  <a:lnTo>
                    <a:pt x="2177974" y="633962"/>
                  </a:lnTo>
                </a:path>
                <a:path w="2517775" h="915035">
                  <a:moveTo>
                    <a:pt x="2435022" y="322050"/>
                  </a:moveTo>
                  <a:lnTo>
                    <a:pt x="2419080" y="337955"/>
                  </a:lnTo>
                  <a:lnTo>
                    <a:pt x="2399589" y="352800"/>
                  </a:lnTo>
                  <a:lnTo>
                    <a:pt x="2376765" y="366431"/>
                  </a:lnTo>
                  <a:lnTo>
                    <a:pt x="2350821" y="378692"/>
                  </a:lnTo>
                </a:path>
                <a:path w="2517775" h="915035">
                  <a:moveTo>
                    <a:pt x="2232838" y="111865"/>
                  </a:moveTo>
                  <a:lnTo>
                    <a:pt x="2234962" y="118535"/>
                  </a:lnTo>
                  <a:lnTo>
                    <a:pt x="2236394" y="125216"/>
                  </a:lnTo>
                  <a:lnTo>
                    <a:pt x="2237160" y="131921"/>
                  </a:lnTo>
                  <a:lnTo>
                    <a:pt x="2237283" y="138662"/>
                  </a:lnTo>
                </a:path>
                <a:path w="2517775" h="915035">
                  <a:moveTo>
                    <a:pt x="1694612" y="80750"/>
                  </a:moveTo>
                  <a:lnTo>
                    <a:pt x="1703538" y="71662"/>
                  </a:lnTo>
                  <a:lnTo>
                    <a:pt x="1713726" y="62907"/>
                  </a:lnTo>
                  <a:lnTo>
                    <a:pt x="1725152" y="54533"/>
                  </a:lnTo>
                  <a:lnTo>
                    <a:pt x="1737792" y="46587"/>
                  </a:lnTo>
                </a:path>
                <a:path w="2517775" h="915035">
                  <a:moveTo>
                    <a:pt x="1290879" y="97006"/>
                  </a:moveTo>
                  <a:lnTo>
                    <a:pt x="1294707" y="89384"/>
                  </a:lnTo>
                  <a:lnTo>
                    <a:pt x="1299499" y="81941"/>
                  </a:lnTo>
                  <a:lnTo>
                    <a:pt x="1305220" y="74664"/>
                  </a:lnTo>
                  <a:lnTo>
                    <a:pt x="1311834" y="67542"/>
                  </a:lnTo>
                </a:path>
                <a:path w="2517775" h="915035">
                  <a:moveTo>
                    <a:pt x="817042" y="106912"/>
                  </a:moveTo>
                  <a:lnTo>
                    <a:pt x="837225" y="113199"/>
                  </a:lnTo>
                  <a:lnTo>
                    <a:pt x="856587" y="120057"/>
                  </a:lnTo>
                  <a:lnTo>
                    <a:pt x="875067" y="127486"/>
                  </a:lnTo>
                  <a:lnTo>
                    <a:pt x="892607" y="135487"/>
                  </a:lnTo>
                </a:path>
                <a:path w="2517775" h="915035">
                  <a:moveTo>
                    <a:pt x="242367" y="331194"/>
                  </a:moveTo>
                  <a:lnTo>
                    <a:pt x="238125" y="323815"/>
                  </a:lnTo>
                  <a:lnTo>
                    <a:pt x="234525" y="316351"/>
                  </a:lnTo>
                  <a:lnTo>
                    <a:pt x="231544" y="308817"/>
                  </a:lnTo>
                  <a:lnTo>
                    <a:pt x="229159" y="301222"/>
                  </a:lnTo>
                </a:path>
              </a:pathLst>
            </a:custGeom>
            <a:ln w="19050">
              <a:solidFill>
                <a:srgbClr val="3A3A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2220214" y="2303907"/>
            <a:ext cx="69850" cy="69850"/>
            <a:chOff x="2220214" y="2303907"/>
            <a:chExt cx="69850" cy="69850"/>
          </a:xfrm>
        </p:grpSpPr>
        <p:sp>
          <p:nvSpPr>
            <p:cNvPr id="9" name="object 9"/>
            <p:cNvSpPr/>
            <p:nvPr/>
          </p:nvSpPr>
          <p:spPr>
            <a:xfrm>
              <a:off x="2229739" y="2313432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0"/>
                  </a:moveTo>
                  <a:lnTo>
                    <a:pt x="15537" y="2004"/>
                  </a:lnTo>
                  <a:lnTo>
                    <a:pt x="7461" y="7461"/>
                  </a:lnTo>
                  <a:lnTo>
                    <a:pt x="2004" y="15537"/>
                  </a:lnTo>
                  <a:lnTo>
                    <a:pt x="0" y="25400"/>
                  </a:lnTo>
                  <a:lnTo>
                    <a:pt x="2004" y="35315"/>
                  </a:lnTo>
                  <a:lnTo>
                    <a:pt x="7461" y="43386"/>
                  </a:lnTo>
                  <a:lnTo>
                    <a:pt x="15537" y="48813"/>
                  </a:lnTo>
                  <a:lnTo>
                    <a:pt x="25400" y="50800"/>
                  </a:lnTo>
                  <a:lnTo>
                    <a:pt x="35315" y="48813"/>
                  </a:lnTo>
                  <a:lnTo>
                    <a:pt x="43386" y="43386"/>
                  </a:lnTo>
                  <a:lnTo>
                    <a:pt x="48813" y="35315"/>
                  </a:lnTo>
                  <a:lnTo>
                    <a:pt x="50800" y="25400"/>
                  </a:lnTo>
                  <a:lnTo>
                    <a:pt x="48813" y="15537"/>
                  </a:lnTo>
                  <a:lnTo>
                    <a:pt x="43386" y="7461"/>
                  </a:lnTo>
                  <a:lnTo>
                    <a:pt x="35315" y="2004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5253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20214" y="2303907"/>
              <a:ext cx="69850" cy="69850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3172332" y="2044064"/>
            <a:ext cx="120650" cy="120650"/>
            <a:chOff x="3172332" y="2044064"/>
            <a:chExt cx="120650" cy="12065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81857" y="2053589"/>
              <a:ext cx="101600" cy="1016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72332" y="2044064"/>
              <a:ext cx="120650" cy="120650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4173854" y="1772285"/>
            <a:ext cx="171450" cy="171450"/>
            <a:chOff x="4173854" y="1772285"/>
            <a:chExt cx="171450" cy="171450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83379" y="1781810"/>
              <a:ext cx="152400" cy="1524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73854" y="1772285"/>
              <a:ext cx="171450" cy="17145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534914" y="1082421"/>
            <a:ext cx="1325880" cy="5302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indent="-2540" algn="ctr">
              <a:lnSpc>
                <a:spcPct val="99700"/>
              </a:lnSpc>
              <a:spcBef>
                <a:spcPts val="120"/>
              </a:spcBef>
            </a:pPr>
            <a:r>
              <a:rPr sz="1100" dirty="0">
                <a:latin typeface="Georgia"/>
                <a:cs typeface="Georgia"/>
              </a:rPr>
              <a:t>Set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instruction</a:t>
            </a:r>
            <a:r>
              <a:rPr sz="1100" spc="-8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for </a:t>
            </a:r>
            <a:r>
              <a:rPr sz="1100" dirty="0">
                <a:latin typeface="Georgia"/>
                <a:cs typeface="Georgia"/>
              </a:rPr>
              <a:t>computer</a:t>
            </a:r>
            <a:r>
              <a:rPr sz="1100" spc="-8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perform </a:t>
            </a:r>
            <a:r>
              <a:rPr sz="1100" dirty="0">
                <a:latin typeface="Georgia"/>
                <a:cs typeface="Georgia"/>
              </a:rPr>
              <a:t>some</a:t>
            </a:r>
            <a:r>
              <a:rPr sz="1100" spc="-5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task</a:t>
            </a:r>
            <a:endParaRPr sz="11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04" rIns="0" bIns="0" rtlCol="0">
            <a:spAutoFit/>
          </a:bodyPr>
          <a:lstStyle/>
          <a:p>
            <a:pPr marL="278130">
              <a:lnSpc>
                <a:spcPct val="100000"/>
              </a:lnSpc>
              <a:spcBef>
                <a:spcPts val="95"/>
              </a:spcBef>
            </a:pPr>
            <a:r>
              <a:rPr sz="4000" b="0" dirty="0">
                <a:latin typeface="Trebuchet MS"/>
                <a:cs typeface="Trebuchet MS"/>
              </a:rPr>
              <a:t>What</a:t>
            </a:r>
            <a:r>
              <a:rPr sz="4000" b="0" spc="-160" dirty="0">
                <a:latin typeface="Trebuchet MS"/>
                <a:cs typeface="Trebuchet MS"/>
              </a:rPr>
              <a:t> </a:t>
            </a:r>
            <a:r>
              <a:rPr sz="4000" b="0" dirty="0">
                <a:latin typeface="Trebuchet MS"/>
                <a:cs typeface="Trebuchet MS"/>
              </a:rPr>
              <a:t>is</a:t>
            </a:r>
            <a:r>
              <a:rPr sz="4000" b="0" spc="-114" dirty="0">
                <a:latin typeface="Trebuchet MS"/>
                <a:cs typeface="Trebuchet MS"/>
              </a:rPr>
              <a:t> </a:t>
            </a:r>
            <a:r>
              <a:rPr sz="4000" b="0" dirty="0">
                <a:latin typeface="Trebuchet MS"/>
                <a:cs typeface="Trebuchet MS"/>
              </a:rPr>
              <a:t>software</a:t>
            </a:r>
            <a:r>
              <a:rPr sz="4000" b="0" spc="-110" dirty="0">
                <a:latin typeface="Trebuchet MS"/>
                <a:cs typeface="Trebuchet MS"/>
              </a:rPr>
              <a:t> </a:t>
            </a:r>
            <a:r>
              <a:rPr sz="4000" b="0" spc="-10" dirty="0">
                <a:latin typeface="Trebuchet MS"/>
                <a:cs typeface="Trebuchet MS"/>
              </a:rPr>
              <a:t>engineering?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335" marR="284480" indent="-255270">
              <a:lnSpc>
                <a:spcPct val="100299"/>
              </a:lnSpc>
              <a:spcBef>
                <a:spcPts val="100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dirty="0"/>
              <a:t>Software</a:t>
            </a:r>
            <a:r>
              <a:rPr spc="-80" dirty="0"/>
              <a:t> </a:t>
            </a:r>
            <a:r>
              <a:rPr dirty="0"/>
              <a:t>engineering</a:t>
            </a:r>
            <a:r>
              <a:rPr spc="-145" dirty="0"/>
              <a:t> </a:t>
            </a:r>
            <a:r>
              <a:rPr dirty="0"/>
              <a:t>is an</a:t>
            </a:r>
            <a:r>
              <a:rPr spc="-50" dirty="0"/>
              <a:t> </a:t>
            </a:r>
            <a:r>
              <a:rPr dirty="0"/>
              <a:t>engineering</a:t>
            </a:r>
            <a:r>
              <a:rPr spc="-100" dirty="0"/>
              <a:t> </a:t>
            </a:r>
            <a:r>
              <a:rPr spc="-10" dirty="0"/>
              <a:t>discipline 	</a:t>
            </a:r>
            <a:r>
              <a:rPr dirty="0"/>
              <a:t>that</a:t>
            </a:r>
            <a:r>
              <a:rPr spc="-65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dirty="0"/>
              <a:t>concerned</a:t>
            </a:r>
            <a:r>
              <a:rPr spc="-45" dirty="0"/>
              <a:t> </a:t>
            </a:r>
            <a:r>
              <a:rPr dirty="0"/>
              <a:t>with</a:t>
            </a:r>
            <a:r>
              <a:rPr spc="-55" dirty="0"/>
              <a:t> </a:t>
            </a:r>
            <a:r>
              <a:rPr dirty="0"/>
              <a:t>all</a:t>
            </a:r>
            <a:r>
              <a:rPr spc="-35" dirty="0"/>
              <a:t> </a:t>
            </a:r>
            <a:r>
              <a:rPr dirty="0"/>
              <a:t>aspects</a:t>
            </a:r>
            <a:r>
              <a:rPr spc="-4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software 	production.</a:t>
            </a:r>
          </a:p>
          <a:p>
            <a:pPr marL="267335" marR="5080" indent="-255270">
              <a:lnSpc>
                <a:spcPct val="100000"/>
              </a:lnSpc>
              <a:spcBef>
                <a:spcPts val="315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dirty="0"/>
              <a:t>Software</a:t>
            </a:r>
            <a:r>
              <a:rPr spc="-75" dirty="0"/>
              <a:t> </a:t>
            </a:r>
            <a:r>
              <a:rPr dirty="0"/>
              <a:t>engineers</a:t>
            </a:r>
            <a:r>
              <a:rPr spc="-110" dirty="0"/>
              <a:t> </a:t>
            </a:r>
            <a:r>
              <a:rPr dirty="0"/>
              <a:t>should</a:t>
            </a:r>
            <a:r>
              <a:rPr spc="-40" dirty="0"/>
              <a:t> </a:t>
            </a:r>
            <a:r>
              <a:rPr dirty="0"/>
              <a:t>adopt</a:t>
            </a:r>
            <a:r>
              <a:rPr spc="-4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systematic</a:t>
            </a:r>
            <a:r>
              <a:rPr spc="-90" dirty="0"/>
              <a:t> </a:t>
            </a:r>
            <a:r>
              <a:rPr spc="-25" dirty="0"/>
              <a:t>and 	</a:t>
            </a:r>
            <a:r>
              <a:rPr dirty="0"/>
              <a:t>organised</a:t>
            </a:r>
            <a:r>
              <a:rPr spc="-110" dirty="0"/>
              <a:t> </a:t>
            </a:r>
            <a:r>
              <a:rPr dirty="0"/>
              <a:t>approach</a:t>
            </a:r>
            <a:r>
              <a:rPr spc="-3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their</a:t>
            </a:r>
            <a:r>
              <a:rPr spc="-40" dirty="0"/>
              <a:t> </a:t>
            </a:r>
            <a:r>
              <a:rPr dirty="0"/>
              <a:t>work</a:t>
            </a:r>
            <a:r>
              <a:rPr spc="-45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spc="-25" dirty="0"/>
              <a:t>use 	</a:t>
            </a:r>
            <a:r>
              <a:rPr dirty="0"/>
              <a:t>appropriate</a:t>
            </a:r>
            <a:r>
              <a:rPr spc="-110" dirty="0"/>
              <a:t> </a:t>
            </a:r>
            <a:r>
              <a:rPr dirty="0"/>
              <a:t>tools</a:t>
            </a:r>
            <a:r>
              <a:rPr spc="-40" dirty="0"/>
              <a:t> </a:t>
            </a:r>
            <a:r>
              <a:rPr dirty="0"/>
              <a:t>and</a:t>
            </a:r>
            <a:r>
              <a:rPr spc="-10" dirty="0"/>
              <a:t> </a:t>
            </a:r>
            <a:r>
              <a:rPr dirty="0"/>
              <a:t>techniques</a:t>
            </a:r>
            <a:r>
              <a:rPr spc="-110" dirty="0"/>
              <a:t> </a:t>
            </a:r>
            <a:r>
              <a:rPr dirty="0"/>
              <a:t>depending</a:t>
            </a:r>
            <a:r>
              <a:rPr spc="-110" dirty="0"/>
              <a:t> </a:t>
            </a:r>
            <a:r>
              <a:rPr dirty="0"/>
              <a:t>on</a:t>
            </a:r>
            <a:r>
              <a:rPr spc="-15" dirty="0"/>
              <a:t> </a:t>
            </a:r>
            <a:r>
              <a:rPr spc="-25" dirty="0"/>
              <a:t>the 	</a:t>
            </a:r>
            <a:r>
              <a:rPr dirty="0"/>
              <a:t>problem</a:t>
            </a:r>
            <a:r>
              <a:rPr spc="-105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be</a:t>
            </a:r>
            <a:r>
              <a:rPr spc="-25" dirty="0"/>
              <a:t> </a:t>
            </a:r>
            <a:r>
              <a:rPr dirty="0"/>
              <a:t>solved,</a:t>
            </a:r>
            <a:r>
              <a:rPr spc="-6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development</a:t>
            </a:r>
            <a:r>
              <a:rPr spc="-105" dirty="0"/>
              <a:t> </a:t>
            </a:r>
            <a:r>
              <a:rPr spc="-10" dirty="0"/>
              <a:t>constraints 	</a:t>
            </a:r>
            <a:r>
              <a:rPr dirty="0"/>
              <a:t>and</a:t>
            </a:r>
            <a:r>
              <a:rPr spc="-6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resources</a:t>
            </a:r>
            <a:r>
              <a:rPr spc="-70" dirty="0"/>
              <a:t> </a:t>
            </a:r>
            <a:r>
              <a:rPr spc="-10" dirty="0"/>
              <a:t>available.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323069" y="30860"/>
            <a:ext cx="281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15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67600" y="609600"/>
            <a:ext cx="2209800" cy="167779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844" y="812368"/>
            <a:ext cx="33337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dirty="0">
                <a:latin typeface="Trebuchet MS"/>
                <a:cs typeface="Trebuchet MS"/>
              </a:rPr>
              <a:t>Software</a:t>
            </a:r>
            <a:r>
              <a:rPr sz="4000" b="0" spc="-265" dirty="0">
                <a:latin typeface="Trebuchet MS"/>
                <a:cs typeface="Trebuchet MS"/>
              </a:rPr>
              <a:t> </a:t>
            </a:r>
            <a:r>
              <a:rPr sz="4000" b="0" spc="-10" dirty="0">
                <a:latin typeface="Trebuchet MS"/>
                <a:cs typeface="Trebuchet MS"/>
              </a:rPr>
              <a:t>costs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3572" y="1620774"/>
            <a:ext cx="8616315" cy="30827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335" marR="120650" indent="-255270">
              <a:lnSpc>
                <a:spcPct val="100200"/>
              </a:lnSpc>
              <a:spcBef>
                <a:spcPts val="100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800" dirty="0">
                <a:latin typeface="Georgia"/>
                <a:cs typeface="Georgia"/>
              </a:rPr>
              <a:t>Software</a:t>
            </a:r>
            <a:r>
              <a:rPr sz="2800" spc="-8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costs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often</a:t>
            </a:r>
            <a:r>
              <a:rPr sz="2800" spc="-4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dominate</a:t>
            </a:r>
            <a:r>
              <a:rPr sz="2800" spc="-6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computer</a:t>
            </a:r>
            <a:r>
              <a:rPr sz="2800" spc="-7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system 	</a:t>
            </a:r>
            <a:r>
              <a:rPr sz="2800" dirty="0">
                <a:latin typeface="Georgia"/>
                <a:cs typeface="Georgia"/>
              </a:rPr>
              <a:t>costs.</a:t>
            </a:r>
            <a:r>
              <a:rPr sz="2800" spc="-7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The</a:t>
            </a:r>
            <a:r>
              <a:rPr sz="2800" spc="-1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costs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of</a:t>
            </a:r>
            <a:r>
              <a:rPr sz="2800" spc="-2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software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on</a:t>
            </a:r>
            <a:r>
              <a:rPr sz="2800" spc="-4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</a:t>
            </a:r>
            <a:r>
              <a:rPr sz="2800" spc="-2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PC</a:t>
            </a:r>
            <a:r>
              <a:rPr sz="2800" spc="-1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are</a:t>
            </a:r>
            <a:r>
              <a:rPr sz="2800" spc="-3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often</a:t>
            </a:r>
            <a:r>
              <a:rPr sz="2800" spc="-4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greater 	</a:t>
            </a:r>
            <a:r>
              <a:rPr sz="2800" dirty="0">
                <a:latin typeface="Georgia"/>
                <a:cs typeface="Georgia"/>
              </a:rPr>
              <a:t>than</a:t>
            </a:r>
            <a:r>
              <a:rPr sz="2800" spc="-6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the</a:t>
            </a:r>
            <a:r>
              <a:rPr sz="2800" spc="-5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hardware</a:t>
            </a:r>
            <a:r>
              <a:rPr sz="2800" spc="-5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cost.</a:t>
            </a:r>
            <a:endParaRPr lang="en-US" sz="2800" spc="-10" dirty="0">
              <a:latin typeface="Georgia"/>
              <a:cs typeface="Georgia"/>
            </a:endParaRPr>
          </a:p>
          <a:p>
            <a:pPr marL="267335" marR="120650" indent="-255270">
              <a:lnSpc>
                <a:spcPct val="100200"/>
              </a:lnSpc>
              <a:spcBef>
                <a:spcPts val="100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endParaRPr sz="2800" dirty="0">
              <a:latin typeface="Georgia"/>
              <a:cs typeface="Georgia"/>
            </a:endParaRPr>
          </a:p>
          <a:p>
            <a:pPr marL="267335" marR="455930" indent="-255270">
              <a:lnSpc>
                <a:spcPts val="3350"/>
              </a:lnSpc>
              <a:spcBef>
                <a:spcPts val="434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800" dirty="0">
                <a:latin typeface="Georgia"/>
                <a:cs typeface="Georgia"/>
              </a:rPr>
              <a:t>Software</a:t>
            </a:r>
            <a:r>
              <a:rPr sz="2800" spc="-7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costs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more</a:t>
            </a:r>
            <a:r>
              <a:rPr sz="2800" spc="-7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to</a:t>
            </a:r>
            <a:r>
              <a:rPr sz="2800" spc="-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maintain</a:t>
            </a:r>
            <a:r>
              <a:rPr sz="2800" spc="-5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than</a:t>
            </a:r>
            <a:r>
              <a:rPr sz="2800" spc="-1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it</a:t>
            </a:r>
            <a:r>
              <a:rPr sz="2800" spc="-4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does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spc="-25" dirty="0">
                <a:latin typeface="Georgia"/>
                <a:cs typeface="Georgia"/>
              </a:rPr>
              <a:t>to 	</a:t>
            </a:r>
            <a:r>
              <a:rPr sz="2800" dirty="0">
                <a:latin typeface="Georgia"/>
                <a:cs typeface="Georgia"/>
              </a:rPr>
              <a:t>develop.</a:t>
            </a:r>
            <a:r>
              <a:rPr sz="2800" spc="-114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For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systems</a:t>
            </a:r>
            <a:r>
              <a:rPr sz="2800" spc="-9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with</a:t>
            </a:r>
            <a:r>
              <a:rPr sz="2800" spc="-4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</a:t>
            </a:r>
            <a:r>
              <a:rPr sz="2800" spc="-1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long</a:t>
            </a:r>
            <a:r>
              <a:rPr sz="2800" spc="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life,</a:t>
            </a:r>
            <a:r>
              <a:rPr sz="2800" spc="-2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maintenance 	</a:t>
            </a:r>
            <a:r>
              <a:rPr sz="2800" dirty="0">
                <a:latin typeface="Georgia"/>
                <a:cs typeface="Georgia"/>
              </a:rPr>
              <a:t>costs</a:t>
            </a:r>
            <a:r>
              <a:rPr sz="2800" spc="-6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may</a:t>
            </a:r>
            <a:r>
              <a:rPr sz="2800" spc="-1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be</a:t>
            </a:r>
            <a:r>
              <a:rPr sz="2800" spc="-1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several</a:t>
            </a:r>
            <a:r>
              <a:rPr sz="2800" spc="-7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times</a:t>
            </a:r>
            <a:r>
              <a:rPr sz="2800" spc="-5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development</a:t>
            </a:r>
            <a:r>
              <a:rPr sz="2800" spc="-13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costs.</a:t>
            </a:r>
            <a:endParaRPr sz="2800" dirty="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23069" y="30860"/>
            <a:ext cx="281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9330" y="5691309"/>
            <a:ext cx="1797782" cy="10670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7528" rIns="0" bIns="0" rtlCol="0">
            <a:spAutoFit/>
          </a:bodyPr>
          <a:lstStyle/>
          <a:p>
            <a:pPr marL="278130">
              <a:lnSpc>
                <a:spcPct val="100000"/>
              </a:lnSpc>
              <a:spcBef>
                <a:spcPts val="95"/>
              </a:spcBef>
            </a:pPr>
            <a:r>
              <a:rPr sz="4000" b="0" dirty="0">
                <a:latin typeface="Trebuchet MS"/>
                <a:cs typeface="Trebuchet MS"/>
              </a:rPr>
              <a:t>Software</a:t>
            </a:r>
            <a:r>
              <a:rPr sz="4000" b="0" spc="-265" dirty="0">
                <a:latin typeface="Trebuchet MS"/>
                <a:cs typeface="Trebuchet MS"/>
              </a:rPr>
              <a:t> </a:t>
            </a:r>
            <a:r>
              <a:rPr sz="4000" b="0" spc="-10" dirty="0">
                <a:latin typeface="Trebuchet MS"/>
                <a:cs typeface="Trebuchet MS"/>
              </a:rPr>
              <a:t>costs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41357" y="30860"/>
            <a:ext cx="24955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0" dirty="0">
                <a:solidFill>
                  <a:srgbClr val="FFFFFF"/>
                </a:solidFill>
                <a:latin typeface="Arial MT"/>
                <a:cs typeface="Arial MT"/>
              </a:rPr>
              <a:t>11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5447" y="1219200"/>
            <a:ext cx="9379585" cy="5019675"/>
            <a:chOff x="155447" y="1219200"/>
            <a:chExt cx="9379585" cy="50196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5447" y="1677923"/>
              <a:ext cx="5632703" cy="4069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91200" y="1219200"/>
              <a:ext cx="3741928" cy="2514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57800" y="3352800"/>
              <a:ext cx="4276725" cy="28860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4889" rIns="0" bIns="0" rtlCol="0">
            <a:spAutoFit/>
          </a:bodyPr>
          <a:lstStyle/>
          <a:p>
            <a:pPr marL="278130" marR="5080">
              <a:lnSpc>
                <a:spcPct val="100400"/>
              </a:lnSpc>
              <a:spcBef>
                <a:spcPts val="90"/>
              </a:spcBef>
            </a:pPr>
            <a:r>
              <a:rPr dirty="0"/>
              <a:t>What</a:t>
            </a:r>
            <a:r>
              <a:rPr spc="-55" dirty="0"/>
              <a:t> </a:t>
            </a:r>
            <a:r>
              <a:rPr dirty="0"/>
              <a:t>is</a:t>
            </a:r>
            <a:r>
              <a:rPr spc="-55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difference</a:t>
            </a:r>
            <a:r>
              <a:rPr spc="-90" dirty="0"/>
              <a:t> </a:t>
            </a:r>
            <a:r>
              <a:rPr dirty="0"/>
              <a:t>between</a:t>
            </a:r>
            <a:r>
              <a:rPr spc="-40" dirty="0"/>
              <a:t> </a:t>
            </a:r>
            <a:r>
              <a:rPr spc="-10" dirty="0"/>
              <a:t>software </a:t>
            </a:r>
            <a:r>
              <a:rPr dirty="0"/>
              <a:t>engineering</a:t>
            </a:r>
            <a:r>
              <a:rPr spc="-19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computer</a:t>
            </a:r>
            <a:r>
              <a:rPr spc="-25" dirty="0"/>
              <a:t> </a:t>
            </a:r>
            <a:r>
              <a:rPr spc="-10" dirty="0"/>
              <a:t>science?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4072" y="2270200"/>
            <a:ext cx="8564245" cy="17370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7335" marR="370840" indent="-255270">
              <a:lnSpc>
                <a:spcPct val="100099"/>
              </a:lnSpc>
              <a:spcBef>
                <a:spcPts val="105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800" dirty="0">
                <a:latin typeface="Georgia"/>
                <a:cs typeface="Georgia"/>
              </a:rPr>
              <a:t>Computer</a:t>
            </a:r>
            <a:r>
              <a:rPr sz="2800" spc="-12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science</a:t>
            </a:r>
            <a:r>
              <a:rPr sz="2800" spc="-4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is</a:t>
            </a:r>
            <a:r>
              <a:rPr sz="2800" spc="-4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concerned</a:t>
            </a:r>
            <a:r>
              <a:rPr sz="2800" spc="-4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with</a:t>
            </a:r>
            <a:r>
              <a:rPr sz="2800" spc="-6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theory</a:t>
            </a:r>
            <a:r>
              <a:rPr sz="2800" spc="-65" dirty="0">
                <a:latin typeface="Georgia"/>
                <a:cs typeface="Georgia"/>
              </a:rPr>
              <a:t> </a:t>
            </a:r>
            <a:r>
              <a:rPr sz="2800" spc="-25" dirty="0">
                <a:latin typeface="Georgia"/>
                <a:cs typeface="Georgia"/>
              </a:rPr>
              <a:t>and 	</a:t>
            </a:r>
            <a:r>
              <a:rPr sz="2800" dirty="0">
                <a:latin typeface="Georgia"/>
                <a:cs typeface="Georgia"/>
              </a:rPr>
              <a:t>fundamentals;</a:t>
            </a:r>
            <a:r>
              <a:rPr sz="2800" spc="-10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software</a:t>
            </a:r>
            <a:r>
              <a:rPr sz="2800" spc="-8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engineering</a:t>
            </a:r>
            <a:r>
              <a:rPr sz="2800" spc="-12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is</a:t>
            </a:r>
            <a:r>
              <a:rPr sz="2800" spc="-4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concerned 	</a:t>
            </a:r>
            <a:r>
              <a:rPr sz="2800" dirty="0">
                <a:latin typeface="Georgia"/>
                <a:cs typeface="Georgia"/>
              </a:rPr>
              <a:t>with</a:t>
            </a:r>
            <a:r>
              <a:rPr sz="2800" spc="-9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the</a:t>
            </a:r>
            <a:r>
              <a:rPr sz="2800" spc="-4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practicalities</a:t>
            </a:r>
            <a:r>
              <a:rPr sz="2800" spc="-4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of</a:t>
            </a:r>
            <a:r>
              <a:rPr sz="2800" spc="-4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developing</a:t>
            </a:r>
            <a:r>
              <a:rPr sz="2800" spc="-11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and</a:t>
            </a:r>
            <a:r>
              <a:rPr sz="2800" spc="-1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delivering 	</a:t>
            </a:r>
            <a:r>
              <a:rPr sz="2800" dirty="0">
                <a:latin typeface="Georgia"/>
                <a:cs typeface="Georgia"/>
              </a:rPr>
              <a:t>useful</a:t>
            </a:r>
            <a:r>
              <a:rPr sz="2800" spc="-8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software.</a:t>
            </a:r>
            <a:endParaRPr sz="2800" dirty="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23069" y="30860"/>
            <a:ext cx="281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16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617" y="624662"/>
            <a:ext cx="8127365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dirty="0">
                <a:latin typeface="Trebuchet MS"/>
                <a:cs typeface="Trebuchet MS"/>
              </a:rPr>
              <a:t>Software</a:t>
            </a:r>
            <a:r>
              <a:rPr sz="4000" b="0" spc="-170" dirty="0">
                <a:latin typeface="Trebuchet MS"/>
                <a:cs typeface="Trebuchet MS"/>
              </a:rPr>
              <a:t> </a:t>
            </a:r>
            <a:r>
              <a:rPr sz="4000" b="0" spc="-10" dirty="0">
                <a:latin typeface="Trebuchet MS"/>
                <a:cs typeface="Trebuchet MS"/>
              </a:rPr>
              <a:t>Complex</a:t>
            </a:r>
            <a:r>
              <a:rPr lang="en-US" sz="4000" b="0" spc="-10" dirty="0">
                <a:latin typeface="Trebuchet MS"/>
                <a:cs typeface="Trebuchet MS"/>
              </a:rPr>
              <a:t> vs Complicated</a:t>
            </a:r>
            <a:br>
              <a:rPr lang="en-US" sz="4000" b="0" spc="-10" dirty="0">
                <a:latin typeface="Trebuchet MS"/>
                <a:cs typeface="Trebuchet MS"/>
              </a:rPr>
            </a:br>
            <a:endParaRPr sz="40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3651" y="1918207"/>
            <a:ext cx="8127365" cy="29610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8605" indent="-255904">
              <a:lnSpc>
                <a:spcPct val="100000"/>
              </a:lnSpc>
              <a:spcBef>
                <a:spcPts val="105"/>
              </a:spcBef>
              <a:buClr>
                <a:srgbClr val="9F4DA2"/>
              </a:buClr>
              <a:buChar char="•"/>
              <a:tabLst>
                <a:tab pos="268605" algn="l"/>
                <a:tab pos="1832610" algn="l"/>
              </a:tabLst>
            </a:pPr>
            <a:r>
              <a:rPr sz="2800" spc="-10" dirty="0">
                <a:latin typeface="Georgia"/>
                <a:cs typeface="Georgia"/>
              </a:rPr>
              <a:t>Complex</a:t>
            </a:r>
            <a:r>
              <a:rPr sz="2800" dirty="0">
                <a:latin typeface="Georgia"/>
                <a:cs typeface="Georgia"/>
              </a:rPr>
              <a:t>	</a:t>
            </a:r>
            <a:r>
              <a:rPr sz="2800" dirty="0">
                <a:latin typeface="Symbol"/>
                <a:cs typeface="Symbol"/>
              </a:rPr>
              <a:t>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Georgia"/>
                <a:cs typeface="Georgia"/>
              </a:rPr>
              <a:t>complicated</a:t>
            </a:r>
            <a:endParaRPr sz="28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745"/>
              </a:spcBef>
              <a:buClr>
                <a:srgbClr val="9F4DA2"/>
              </a:buClr>
              <a:buFont typeface="Georgia"/>
              <a:buChar char="•"/>
            </a:pPr>
            <a:endParaRPr sz="2800" dirty="0">
              <a:latin typeface="Georgia"/>
              <a:cs typeface="Georgia"/>
            </a:endParaRPr>
          </a:p>
          <a:p>
            <a:pPr marL="268605" marR="5080" indent="-256540">
              <a:lnSpc>
                <a:spcPct val="145900"/>
              </a:lnSpc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800" dirty="0">
                <a:latin typeface="Georgia"/>
                <a:cs typeface="Georgia"/>
              </a:rPr>
              <a:t>Complex</a:t>
            </a:r>
            <a:r>
              <a:rPr sz="2800" spc="-9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=</a:t>
            </a:r>
            <a:r>
              <a:rPr sz="2800" spc="-6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composed</a:t>
            </a:r>
            <a:r>
              <a:rPr sz="2400" spc="-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of</a:t>
            </a:r>
            <a:r>
              <a:rPr sz="2400" spc="-2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many</a:t>
            </a:r>
            <a:r>
              <a:rPr sz="2400" spc="-9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simple</a:t>
            </a:r>
            <a:r>
              <a:rPr sz="2400" spc="-3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part</a:t>
            </a:r>
            <a:r>
              <a:rPr sz="2400" spc="-3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related to</a:t>
            </a:r>
            <a:r>
              <a:rPr sz="2400" spc="-30" dirty="0">
                <a:latin typeface="Georgia"/>
                <a:cs typeface="Georgia"/>
              </a:rPr>
              <a:t> </a:t>
            </a:r>
            <a:r>
              <a:rPr sz="2400" spc="-25" dirty="0">
                <a:latin typeface="Georgia"/>
                <a:cs typeface="Georgia"/>
              </a:rPr>
              <a:t>one </a:t>
            </a:r>
            <a:r>
              <a:rPr sz="2400" spc="-10" dirty="0">
                <a:latin typeface="Georgia"/>
                <a:cs typeface="Georgia"/>
              </a:rPr>
              <a:t>another</a:t>
            </a:r>
            <a:endParaRPr sz="24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05"/>
              </a:spcBef>
              <a:buClr>
                <a:srgbClr val="9F4DA2"/>
              </a:buClr>
              <a:buFont typeface="Georgia"/>
              <a:buChar char="•"/>
            </a:pPr>
            <a:endParaRPr sz="2400" dirty="0">
              <a:latin typeface="Georgia"/>
              <a:cs typeface="Georgia"/>
            </a:endParaRPr>
          </a:p>
          <a:p>
            <a:pPr marL="267970" indent="-255270">
              <a:lnSpc>
                <a:spcPct val="100000"/>
              </a:lnSpc>
              <a:buClr>
                <a:srgbClr val="9F4DA2"/>
              </a:buClr>
              <a:buChar char="•"/>
              <a:tabLst>
                <a:tab pos="267970" algn="l"/>
              </a:tabLst>
            </a:pPr>
            <a:r>
              <a:rPr sz="2800" dirty="0">
                <a:latin typeface="Georgia"/>
                <a:cs typeface="Georgia"/>
              </a:rPr>
              <a:t>Complicated</a:t>
            </a:r>
            <a:r>
              <a:rPr sz="2800" spc="-12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=</a:t>
            </a:r>
            <a:r>
              <a:rPr sz="2800" spc="-2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not</a:t>
            </a:r>
            <a:r>
              <a:rPr sz="2400" spc="-7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well</a:t>
            </a:r>
            <a:r>
              <a:rPr sz="2400" spc="-1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understood,</a:t>
            </a:r>
            <a:r>
              <a:rPr sz="2400" spc="-3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or</a:t>
            </a:r>
            <a:r>
              <a:rPr sz="2400" spc="-45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explained</a:t>
            </a:r>
            <a:endParaRPr sz="2400" dirty="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23069" y="30860"/>
            <a:ext cx="281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18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0459" y="462229"/>
            <a:ext cx="8753830" cy="731995"/>
          </a:xfrm>
          <a:prstGeom prst="rect">
            <a:avLst/>
          </a:prstGeom>
        </p:spPr>
        <p:txBody>
          <a:bodyPr vert="horz" wrap="square" lIns="0" tIns="115316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95"/>
              </a:spcBef>
            </a:pPr>
            <a:r>
              <a:rPr lang="en-US" sz="4000" b="0" dirty="0">
                <a:latin typeface="Trebuchet MS"/>
                <a:cs typeface="Trebuchet MS"/>
              </a:rPr>
              <a:t>Example</a:t>
            </a:r>
            <a:endParaRPr sz="40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20848" y="3051759"/>
            <a:ext cx="6504940" cy="87588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2800" dirty="0">
                <a:latin typeface="Arial MT"/>
                <a:cs typeface="Arial MT"/>
              </a:rPr>
              <a:t>Students</a:t>
            </a:r>
            <a:br>
              <a:rPr lang="en-US" sz="2800" dirty="0">
                <a:latin typeface="Arial MT"/>
                <a:cs typeface="Arial MT"/>
              </a:rPr>
            </a:br>
            <a:r>
              <a:rPr lang="en-US" sz="2800" dirty="0">
                <a:latin typeface="Arial MT"/>
                <a:cs typeface="Arial MT"/>
              </a:rPr>
              <a:t>Any real world example ?</a:t>
            </a:r>
            <a:endParaRPr sz="280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23069" y="30860"/>
            <a:ext cx="281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20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617" y="565480"/>
            <a:ext cx="69850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dirty="0">
                <a:latin typeface="Trebuchet MS"/>
                <a:cs typeface="Trebuchet MS"/>
              </a:rPr>
              <a:t>The</a:t>
            </a:r>
            <a:r>
              <a:rPr sz="4000" b="0" spc="-155" dirty="0">
                <a:latin typeface="Trebuchet MS"/>
                <a:cs typeface="Trebuchet MS"/>
              </a:rPr>
              <a:t> </a:t>
            </a:r>
            <a:r>
              <a:rPr sz="4000" b="0" dirty="0">
                <a:latin typeface="Trebuchet MS"/>
                <a:cs typeface="Trebuchet MS"/>
              </a:rPr>
              <a:t>Role</a:t>
            </a:r>
            <a:r>
              <a:rPr sz="4000" b="0" spc="-145" dirty="0">
                <a:latin typeface="Trebuchet MS"/>
                <a:cs typeface="Trebuchet MS"/>
              </a:rPr>
              <a:t> </a:t>
            </a:r>
            <a:r>
              <a:rPr sz="4000" b="0" dirty="0">
                <a:latin typeface="Trebuchet MS"/>
                <a:cs typeface="Trebuchet MS"/>
              </a:rPr>
              <a:t>of</a:t>
            </a:r>
            <a:r>
              <a:rPr sz="4000" b="0" spc="-135" dirty="0">
                <a:latin typeface="Trebuchet MS"/>
                <a:cs typeface="Trebuchet MS"/>
              </a:rPr>
              <a:t> </a:t>
            </a:r>
            <a:r>
              <a:rPr sz="4000" b="0" dirty="0">
                <a:latin typeface="Trebuchet MS"/>
                <a:cs typeface="Trebuchet MS"/>
              </a:rPr>
              <a:t>Software</a:t>
            </a:r>
            <a:r>
              <a:rPr sz="4000" b="0" spc="-80" dirty="0">
                <a:latin typeface="Trebuchet MS"/>
                <a:cs typeface="Trebuchet MS"/>
              </a:rPr>
              <a:t> </a:t>
            </a:r>
            <a:r>
              <a:rPr sz="4000" b="0" dirty="0">
                <a:latin typeface="Trebuchet MS"/>
                <a:cs typeface="Trebuchet MS"/>
              </a:rPr>
              <a:t>Engg.</a:t>
            </a:r>
            <a:r>
              <a:rPr sz="4000" b="0" spc="-95" dirty="0">
                <a:latin typeface="Trebuchet MS"/>
                <a:cs typeface="Trebuchet MS"/>
              </a:rPr>
              <a:t> </a:t>
            </a:r>
            <a:r>
              <a:rPr sz="4000" b="0" spc="-25" dirty="0">
                <a:latin typeface="Trebuchet MS"/>
                <a:cs typeface="Trebuchet MS"/>
              </a:rPr>
              <a:t>(1)</a:t>
            </a:r>
            <a:endParaRPr sz="40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9075" y="2171982"/>
            <a:ext cx="9149080" cy="3351529"/>
            <a:chOff x="169075" y="2171982"/>
            <a:chExt cx="9149080" cy="335152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0043" y="3150108"/>
              <a:ext cx="2107691" cy="13075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68228" y="2171982"/>
              <a:ext cx="6309248" cy="316611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259302" y="2484208"/>
              <a:ext cx="4554855" cy="2729230"/>
            </a:xfrm>
            <a:custGeom>
              <a:avLst/>
              <a:gdLst/>
              <a:ahLst/>
              <a:cxnLst/>
              <a:rect l="l" t="t" r="r" b="b"/>
              <a:pathLst>
                <a:path w="4554855" h="2729229">
                  <a:moveTo>
                    <a:pt x="645960" y="1191615"/>
                  </a:moveTo>
                  <a:lnTo>
                    <a:pt x="641057" y="1190218"/>
                  </a:lnTo>
                  <a:lnTo>
                    <a:pt x="632879" y="1188694"/>
                  </a:lnTo>
                  <a:lnTo>
                    <a:pt x="626338" y="1187170"/>
                  </a:lnTo>
                  <a:lnTo>
                    <a:pt x="619798" y="1187170"/>
                  </a:lnTo>
                  <a:lnTo>
                    <a:pt x="609981" y="1185646"/>
                  </a:lnTo>
                  <a:lnTo>
                    <a:pt x="601802" y="1185646"/>
                  </a:lnTo>
                  <a:lnTo>
                    <a:pt x="590359" y="1182598"/>
                  </a:lnTo>
                  <a:lnTo>
                    <a:pt x="578916" y="1182598"/>
                  </a:lnTo>
                  <a:lnTo>
                    <a:pt x="565823" y="1179550"/>
                  </a:lnTo>
                  <a:lnTo>
                    <a:pt x="554380" y="1179550"/>
                  </a:lnTo>
                  <a:lnTo>
                    <a:pt x="538022" y="1178153"/>
                  </a:lnTo>
                  <a:lnTo>
                    <a:pt x="506958" y="1175105"/>
                  </a:lnTo>
                  <a:lnTo>
                    <a:pt x="492239" y="1175105"/>
                  </a:lnTo>
                  <a:lnTo>
                    <a:pt x="462800" y="1170533"/>
                  </a:lnTo>
                  <a:lnTo>
                    <a:pt x="454634" y="1170533"/>
                  </a:lnTo>
                  <a:lnTo>
                    <a:pt x="444817" y="1169009"/>
                  </a:lnTo>
                  <a:lnTo>
                    <a:pt x="435000" y="1169009"/>
                  </a:lnTo>
                  <a:lnTo>
                    <a:pt x="425196" y="1167485"/>
                  </a:lnTo>
                  <a:lnTo>
                    <a:pt x="415378" y="1167485"/>
                  </a:lnTo>
                  <a:lnTo>
                    <a:pt x="403936" y="1166088"/>
                  </a:lnTo>
                  <a:lnTo>
                    <a:pt x="394119" y="1164564"/>
                  </a:lnTo>
                  <a:lnTo>
                    <a:pt x="374497" y="1164564"/>
                  </a:lnTo>
                  <a:lnTo>
                    <a:pt x="353237" y="1161516"/>
                  </a:lnTo>
                  <a:lnTo>
                    <a:pt x="331978" y="1161516"/>
                  </a:lnTo>
                  <a:lnTo>
                    <a:pt x="318897" y="1159992"/>
                  </a:lnTo>
                  <a:lnTo>
                    <a:pt x="309092" y="1158468"/>
                  </a:lnTo>
                  <a:lnTo>
                    <a:pt x="298272" y="1157211"/>
                  </a:lnTo>
                  <a:lnTo>
                    <a:pt x="282917" y="339407"/>
                  </a:lnTo>
                  <a:lnTo>
                    <a:pt x="256755" y="339407"/>
                  </a:lnTo>
                  <a:lnTo>
                    <a:pt x="272072" y="1155420"/>
                  </a:lnTo>
                  <a:lnTo>
                    <a:pt x="240398" y="1155420"/>
                  </a:lnTo>
                  <a:lnTo>
                    <a:pt x="227317" y="1154023"/>
                  </a:lnTo>
                  <a:lnTo>
                    <a:pt x="215874" y="1154023"/>
                  </a:lnTo>
                  <a:lnTo>
                    <a:pt x="202793" y="1152499"/>
                  </a:lnTo>
                  <a:lnTo>
                    <a:pt x="145542" y="1152499"/>
                  </a:lnTo>
                  <a:lnTo>
                    <a:pt x="143903" y="1176629"/>
                  </a:lnTo>
                  <a:lnTo>
                    <a:pt x="201155" y="1176629"/>
                  </a:lnTo>
                  <a:lnTo>
                    <a:pt x="215874" y="1178153"/>
                  </a:lnTo>
                  <a:lnTo>
                    <a:pt x="225691" y="1178153"/>
                  </a:lnTo>
                  <a:lnTo>
                    <a:pt x="238760" y="1179550"/>
                  </a:lnTo>
                  <a:lnTo>
                    <a:pt x="271462" y="1179550"/>
                  </a:lnTo>
                  <a:lnTo>
                    <a:pt x="272529" y="1179677"/>
                  </a:lnTo>
                  <a:lnTo>
                    <a:pt x="274713" y="1295781"/>
                  </a:lnTo>
                  <a:lnTo>
                    <a:pt x="232219" y="1295781"/>
                  </a:lnTo>
                  <a:lnTo>
                    <a:pt x="217500" y="1294257"/>
                  </a:lnTo>
                  <a:lnTo>
                    <a:pt x="130835" y="1294257"/>
                  </a:lnTo>
                  <a:lnTo>
                    <a:pt x="119392" y="1295781"/>
                  </a:lnTo>
                  <a:lnTo>
                    <a:pt x="58470" y="1295781"/>
                  </a:lnTo>
                  <a:lnTo>
                    <a:pt x="37630" y="431507"/>
                  </a:lnTo>
                  <a:lnTo>
                    <a:pt x="11455" y="432904"/>
                  </a:lnTo>
                  <a:lnTo>
                    <a:pt x="32308" y="1296974"/>
                  </a:lnTo>
                  <a:lnTo>
                    <a:pt x="0" y="1300226"/>
                  </a:lnTo>
                  <a:lnTo>
                    <a:pt x="0" y="1322832"/>
                  </a:lnTo>
                  <a:lnTo>
                    <a:pt x="32854" y="1319530"/>
                  </a:lnTo>
                  <a:lnTo>
                    <a:pt x="62141" y="2532608"/>
                  </a:lnTo>
                  <a:lnTo>
                    <a:pt x="88315" y="2532608"/>
                  </a:lnTo>
                  <a:lnTo>
                    <a:pt x="59016" y="1318387"/>
                  </a:lnTo>
                  <a:lnTo>
                    <a:pt x="275132" y="1318387"/>
                  </a:lnTo>
                  <a:lnTo>
                    <a:pt x="295998" y="2428532"/>
                  </a:lnTo>
                  <a:lnTo>
                    <a:pt x="322160" y="2428532"/>
                  </a:lnTo>
                  <a:lnTo>
                    <a:pt x="301320" y="1319199"/>
                  </a:lnTo>
                  <a:lnTo>
                    <a:pt x="307454" y="1319911"/>
                  </a:lnTo>
                  <a:lnTo>
                    <a:pt x="320535" y="1319911"/>
                  </a:lnTo>
                  <a:lnTo>
                    <a:pt x="333603" y="1321435"/>
                  </a:lnTo>
                  <a:lnTo>
                    <a:pt x="367957" y="1321435"/>
                  </a:lnTo>
                  <a:lnTo>
                    <a:pt x="381038" y="1322832"/>
                  </a:lnTo>
                  <a:lnTo>
                    <a:pt x="390855" y="1322832"/>
                  </a:lnTo>
                  <a:lnTo>
                    <a:pt x="425196" y="1327404"/>
                  </a:lnTo>
                  <a:lnTo>
                    <a:pt x="454634" y="1327404"/>
                  </a:lnTo>
                  <a:lnTo>
                    <a:pt x="464439" y="1328928"/>
                  </a:lnTo>
                  <a:lnTo>
                    <a:pt x="472617" y="1328928"/>
                  </a:lnTo>
                  <a:lnTo>
                    <a:pt x="482422" y="1330452"/>
                  </a:lnTo>
                  <a:lnTo>
                    <a:pt x="490601" y="1330452"/>
                  </a:lnTo>
                  <a:lnTo>
                    <a:pt x="500418" y="1331976"/>
                  </a:lnTo>
                  <a:lnTo>
                    <a:pt x="515137" y="1331976"/>
                  </a:lnTo>
                  <a:lnTo>
                    <a:pt x="531495" y="1334897"/>
                  </a:lnTo>
                  <a:lnTo>
                    <a:pt x="544563" y="1334897"/>
                  </a:lnTo>
                  <a:lnTo>
                    <a:pt x="559282" y="1337945"/>
                  </a:lnTo>
                  <a:lnTo>
                    <a:pt x="569099" y="1337945"/>
                  </a:lnTo>
                  <a:lnTo>
                    <a:pt x="580542" y="1339469"/>
                  </a:lnTo>
                  <a:lnTo>
                    <a:pt x="596900" y="1342517"/>
                  </a:lnTo>
                  <a:lnTo>
                    <a:pt x="606704" y="1344041"/>
                  </a:lnTo>
                  <a:lnTo>
                    <a:pt x="611619" y="1345565"/>
                  </a:lnTo>
                  <a:lnTo>
                    <a:pt x="614895" y="1322832"/>
                  </a:lnTo>
                  <a:lnTo>
                    <a:pt x="609981" y="1319911"/>
                  </a:lnTo>
                  <a:lnTo>
                    <a:pt x="600163" y="1318387"/>
                  </a:lnTo>
                  <a:lnTo>
                    <a:pt x="591997" y="1316863"/>
                  </a:lnTo>
                  <a:lnTo>
                    <a:pt x="583819" y="1316863"/>
                  </a:lnTo>
                  <a:lnTo>
                    <a:pt x="572376" y="1315339"/>
                  </a:lnTo>
                  <a:lnTo>
                    <a:pt x="562559" y="1315339"/>
                  </a:lnTo>
                  <a:lnTo>
                    <a:pt x="547839" y="1312291"/>
                  </a:lnTo>
                  <a:lnTo>
                    <a:pt x="534758" y="1312291"/>
                  </a:lnTo>
                  <a:lnTo>
                    <a:pt x="518401" y="1309370"/>
                  </a:lnTo>
                  <a:lnTo>
                    <a:pt x="503682" y="1309370"/>
                  </a:lnTo>
                  <a:lnTo>
                    <a:pt x="493877" y="1307846"/>
                  </a:lnTo>
                  <a:lnTo>
                    <a:pt x="485698" y="1307846"/>
                  </a:lnTo>
                  <a:lnTo>
                    <a:pt x="475881" y="1306322"/>
                  </a:lnTo>
                  <a:lnTo>
                    <a:pt x="467715" y="1306322"/>
                  </a:lnTo>
                  <a:lnTo>
                    <a:pt x="457898" y="1304798"/>
                  </a:lnTo>
                  <a:lnTo>
                    <a:pt x="428459" y="1304798"/>
                  </a:lnTo>
                  <a:lnTo>
                    <a:pt x="415378" y="1303274"/>
                  </a:lnTo>
                  <a:lnTo>
                    <a:pt x="405574" y="1301750"/>
                  </a:lnTo>
                  <a:lnTo>
                    <a:pt x="392493" y="1300226"/>
                  </a:lnTo>
                  <a:lnTo>
                    <a:pt x="382676" y="1300226"/>
                  </a:lnTo>
                  <a:lnTo>
                    <a:pt x="369595" y="1298702"/>
                  </a:lnTo>
                  <a:lnTo>
                    <a:pt x="335241" y="1298702"/>
                  </a:lnTo>
                  <a:lnTo>
                    <a:pt x="322160" y="1297305"/>
                  </a:lnTo>
                  <a:lnTo>
                    <a:pt x="309092" y="1297305"/>
                  </a:lnTo>
                  <a:lnTo>
                    <a:pt x="300888" y="1296352"/>
                  </a:lnTo>
                  <a:lnTo>
                    <a:pt x="298729" y="1181595"/>
                  </a:lnTo>
                  <a:lnTo>
                    <a:pt x="307454" y="1182598"/>
                  </a:lnTo>
                  <a:lnTo>
                    <a:pt x="317258" y="1184122"/>
                  </a:lnTo>
                  <a:lnTo>
                    <a:pt x="330352" y="1185646"/>
                  </a:lnTo>
                  <a:lnTo>
                    <a:pt x="351599" y="1185646"/>
                  </a:lnTo>
                  <a:lnTo>
                    <a:pt x="372859" y="1188694"/>
                  </a:lnTo>
                  <a:lnTo>
                    <a:pt x="392493" y="1188694"/>
                  </a:lnTo>
                  <a:lnTo>
                    <a:pt x="402297" y="1190218"/>
                  </a:lnTo>
                  <a:lnTo>
                    <a:pt x="413740" y="1191615"/>
                  </a:lnTo>
                  <a:lnTo>
                    <a:pt x="421919" y="1191615"/>
                  </a:lnTo>
                  <a:lnTo>
                    <a:pt x="431736" y="1193139"/>
                  </a:lnTo>
                  <a:lnTo>
                    <a:pt x="441540" y="1193139"/>
                  </a:lnTo>
                  <a:lnTo>
                    <a:pt x="451358" y="1194663"/>
                  </a:lnTo>
                  <a:lnTo>
                    <a:pt x="459524" y="1194663"/>
                  </a:lnTo>
                  <a:lnTo>
                    <a:pt x="488975" y="1199235"/>
                  </a:lnTo>
                  <a:lnTo>
                    <a:pt x="503682" y="1199235"/>
                  </a:lnTo>
                  <a:lnTo>
                    <a:pt x="534758" y="1202283"/>
                  </a:lnTo>
                  <a:lnTo>
                    <a:pt x="551116" y="1203680"/>
                  </a:lnTo>
                  <a:lnTo>
                    <a:pt x="562559" y="1203680"/>
                  </a:lnTo>
                  <a:lnTo>
                    <a:pt x="598538" y="1208252"/>
                  </a:lnTo>
                  <a:lnTo>
                    <a:pt x="606704" y="1208252"/>
                  </a:lnTo>
                  <a:lnTo>
                    <a:pt x="616521" y="1209776"/>
                  </a:lnTo>
                  <a:lnTo>
                    <a:pt x="623062" y="1209776"/>
                  </a:lnTo>
                  <a:lnTo>
                    <a:pt x="629602" y="1211300"/>
                  </a:lnTo>
                  <a:lnTo>
                    <a:pt x="637781" y="1212824"/>
                  </a:lnTo>
                  <a:lnTo>
                    <a:pt x="642683" y="1214361"/>
                  </a:lnTo>
                  <a:lnTo>
                    <a:pt x="645960" y="1191615"/>
                  </a:lnTo>
                  <a:close/>
                </a:path>
                <a:path w="4554855" h="2729229">
                  <a:moveTo>
                    <a:pt x="1030262" y="2205291"/>
                  </a:moveTo>
                  <a:lnTo>
                    <a:pt x="1022083" y="2184171"/>
                  </a:lnTo>
                  <a:lnTo>
                    <a:pt x="719556" y="2288260"/>
                  </a:lnTo>
                  <a:lnTo>
                    <a:pt x="729361" y="2310879"/>
                  </a:lnTo>
                  <a:lnTo>
                    <a:pt x="1030262" y="2205291"/>
                  </a:lnTo>
                  <a:close/>
                </a:path>
                <a:path w="4554855" h="2729229">
                  <a:moveTo>
                    <a:pt x="1326311" y="1221854"/>
                  </a:moveTo>
                  <a:lnTo>
                    <a:pt x="1324660" y="1217282"/>
                  </a:lnTo>
                  <a:lnTo>
                    <a:pt x="1324660" y="1212824"/>
                  </a:lnTo>
                  <a:lnTo>
                    <a:pt x="1323009" y="1203680"/>
                  </a:lnTo>
                  <a:lnTo>
                    <a:pt x="1323009" y="1193139"/>
                  </a:lnTo>
                  <a:lnTo>
                    <a:pt x="1321358" y="1184122"/>
                  </a:lnTo>
                  <a:lnTo>
                    <a:pt x="1321358" y="1176629"/>
                  </a:lnTo>
                  <a:lnTo>
                    <a:pt x="1319707" y="1167485"/>
                  </a:lnTo>
                  <a:lnTo>
                    <a:pt x="1319707" y="1159992"/>
                  </a:lnTo>
                  <a:lnTo>
                    <a:pt x="1318056" y="1149451"/>
                  </a:lnTo>
                  <a:lnTo>
                    <a:pt x="1318056" y="1116291"/>
                  </a:lnTo>
                  <a:lnTo>
                    <a:pt x="1313243" y="1075512"/>
                  </a:lnTo>
                  <a:lnTo>
                    <a:pt x="1313243" y="1061923"/>
                  </a:lnTo>
                  <a:lnTo>
                    <a:pt x="1311592" y="1045413"/>
                  </a:lnTo>
                  <a:lnTo>
                    <a:pt x="1311592" y="1030300"/>
                  </a:lnTo>
                  <a:lnTo>
                    <a:pt x="1309928" y="1013663"/>
                  </a:lnTo>
                  <a:lnTo>
                    <a:pt x="1309928" y="998537"/>
                  </a:lnTo>
                  <a:lnTo>
                    <a:pt x="1304975" y="944295"/>
                  </a:lnTo>
                  <a:lnTo>
                    <a:pt x="1304975" y="926134"/>
                  </a:lnTo>
                  <a:lnTo>
                    <a:pt x="1303324" y="905052"/>
                  </a:lnTo>
                  <a:lnTo>
                    <a:pt x="1303324" y="885494"/>
                  </a:lnTo>
                  <a:lnTo>
                    <a:pt x="1301673" y="865797"/>
                  </a:lnTo>
                  <a:lnTo>
                    <a:pt x="1301673" y="846239"/>
                  </a:lnTo>
                  <a:lnTo>
                    <a:pt x="1296860" y="779932"/>
                  </a:lnTo>
                  <a:lnTo>
                    <a:pt x="1296860" y="757199"/>
                  </a:lnTo>
                  <a:lnTo>
                    <a:pt x="1291907" y="686320"/>
                  </a:lnTo>
                  <a:lnTo>
                    <a:pt x="1291907" y="663702"/>
                  </a:lnTo>
                  <a:lnTo>
                    <a:pt x="1286954" y="588378"/>
                  </a:lnTo>
                  <a:lnTo>
                    <a:pt x="1286954" y="564248"/>
                  </a:lnTo>
                  <a:lnTo>
                    <a:pt x="1283792" y="511403"/>
                  </a:lnTo>
                  <a:lnTo>
                    <a:pt x="1283792" y="460082"/>
                  </a:lnTo>
                  <a:lnTo>
                    <a:pt x="1278839" y="378663"/>
                  </a:lnTo>
                  <a:lnTo>
                    <a:pt x="1278839" y="351485"/>
                  </a:lnTo>
                  <a:lnTo>
                    <a:pt x="1277188" y="322897"/>
                  </a:lnTo>
                  <a:lnTo>
                    <a:pt x="1277188" y="239826"/>
                  </a:lnTo>
                  <a:lnTo>
                    <a:pt x="1275537" y="209727"/>
                  </a:lnTo>
                  <a:lnTo>
                    <a:pt x="1275537" y="10553"/>
                  </a:lnTo>
                  <a:lnTo>
                    <a:pt x="1249387" y="10553"/>
                  </a:lnTo>
                  <a:lnTo>
                    <a:pt x="1249387" y="206667"/>
                  </a:lnTo>
                  <a:lnTo>
                    <a:pt x="1251038" y="223316"/>
                  </a:lnTo>
                  <a:lnTo>
                    <a:pt x="1251038" y="242874"/>
                  </a:lnTo>
                  <a:lnTo>
                    <a:pt x="1252689" y="262559"/>
                  </a:lnTo>
                  <a:lnTo>
                    <a:pt x="1252689" y="279082"/>
                  </a:lnTo>
                  <a:lnTo>
                    <a:pt x="1254340" y="300164"/>
                  </a:lnTo>
                  <a:lnTo>
                    <a:pt x="1254340" y="392252"/>
                  </a:lnTo>
                  <a:lnTo>
                    <a:pt x="1255991" y="411822"/>
                  </a:lnTo>
                  <a:lnTo>
                    <a:pt x="1255991" y="431507"/>
                  </a:lnTo>
                  <a:lnTo>
                    <a:pt x="1257503" y="451065"/>
                  </a:lnTo>
                  <a:lnTo>
                    <a:pt x="1257503" y="508355"/>
                  </a:lnTo>
                  <a:lnTo>
                    <a:pt x="1259154" y="528040"/>
                  </a:lnTo>
                  <a:lnTo>
                    <a:pt x="1259154" y="546087"/>
                  </a:lnTo>
                  <a:lnTo>
                    <a:pt x="1264119" y="606412"/>
                  </a:lnTo>
                  <a:lnTo>
                    <a:pt x="1264119" y="644144"/>
                  </a:lnTo>
                  <a:lnTo>
                    <a:pt x="1267421" y="683399"/>
                  </a:lnTo>
                  <a:lnTo>
                    <a:pt x="1267421" y="720991"/>
                  </a:lnTo>
                  <a:lnTo>
                    <a:pt x="1270723" y="760247"/>
                  </a:lnTo>
                  <a:lnTo>
                    <a:pt x="1270723" y="778408"/>
                  </a:lnTo>
                  <a:lnTo>
                    <a:pt x="1272235" y="797966"/>
                  </a:lnTo>
                  <a:lnTo>
                    <a:pt x="1272235" y="817537"/>
                  </a:lnTo>
                  <a:lnTo>
                    <a:pt x="1273886" y="838746"/>
                  </a:lnTo>
                  <a:lnTo>
                    <a:pt x="1273886" y="856780"/>
                  </a:lnTo>
                  <a:lnTo>
                    <a:pt x="1278839" y="917117"/>
                  </a:lnTo>
                  <a:lnTo>
                    <a:pt x="1278839" y="935278"/>
                  </a:lnTo>
                  <a:lnTo>
                    <a:pt x="1283792" y="994092"/>
                  </a:lnTo>
                  <a:lnTo>
                    <a:pt x="1283792" y="1012126"/>
                  </a:lnTo>
                  <a:lnTo>
                    <a:pt x="1288605" y="1070940"/>
                  </a:lnTo>
                  <a:lnTo>
                    <a:pt x="1288605" y="1089113"/>
                  </a:lnTo>
                  <a:lnTo>
                    <a:pt x="1293558" y="1147927"/>
                  </a:lnTo>
                  <a:lnTo>
                    <a:pt x="1293558" y="1166088"/>
                  </a:lnTo>
                  <a:lnTo>
                    <a:pt x="1296860" y="1205204"/>
                  </a:lnTo>
                  <a:lnTo>
                    <a:pt x="1300022" y="1224902"/>
                  </a:lnTo>
                  <a:lnTo>
                    <a:pt x="1326311" y="1221854"/>
                  </a:lnTo>
                  <a:close/>
                </a:path>
                <a:path w="4554855" h="2729229">
                  <a:moveTo>
                    <a:pt x="1640179" y="1209776"/>
                  </a:moveTo>
                  <a:lnTo>
                    <a:pt x="1638668" y="1197711"/>
                  </a:lnTo>
                  <a:lnTo>
                    <a:pt x="1638668" y="1185646"/>
                  </a:lnTo>
                  <a:lnTo>
                    <a:pt x="1599311" y="1185646"/>
                  </a:lnTo>
                  <a:lnTo>
                    <a:pt x="1589544" y="1187170"/>
                  </a:lnTo>
                  <a:lnTo>
                    <a:pt x="1573161" y="1185646"/>
                  </a:lnTo>
                  <a:lnTo>
                    <a:pt x="1519224" y="1185646"/>
                  </a:lnTo>
                  <a:lnTo>
                    <a:pt x="1506156" y="1184122"/>
                  </a:lnTo>
                  <a:lnTo>
                    <a:pt x="1411351" y="1184122"/>
                  </a:lnTo>
                  <a:lnTo>
                    <a:pt x="1409700" y="1208252"/>
                  </a:lnTo>
                  <a:lnTo>
                    <a:pt x="1574825" y="1208252"/>
                  </a:lnTo>
                  <a:lnTo>
                    <a:pt x="1591195" y="1209776"/>
                  </a:lnTo>
                  <a:lnTo>
                    <a:pt x="1640179" y="1209776"/>
                  </a:lnTo>
                  <a:close/>
                </a:path>
                <a:path w="4554855" h="2729229">
                  <a:moveTo>
                    <a:pt x="2345118" y="2615565"/>
                  </a:moveTo>
                  <a:lnTo>
                    <a:pt x="2332037" y="2597467"/>
                  </a:lnTo>
                  <a:lnTo>
                    <a:pt x="2322131" y="2588425"/>
                  </a:lnTo>
                  <a:lnTo>
                    <a:pt x="2314016" y="2583891"/>
                  </a:lnTo>
                  <a:lnTo>
                    <a:pt x="2307412" y="2579370"/>
                  </a:lnTo>
                  <a:lnTo>
                    <a:pt x="2297646" y="2574848"/>
                  </a:lnTo>
                  <a:lnTo>
                    <a:pt x="2287867" y="2571826"/>
                  </a:lnTo>
                  <a:lnTo>
                    <a:pt x="2274798" y="2567305"/>
                  </a:lnTo>
                  <a:lnTo>
                    <a:pt x="2263241" y="2565793"/>
                  </a:lnTo>
                  <a:lnTo>
                    <a:pt x="2248522" y="2564295"/>
                  </a:lnTo>
                  <a:lnTo>
                    <a:pt x="2212606" y="2564295"/>
                  </a:lnTo>
                  <a:lnTo>
                    <a:pt x="2202840" y="2565793"/>
                  </a:lnTo>
                  <a:lnTo>
                    <a:pt x="2194572" y="2567305"/>
                  </a:lnTo>
                  <a:lnTo>
                    <a:pt x="2184806" y="2567305"/>
                  </a:lnTo>
                  <a:lnTo>
                    <a:pt x="2175040" y="2570327"/>
                  </a:lnTo>
                  <a:lnTo>
                    <a:pt x="2166785" y="2570327"/>
                  </a:lnTo>
                  <a:lnTo>
                    <a:pt x="2158669" y="2573337"/>
                  </a:lnTo>
                  <a:lnTo>
                    <a:pt x="2148751" y="2573337"/>
                  </a:lnTo>
                  <a:lnTo>
                    <a:pt x="2140635" y="2574848"/>
                  </a:lnTo>
                  <a:lnTo>
                    <a:pt x="2130869" y="2574848"/>
                  </a:lnTo>
                  <a:lnTo>
                    <a:pt x="2122614" y="2576360"/>
                  </a:lnTo>
                  <a:lnTo>
                    <a:pt x="2112848" y="2574848"/>
                  </a:lnTo>
                  <a:lnTo>
                    <a:pt x="2103069" y="2574848"/>
                  </a:lnTo>
                  <a:lnTo>
                    <a:pt x="2093163" y="2571826"/>
                  </a:lnTo>
                  <a:lnTo>
                    <a:pt x="2083396" y="2570327"/>
                  </a:lnTo>
                  <a:lnTo>
                    <a:pt x="2073630" y="2565793"/>
                  </a:lnTo>
                  <a:lnTo>
                    <a:pt x="2065375" y="2562783"/>
                  </a:lnTo>
                  <a:lnTo>
                    <a:pt x="2058898" y="2559761"/>
                  </a:lnTo>
                  <a:lnTo>
                    <a:pt x="2044179" y="2550706"/>
                  </a:lnTo>
                  <a:lnTo>
                    <a:pt x="2022856" y="2531097"/>
                  </a:lnTo>
                  <a:lnTo>
                    <a:pt x="2013077" y="2526576"/>
                  </a:lnTo>
                  <a:lnTo>
                    <a:pt x="2004961" y="2523566"/>
                  </a:lnTo>
                  <a:lnTo>
                    <a:pt x="1991893" y="2520543"/>
                  </a:lnTo>
                  <a:lnTo>
                    <a:pt x="1968906" y="2520543"/>
                  </a:lnTo>
                  <a:lnTo>
                    <a:pt x="1947722" y="2523566"/>
                  </a:lnTo>
                  <a:lnTo>
                    <a:pt x="1937816" y="2526576"/>
                  </a:lnTo>
                  <a:lnTo>
                    <a:pt x="1942769" y="2549194"/>
                  </a:lnTo>
                  <a:lnTo>
                    <a:pt x="1950885" y="2546185"/>
                  </a:lnTo>
                  <a:lnTo>
                    <a:pt x="1960791" y="2544673"/>
                  </a:lnTo>
                  <a:lnTo>
                    <a:pt x="1985289" y="2544673"/>
                  </a:lnTo>
                  <a:lnTo>
                    <a:pt x="1996706" y="2546185"/>
                  </a:lnTo>
                  <a:lnTo>
                    <a:pt x="2008124" y="2552217"/>
                  </a:lnTo>
                  <a:lnTo>
                    <a:pt x="2019681" y="2561272"/>
                  </a:lnTo>
                  <a:lnTo>
                    <a:pt x="2027809" y="2568816"/>
                  </a:lnTo>
                  <a:lnTo>
                    <a:pt x="2039226" y="2576360"/>
                  </a:lnTo>
                  <a:lnTo>
                    <a:pt x="2044179" y="2579370"/>
                  </a:lnTo>
                  <a:lnTo>
                    <a:pt x="2053945" y="2583891"/>
                  </a:lnTo>
                  <a:lnTo>
                    <a:pt x="2062200" y="2588425"/>
                  </a:lnTo>
                  <a:lnTo>
                    <a:pt x="2075281" y="2592946"/>
                  </a:lnTo>
                  <a:lnTo>
                    <a:pt x="2086698" y="2594457"/>
                  </a:lnTo>
                  <a:lnTo>
                    <a:pt x="2099767" y="2597467"/>
                  </a:lnTo>
                  <a:lnTo>
                    <a:pt x="2120963" y="2600490"/>
                  </a:lnTo>
                  <a:lnTo>
                    <a:pt x="2129218" y="2598978"/>
                  </a:lnTo>
                  <a:lnTo>
                    <a:pt x="2137333" y="2598978"/>
                  </a:lnTo>
                  <a:lnTo>
                    <a:pt x="2145588" y="2597467"/>
                  </a:lnTo>
                  <a:lnTo>
                    <a:pt x="2155367" y="2597467"/>
                  </a:lnTo>
                  <a:lnTo>
                    <a:pt x="2161971" y="2594457"/>
                  </a:lnTo>
                  <a:lnTo>
                    <a:pt x="2171738" y="2594457"/>
                  </a:lnTo>
                  <a:lnTo>
                    <a:pt x="2179853" y="2591435"/>
                  </a:lnTo>
                  <a:lnTo>
                    <a:pt x="2189759" y="2591435"/>
                  </a:lnTo>
                  <a:lnTo>
                    <a:pt x="2209304" y="2588425"/>
                  </a:lnTo>
                  <a:lnTo>
                    <a:pt x="2258428" y="2588425"/>
                  </a:lnTo>
                  <a:lnTo>
                    <a:pt x="2302599" y="2605011"/>
                  </a:lnTo>
                  <a:lnTo>
                    <a:pt x="2320480" y="2624632"/>
                  </a:lnTo>
                  <a:lnTo>
                    <a:pt x="2345118" y="2615565"/>
                  </a:lnTo>
                  <a:close/>
                </a:path>
                <a:path w="4554855" h="2729229">
                  <a:moveTo>
                    <a:pt x="2412123" y="2719654"/>
                  </a:moveTo>
                  <a:lnTo>
                    <a:pt x="2399055" y="2701556"/>
                  </a:lnTo>
                  <a:lnTo>
                    <a:pt x="2389149" y="2692501"/>
                  </a:lnTo>
                  <a:lnTo>
                    <a:pt x="2381034" y="2687980"/>
                  </a:lnTo>
                  <a:lnTo>
                    <a:pt x="2374557" y="2683446"/>
                  </a:lnTo>
                  <a:lnTo>
                    <a:pt x="2364651" y="2678912"/>
                  </a:lnTo>
                  <a:lnTo>
                    <a:pt x="2354884" y="2675902"/>
                  </a:lnTo>
                  <a:lnTo>
                    <a:pt x="2341816" y="2671381"/>
                  </a:lnTo>
                  <a:lnTo>
                    <a:pt x="2330386" y="2669870"/>
                  </a:lnTo>
                  <a:lnTo>
                    <a:pt x="2315667" y="2668359"/>
                  </a:lnTo>
                  <a:lnTo>
                    <a:pt x="2274798" y="2668359"/>
                  </a:lnTo>
                  <a:lnTo>
                    <a:pt x="2261590" y="2669870"/>
                  </a:lnTo>
                  <a:lnTo>
                    <a:pt x="2250173" y="2672880"/>
                  </a:lnTo>
                  <a:lnTo>
                    <a:pt x="2237092" y="2674391"/>
                  </a:lnTo>
                  <a:lnTo>
                    <a:pt x="2225675" y="2677414"/>
                  </a:lnTo>
                  <a:lnTo>
                    <a:pt x="2212606" y="2678912"/>
                  </a:lnTo>
                  <a:lnTo>
                    <a:pt x="2202840" y="2681935"/>
                  </a:lnTo>
                  <a:lnTo>
                    <a:pt x="2178202" y="2681935"/>
                  </a:lnTo>
                  <a:lnTo>
                    <a:pt x="2165134" y="2678912"/>
                  </a:lnTo>
                  <a:lnTo>
                    <a:pt x="2153716" y="2677414"/>
                  </a:lnTo>
                  <a:lnTo>
                    <a:pt x="2140635" y="2671381"/>
                  </a:lnTo>
                  <a:lnTo>
                    <a:pt x="2129218" y="2666847"/>
                  </a:lnTo>
                  <a:lnTo>
                    <a:pt x="2116150" y="2657805"/>
                  </a:lnTo>
                  <a:lnTo>
                    <a:pt x="2104720" y="2648762"/>
                  </a:lnTo>
                  <a:lnTo>
                    <a:pt x="2090000" y="2635186"/>
                  </a:lnTo>
                  <a:lnTo>
                    <a:pt x="2080094" y="2630665"/>
                  </a:lnTo>
                  <a:lnTo>
                    <a:pt x="2071979" y="2627642"/>
                  </a:lnTo>
                  <a:lnTo>
                    <a:pt x="2058898" y="2624632"/>
                  </a:lnTo>
                  <a:lnTo>
                    <a:pt x="2034413" y="2624632"/>
                  </a:lnTo>
                  <a:lnTo>
                    <a:pt x="2026158" y="2626131"/>
                  </a:lnTo>
                  <a:lnTo>
                    <a:pt x="2014728" y="2627642"/>
                  </a:lnTo>
                  <a:lnTo>
                    <a:pt x="2004961" y="2630665"/>
                  </a:lnTo>
                  <a:lnTo>
                    <a:pt x="2009775" y="2653284"/>
                  </a:lnTo>
                  <a:lnTo>
                    <a:pt x="2018030" y="2650261"/>
                  </a:lnTo>
                  <a:lnTo>
                    <a:pt x="2027809" y="2648762"/>
                  </a:lnTo>
                  <a:lnTo>
                    <a:pt x="2052294" y="2648762"/>
                  </a:lnTo>
                  <a:lnTo>
                    <a:pt x="2063724" y="2651772"/>
                  </a:lnTo>
                  <a:lnTo>
                    <a:pt x="2075281" y="2656294"/>
                  </a:lnTo>
                  <a:lnTo>
                    <a:pt x="2086698" y="2665349"/>
                  </a:lnTo>
                  <a:lnTo>
                    <a:pt x="2094814" y="2672880"/>
                  </a:lnTo>
                  <a:lnTo>
                    <a:pt x="2106244" y="2680424"/>
                  </a:lnTo>
                  <a:lnTo>
                    <a:pt x="2111197" y="2683446"/>
                  </a:lnTo>
                  <a:lnTo>
                    <a:pt x="2120963" y="2687980"/>
                  </a:lnTo>
                  <a:lnTo>
                    <a:pt x="2129218" y="2692501"/>
                  </a:lnTo>
                  <a:lnTo>
                    <a:pt x="2142286" y="2697022"/>
                  </a:lnTo>
                  <a:lnTo>
                    <a:pt x="2153716" y="2698534"/>
                  </a:lnTo>
                  <a:lnTo>
                    <a:pt x="2165134" y="2701556"/>
                  </a:lnTo>
                  <a:lnTo>
                    <a:pt x="2186457" y="2704566"/>
                  </a:lnTo>
                  <a:lnTo>
                    <a:pt x="2194572" y="2703055"/>
                  </a:lnTo>
                  <a:lnTo>
                    <a:pt x="2204491" y="2703055"/>
                  </a:lnTo>
                  <a:lnTo>
                    <a:pt x="2212606" y="2701556"/>
                  </a:lnTo>
                  <a:lnTo>
                    <a:pt x="2222373" y="2701556"/>
                  </a:lnTo>
                  <a:lnTo>
                    <a:pt x="2238743" y="2698534"/>
                  </a:lnTo>
                  <a:lnTo>
                    <a:pt x="2276310" y="2692501"/>
                  </a:lnTo>
                  <a:lnTo>
                    <a:pt x="2325433" y="2692501"/>
                  </a:lnTo>
                  <a:lnTo>
                    <a:pt x="2369604" y="2709087"/>
                  </a:lnTo>
                  <a:lnTo>
                    <a:pt x="2387638" y="2728696"/>
                  </a:lnTo>
                  <a:lnTo>
                    <a:pt x="2412123" y="2719654"/>
                  </a:lnTo>
                  <a:close/>
                </a:path>
                <a:path w="4554855" h="2729229">
                  <a:moveTo>
                    <a:pt x="3107156" y="2279192"/>
                  </a:moveTo>
                  <a:lnTo>
                    <a:pt x="3103854" y="2267140"/>
                  </a:lnTo>
                  <a:lnTo>
                    <a:pt x="3102203" y="2256574"/>
                  </a:lnTo>
                  <a:lnTo>
                    <a:pt x="3089135" y="2256574"/>
                  </a:lnTo>
                  <a:lnTo>
                    <a:pt x="3079356" y="2258085"/>
                  </a:lnTo>
                  <a:lnTo>
                    <a:pt x="3066288" y="2259596"/>
                  </a:lnTo>
                  <a:lnTo>
                    <a:pt x="3056382" y="2261108"/>
                  </a:lnTo>
                  <a:lnTo>
                    <a:pt x="3044964" y="2261108"/>
                  </a:lnTo>
                  <a:lnTo>
                    <a:pt x="3035185" y="2262606"/>
                  </a:lnTo>
                  <a:lnTo>
                    <a:pt x="3025419" y="2262606"/>
                  </a:lnTo>
                  <a:lnTo>
                    <a:pt x="3015513" y="2264118"/>
                  </a:lnTo>
                  <a:lnTo>
                    <a:pt x="3005747" y="2262606"/>
                  </a:lnTo>
                  <a:lnTo>
                    <a:pt x="2995968" y="2262606"/>
                  </a:lnTo>
                  <a:lnTo>
                    <a:pt x="2987713" y="2261108"/>
                  </a:lnTo>
                  <a:lnTo>
                    <a:pt x="2981248" y="2261108"/>
                  </a:lnTo>
                  <a:lnTo>
                    <a:pt x="2969691" y="2258085"/>
                  </a:lnTo>
                  <a:lnTo>
                    <a:pt x="2963227" y="2255075"/>
                  </a:lnTo>
                  <a:lnTo>
                    <a:pt x="2954972" y="2246020"/>
                  </a:lnTo>
                  <a:lnTo>
                    <a:pt x="2938729" y="2233955"/>
                  </a:lnTo>
                  <a:lnTo>
                    <a:pt x="2932125" y="2229434"/>
                  </a:lnTo>
                  <a:lnTo>
                    <a:pt x="2922359" y="2224913"/>
                  </a:lnTo>
                  <a:lnTo>
                    <a:pt x="2914104" y="2220379"/>
                  </a:lnTo>
                  <a:lnTo>
                    <a:pt x="2904325" y="2217356"/>
                  </a:lnTo>
                  <a:lnTo>
                    <a:pt x="2896209" y="2217356"/>
                  </a:lnTo>
                  <a:lnTo>
                    <a:pt x="2884652" y="2214334"/>
                  </a:lnTo>
                  <a:lnTo>
                    <a:pt x="2863456" y="2214334"/>
                  </a:lnTo>
                  <a:lnTo>
                    <a:pt x="2838970" y="2217356"/>
                  </a:lnTo>
                  <a:lnTo>
                    <a:pt x="2827553" y="2220379"/>
                  </a:lnTo>
                  <a:lnTo>
                    <a:pt x="2804566" y="2229434"/>
                  </a:lnTo>
                  <a:lnTo>
                    <a:pt x="2793149" y="2232444"/>
                  </a:lnTo>
                  <a:lnTo>
                    <a:pt x="2778429" y="2238476"/>
                  </a:lnTo>
                  <a:lnTo>
                    <a:pt x="2768650" y="2239988"/>
                  </a:lnTo>
                  <a:lnTo>
                    <a:pt x="2760395" y="2243010"/>
                  </a:lnTo>
                  <a:lnTo>
                    <a:pt x="2750629" y="2244509"/>
                  </a:lnTo>
                  <a:lnTo>
                    <a:pt x="2742514" y="2247531"/>
                  </a:lnTo>
                  <a:lnTo>
                    <a:pt x="2730957" y="2247531"/>
                  </a:lnTo>
                  <a:lnTo>
                    <a:pt x="2719527" y="2249043"/>
                  </a:lnTo>
                  <a:lnTo>
                    <a:pt x="2708110" y="2247531"/>
                  </a:lnTo>
                  <a:lnTo>
                    <a:pt x="2698343" y="2247531"/>
                  </a:lnTo>
                  <a:lnTo>
                    <a:pt x="2686786" y="2244509"/>
                  </a:lnTo>
                  <a:lnTo>
                    <a:pt x="2677007" y="2243010"/>
                  </a:lnTo>
                  <a:lnTo>
                    <a:pt x="2657475" y="2233955"/>
                  </a:lnTo>
                  <a:lnTo>
                    <a:pt x="2611653" y="2205291"/>
                  </a:lnTo>
                  <a:lnTo>
                    <a:pt x="2578900" y="2193226"/>
                  </a:lnTo>
                  <a:lnTo>
                    <a:pt x="2564180" y="2188705"/>
                  </a:lnTo>
                  <a:lnTo>
                    <a:pt x="2549448" y="2188705"/>
                  </a:lnTo>
                  <a:lnTo>
                    <a:pt x="2534729" y="2187194"/>
                  </a:lnTo>
                  <a:lnTo>
                    <a:pt x="2520010" y="2190204"/>
                  </a:lnTo>
                  <a:lnTo>
                    <a:pt x="2510244" y="2190204"/>
                  </a:lnTo>
                  <a:lnTo>
                    <a:pt x="2502116" y="2193226"/>
                  </a:lnTo>
                  <a:lnTo>
                    <a:pt x="2492210" y="2194737"/>
                  </a:lnTo>
                  <a:lnTo>
                    <a:pt x="2484094" y="2199259"/>
                  </a:lnTo>
                  <a:lnTo>
                    <a:pt x="2464422" y="2205291"/>
                  </a:lnTo>
                  <a:lnTo>
                    <a:pt x="2454643" y="2209812"/>
                  </a:lnTo>
                  <a:lnTo>
                    <a:pt x="2446388" y="2215845"/>
                  </a:lnTo>
                  <a:lnTo>
                    <a:pt x="2454643" y="2233955"/>
                  </a:lnTo>
                  <a:lnTo>
                    <a:pt x="2467724" y="2226411"/>
                  </a:lnTo>
                  <a:lnTo>
                    <a:pt x="2480792" y="2221890"/>
                  </a:lnTo>
                  <a:lnTo>
                    <a:pt x="2492210" y="2217356"/>
                  </a:lnTo>
                  <a:lnTo>
                    <a:pt x="2505278" y="2214334"/>
                  </a:lnTo>
                  <a:lnTo>
                    <a:pt x="2515197" y="2209812"/>
                  </a:lnTo>
                  <a:lnTo>
                    <a:pt x="2526614" y="2209812"/>
                  </a:lnTo>
                  <a:lnTo>
                    <a:pt x="2536380" y="2208301"/>
                  </a:lnTo>
                  <a:lnTo>
                    <a:pt x="2547797" y="2209812"/>
                  </a:lnTo>
                  <a:lnTo>
                    <a:pt x="2557716" y="2209812"/>
                  </a:lnTo>
                  <a:lnTo>
                    <a:pt x="2567482" y="2212835"/>
                  </a:lnTo>
                  <a:lnTo>
                    <a:pt x="2578900" y="2215845"/>
                  </a:lnTo>
                  <a:lnTo>
                    <a:pt x="2601747" y="2224913"/>
                  </a:lnTo>
                  <a:lnTo>
                    <a:pt x="2614955" y="2232444"/>
                  </a:lnTo>
                  <a:lnTo>
                    <a:pt x="2619768" y="2235466"/>
                  </a:lnTo>
                  <a:lnTo>
                    <a:pt x="2628023" y="2239988"/>
                  </a:lnTo>
                  <a:lnTo>
                    <a:pt x="2634488" y="2244509"/>
                  </a:lnTo>
                  <a:lnTo>
                    <a:pt x="2644267" y="2249043"/>
                  </a:lnTo>
                  <a:lnTo>
                    <a:pt x="2658986" y="2258085"/>
                  </a:lnTo>
                  <a:lnTo>
                    <a:pt x="2675356" y="2265629"/>
                  </a:lnTo>
                  <a:lnTo>
                    <a:pt x="2691739" y="2268639"/>
                  </a:lnTo>
                  <a:lnTo>
                    <a:pt x="2713063" y="2271661"/>
                  </a:lnTo>
                  <a:lnTo>
                    <a:pt x="2722829" y="2270150"/>
                  </a:lnTo>
                  <a:lnTo>
                    <a:pt x="2732608" y="2270150"/>
                  </a:lnTo>
                  <a:lnTo>
                    <a:pt x="2757093" y="2267140"/>
                  </a:lnTo>
                  <a:lnTo>
                    <a:pt x="2768650" y="2262606"/>
                  </a:lnTo>
                  <a:lnTo>
                    <a:pt x="2783382" y="2259596"/>
                  </a:lnTo>
                  <a:lnTo>
                    <a:pt x="2798102" y="2255075"/>
                  </a:lnTo>
                  <a:lnTo>
                    <a:pt x="2814332" y="2252053"/>
                  </a:lnTo>
                  <a:lnTo>
                    <a:pt x="2824251" y="2247531"/>
                  </a:lnTo>
                  <a:lnTo>
                    <a:pt x="2843784" y="2241499"/>
                  </a:lnTo>
                  <a:lnTo>
                    <a:pt x="2853690" y="2239988"/>
                  </a:lnTo>
                  <a:lnTo>
                    <a:pt x="2861805" y="2238476"/>
                  </a:lnTo>
                  <a:lnTo>
                    <a:pt x="2879839" y="2238476"/>
                  </a:lnTo>
                  <a:lnTo>
                    <a:pt x="2889605" y="2239988"/>
                  </a:lnTo>
                  <a:lnTo>
                    <a:pt x="2904325" y="2243010"/>
                  </a:lnTo>
                  <a:lnTo>
                    <a:pt x="2919057" y="2249043"/>
                  </a:lnTo>
                  <a:lnTo>
                    <a:pt x="2930474" y="2258085"/>
                  </a:lnTo>
                  <a:lnTo>
                    <a:pt x="2948495" y="2274671"/>
                  </a:lnTo>
                  <a:lnTo>
                    <a:pt x="2956623" y="2279192"/>
                  </a:lnTo>
                  <a:lnTo>
                    <a:pt x="2964878" y="2280704"/>
                  </a:lnTo>
                  <a:lnTo>
                    <a:pt x="2976295" y="2283726"/>
                  </a:lnTo>
                  <a:lnTo>
                    <a:pt x="2986062" y="2283726"/>
                  </a:lnTo>
                  <a:lnTo>
                    <a:pt x="2999143" y="2285225"/>
                  </a:lnTo>
                  <a:lnTo>
                    <a:pt x="3012211" y="2285225"/>
                  </a:lnTo>
                  <a:lnTo>
                    <a:pt x="3026930" y="2286749"/>
                  </a:lnTo>
                  <a:lnTo>
                    <a:pt x="3038487" y="2285225"/>
                  </a:lnTo>
                  <a:lnTo>
                    <a:pt x="3051568" y="2285225"/>
                  </a:lnTo>
                  <a:lnTo>
                    <a:pt x="3074403" y="2282215"/>
                  </a:lnTo>
                  <a:lnTo>
                    <a:pt x="3082518" y="2280704"/>
                  </a:lnTo>
                  <a:lnTo>
                    <a:pt x="3092437" y="2279192"/>
                  </a:lnTo>
                  <a:lnTo>
                    <a:pt x="3107156" y="2279192"/>
                  </a:lnTo>
                  <a:close/>
                </a:path>
                <a:path w="4554855" h="2729229">
                  <a:moveTo>
                    <a:pt x="3118574" y="2357640"/>
                  </a:moveTo>
                  <a:lnTo>
                    <a:pt x="3115272" y="2345563"/>
                  </a:lnTo>
                  <a:lnTo>
                    <a:pt x="3113621" y="2335009"/>
                  </a:lnTo>
                  <a:lnTo>
                    <a:pt x="3102203" y="2335009"/>
                  </a:lnTo>
                  <a:lnTo>
                    <a:pt x="3079356" y="2338032"/>
                  </a:lnTo>
                  <a:lnTo>
                    <a:pt x="3069450" y="2339530"/>
                  </a:lnTo>
                  <a:lnTo>
                    <a:pt x="3058033" y="2339530"/>
                  </a:lnTo>
                  <a:lnTo>
                    <a:pt x="3046615" y="2341041"/>
                  </a:lnTo>
                  <a:lnTo>
                    <a:pt x="3036836" y="2341041"/>
                  </a:lnTo>
                  <a:lnTo>
                    <a:pt x="3026930" y="2342553"/>
                  </a:lnTo>
                  <a:lnTo>
                    <a:pt x="3017164" y="2341041"/>
                  </a:lnTo>
                  <a:lnTo>
                    <a:pt x="3007398" y="2341041"/>
                  </a:lnTo>
                  <a:lnTo>
                    <a:pt x="2999143" y="2339530"/>
                  </a:lnTo>
                  <a:lnTo>
                    <a:pt x="2994317" y="2339530"/>
                  </a:lnTo>
                  <a:lnTo>
                    <a:pt x="2981248" y="2336520"/>
                  </a:lnTo>
                  <a:lnTo>
                    <a:pt x="2976295" y="2333498"/>
                  </a:lnTo>
                  <a:lnTo>
                    <a:pt x="2968180" y="2324455"/>
                  </a:lnTo>
                  <a:lnTo>
                    <a:pt x="2951797" y="2312390"/>
                  </a:lnTo>
                  <a:lnTo>
                    <a:pt x="2945193" y="2307869"/>
                  </a:lnTo>
                  <a:lnTo>
                    <a:pt x="2935427" y="2303335"/>
                  </a:lnTo>
                  <a:lnTo>
                    <a:pt x="2927172" y="2298814"/>
                  </a:lnTo>
                  <a:lnTo>
                    <a:pt x="2917406" y="2295804"/>
                  </a:lnTo>
                  <a:lnTo>
                    <a:pt x="2909278" y="2295804"/>
                  </a:lnTo>
                  <a:lnTo>
                    <a:pt x="2897860" y="2292781"/>
                  </a:lnTo>
                  <a:lnTo>
                    <a:pt x="2874886" y="2292781"/>
                  </a:lnTo>
                  <a:lnTo>
                    <a:pt x="2865107" y="2294293"/>
                  </a:lnTo>
                  <a:lnTo>
                    <a:pt x="2852039" y="2295804"/>
                  </a:lnTo>
                  <a:lnTo>
                    <a:pt x="2840621" y="2298814"/>
                  </a:lnTo>
                  <a:lnTo>
                    <a:pt x="2817634" y="2307869"/>
                  </a:lnTo>
                  <a:lnTo>
                    <a:pt x="2801264" y="2313902"/>
                  </a:lnTo>
                  <a:lnTo>
                    <a:pt x="2791498" y="2316911"/>
                  </a:lnTo>
                  <a:lnTo>
                    <a:pt x="2783382" y="2319934"/>
                  </a:lnTo>
                  <a:lnTo>
                    <a:pt x="2753931" y="2324455"/>
                  </a:lnTo>
                  <a:lnTo>
                    <a:pt x="2744025" y="2327465"/>
                  </a:lnTo>
                  <a:lnTo>
                    <a:pt x="2721178" y="2327465"/>
                  </a:lnTo>
                  <a:lnTo>
                    <a:pt x="2681960" y="2318423"/>
                  </a:lnTo>
                  <a:lnTo>
                    <a:pt x="2655824" y="2301837"/>
                  </a:lnTo>
                  <a:lnTo>
                    <a:pt x="2647569" y="2297303"/>
                  </a:lnTo>
                  <a:lnTo>
                    <a:pt x="2639441" y="2289772"/>
                  </a:lnTo>
                  <a:lnTo>
                    <a:pt x="2619768" y="2279192"/>
                  </a:lnTo>
                  <a:lnTo>
                    <a:pt x="2610002" y="2273160"/>
                  </a:lnTo>
                  <a:lnTo>
                    <a:pt x="2598572" y="2268639"/>
                  </a:lnTo>
                  <a:lnTo>
                    <a:pt x="2587015" y="2267140"/>
                  </a:lnTo>
                  <a:lnTo>
                    <a:pt x="2572435" y="2262606"/>
                  </a:lnTo>
                  <a:lnTo>
                    <a:pt x="2557716" y="2262606"/>
                  </a:lnTo>
                  <a:lnTo>
                    <a:pt x="2541333" y="2261108"/>
                  </a:lnTo>
                  <a:lnTo>
                    <a:pt x="2526614" y="2264118"/>
                  </a:lnTo>
                  <a:lnTo>
                    <a:pt x="2508593" y="2267140"/>
                  </a:lnTo>
                  <a:lnTo>
                    <a:pt x="2492210" y="2273160"/>
                  </a:lnTo>
                  <a:lnTo>
                    <a:pt x="2482443" y="2276183"/>
                  </a:lnTo>
                  <a:lnTo>
                    <a:pt x="2462771" y="2285225"/>
                  </a:lnTo>
                  <a:lnTo>
                    <a:pt x="2452992" y="2292781"/>
                  </a:lnTo>
                  <a:lnTo>
                    <a:pt x="2466073" y="2312390"/>
                  </a:lnTo>
                  <a:lnTo>
                    <a:pt x="2471026" y="2306358"/>
                  </a:lnTo>
                  <a:lnTo>
                    <a:pt x="2484094" y="2300325"/>
                  </a:lnTo>
                  <a:lnTo>
                    <a:pt x="2490559" y="2295804"/>
                  </a:lnTo>
                  <a:lnTo>
                    <a:pt x="2502116" y="2291270"/>
                  </a:lnTo>
                  <a:lnTo>
                    <a:pt x="2511895" y="2288260"/>
                  </a:lnTo>
                  <a:lnTo>
                    <a:pt x="2524963" y="2286749"/>
                  </a:lnTo>
                  <a:lnTo>
                    <a:pt x="2536380" y="2283726"/>
                  </a:lnTo>
                  <a:lnTo>
                    <a:pt x="2551099" y="2283726"/>
                  </a:lnTo>
                  <a:lnTo>
                    <a:pt x="2564180" y="2285225"/>
                  </a:lnTo>
                  <a:lnTo>
                    <a:pt x="2588666" y="2291270"/>
                  </a:lnTo>
                  <a:lnTo>
                    <a:pt x="2596921" y="2294293"/>
                  </a:lnTo>
                  <a:lnTo>
                    <a:pt x="2606700" y="2297303"/>
                  </a:lnTo>
                  <a:lnTo>
                    <a:pt x="2616466" y="2301837"/>
                  </a:lnTo>
                  <a:lnTo>
                    <a:pt x="2624721" y="2306358"/>
                  </a:lnTo>
                  <a:lnTo>
                    <a:pt x="2644267" y="2318423"/>
                  </a:lnTo>
                  <a:lnTo>
                    <a:pt x="2655824" y="2327465"/>
                  </a:lnTo>
                  <a:lnTo>
                    <a:pt x="2670543" y="2336520"/>
                  </a:lnTo>
                  <a:lnTo>
                    <a:pt x="2686786" y="2344064"/>
                  </a:lnTo>
                  <a:lnTo>
                    <a:pt x="2703157" y="2347074"/>
                  </a:lnTo>
                  <a:lnTo>
                    <a:pt x="2724480" y="2350097"/>
                  </a:lnTo>
                  <a:lnTo>
                    <a:pt x="2734259" y="2348585"/>
                  </a:lnTo>
                  <a:lnTo>
                    <a:pt x="2744025" y="2348585"/>
                  </a:lnTo>
                  <a:lnTo>
                    <a:pt x="2755582" y="2345563"/>
                  </a:lnTo>
                  <a:lnTo>
                    <a:pt x="2768650" y="2344064"/>
                  </a:lnTo>
                  <a:lnTo>
                    <a:pt x="2780080" y="2341041"/>
                  </a:lnTo>
                  <a:lnTo>
                    <a:pt x="2794800" y="2338032"/>
                  </a:lnTo>
                  <a:lnTo>
                    <a:pt x="2809519" y="2333498"/>
                  </a:lnTo>
                  <a:lnTo>
                    <a:pt x="2825902" y="2328976"/>
                  </a:lnTo>
                  <a:lnTo>
                    <a:pt x="2835668" y="2324455"/>
                  </a:lnTo>
                  <a:lnTo>
                    <a:pt x="2855341" y="2318423"/>
                  </a:lnTo>
                  <a:lnTo>
                    <a:pt x="2865107" y="2318423"/>
                  </a:lnTo>
                  <a:lnTo>
                    <a:pt x="2873235" y="2316911"/>
                  </a:lnTo>
                  <a:lnTo>
                    <a:pt x="2891256" y="2316911"/>
                  </a:lnTo>
                  <a:lnTo>
                    <a:pt x="2901023" y="2318423"/>
                  </a:lnTo>
                  <a:lnTo>
                    <a:pt x="2915755" y="2321433"/>
                  </a:lnTo>
                  <a:lnTo>
                    <a:pt x="2930474" y="2327465"/>
                  </a:lnTo>
                  <a:lnTo>
                    <a:pt x="2943542" y="2336520"/>
                  </a:lnTo>
                  <a:lnTo>
                    <a:pt x="2961576" y="2353119"/>
                  </a:lnTo>
                  <a:lnTo>
                    <a:pt x="2969691" y="2357640"/>
                  </a:lnTo>
                  <a:lnTo>
                    <a:pt x="2977946" y="2359152"/>
                  </a:lnTo>
                  <a:lnTo>
                    <a:pt x="2989364" y="2362174"/>
                  </a:lnTo>
                  <a:lnTo>
                    <a:pt x="2999143" y="2362174"/>
                  </a:lnTo>
                  <a:lnTo>
                    <a:pt x="3012211" y="2363673"/>
                  </a:lnTo>
                  <a:lnTo>
                    <a:pt x="3025419" y="2363673"/>
                  </a:lnTo>
                  <a:lnTo>
                    <a:pt x="3040011" y="2365184"/>
                  </a:lnTo>
                  <a:lnTo>
                    <a:pt x="3074403" y="2360663"/>
                  </a:lnTo>
                  <a:lnTo>
                    <a:pt x="3087484" y="2360663"/>
                  </a:lnTo>
                  <a:lnTo>
                    <a:pt x="3105505" y="2357640"/>
                  </a:lnTo>
                  <a:lnTo>
                    <a:pt x="3118574" y="2357640"/>
                  </a:lnTo>
                  <a:close/>
                </a:path>
                <a:path w="4554855" h="2729229">
                  <a:moveTo>
                    <a:pt x="3131655" y="254939"/>
                  </a:moveTo>
                  <a:lnTo>
                    <a:pt x="3129991" y="242874"/>
                  </a:lnTo>
                  <a:lnTo>
                    <a:pt x="3128340" y="232333"/>
                  </a:lnTo>
                  <a:lnTo>
                    <a:pt x="3126689" y="220268"/>
                  </a:lnTo>
                  <a:lnTo>
                    <a:pt x="3125038" y="209715"/>
                  </a:lnTo>
                  <a:lnTo>
                    <a:pt x="3121876" y="200698"/>
                  </a:lnTo>
                  <a:lnTo>
                    <a:pt x="3118574" y="191554"/>
                  </a:lnTo>
                  <a:lnTo>
                    <a:pt x="3115272" y="181013"/>
                  </a:lnTo>
                  <a:lnTo>
                    <a:pt x="3113621" y="173520"/>
                  </a:lnTo>
                  <a:lnTo>
                    <a:pt x="3108807" y="164503"/>
                  </a:lnTo>
                  <a:lnTo>
                    <a:pt x="3103854" y="153962"/>
                  </a:lnTo>
                  <a:lnTo>
                    <a:pt x="3098901" y="146342"/>
                  </a:lnTo>
                  <a:lnTo>
                    <a:pt x="3095739" y="141884"/>
                  </a:lnTo>
                  <a:lnTo>
                    <a:pt x="3087484" y="125247"/>
                  </a:lnTo>
                  <a:lnTo>
                    <a:pt x="3079356" y="114706"/>
                  </a:lnTo>
                  <a:lnTo>
                    <a:pt x="3069450" y="101117"/>
                  </a:lnTo>
                  <a:lnTo>
                    <a:pt x="3059684" y="90576"/>
                  </a:lnTo>
                  <a:lnTo>
                    <a:pt x="3030232" y="63385"/>
                  </a:lnTo>
                  <a:lnTo>
                    <a:pt x="3026930" y="61861"/>
                  </a:lnTo>
                  <a:lnTo>
                    <a:pt x="3018815" y="69481"/>
                  </a:lnTo>
                  <a:lnTo>
                    <a:pt x="3012211" y="81559"/>
                  </a:lnTo>
                  <a:lnTo>
                    <a:pt x="3015513" y="82956"/>
                  </a:lnTo>
                  <a:lnTo>
                    <a:pt x="3025419" y="90576"/>
                  </a:lnTo>
                  <a:lnTo>
                    <a:pt x="3031883" y="96545"/>
                  </a:lnTo>
                  <a:lnTo>
                    <a:pt x="3040011" y="107086"/>
                  </a:lnTo>
                  <a:lnTo>
                    <a:pt x="3048266" y="114706"/>
                  </a:lnTo>
                  <a:lnTo>
                    <a:pt x="3058033" y="125247"/>
                  </a:lnTo>
                  <a:lnTo>
                    <a:pt x="3066288" y="137312"/>
                  </a:lnTo>
                  <a:lnTo>
                    <a:pt x="3074403" y="150914"/>
                  </a:lnTo>
                  <a:lnTo>
                    <a:pt x="3081007" y="164503"/>
                  </a:lnTo>
                  <a:lnTo>
                    <a:pt x="3089135" y="181013"/>
                  </a:lnTo>
                  <a:lnTo>
                    <a:pt x="3090786" y="188633"/>
                  </a:lnTo>
                  <a:lnTo>
                    <a:pt x="3094088" y="194602"/>
                  </a:lnTo>
                  <a:lnTo>
                    <a:pt x="3097250" y="205143"/>
                  </a:lnTo>
                  <a:lnTo>
                    <a:pt x="3100552" y="215696"/>
                  </a:lnTo>
                  <a:lnTo>
                    <a:pt x="3102203" y="223316"/>
                  </a:lnTo>
                  <a:lnTo>
                    <a:pt x="3107156" y="254939"/>
                  </a:lnTo>
                  <a:lnTo>
                    <a:pt x="3105505" y="262559"/>
                  </a:lnTo>
                  <a:lnTo>
                    <a:pt x="3105505" y="271576"/>
                  </a:lnTo>
                  <a:lnTo>
                    <a:pt x="3103854" y="279082"/>
                  </a:lnTo>
                  <a:lnTo>
                    <a:pt x="3103854" y="289623"/>
                  </a:lnTo>
                  <a:lnTo>
                    <a:pt x="3100552" y="297243"/>
                  </a:lnTo>
                  <a:lnTo>
                    <a:pt x="3098901" y="306260"/>
                  </a:lnTo>
                  <a:lnTo>
                    <a:pt x="3097250" y="313753"/>
                  </a:lnTo>
                  <a:lnTo>
                    <a:pt x="3095739" y="322897"/>
                  </a:lnTo>
                  <a:lnTo>
                    <a:pt x="3089135" y="337883"/>
                  </a:lnTo>
                  <a:lnTo>
                    <a:pt x="3082518" y="353009"/>
                  </a:lnTo>
                  <a:lnTo>
                    <a:pt x="3074403" y="366598"/>
                  </a:lnTo>
                  <a:lnTo>
                    <a:pt x="3066288" y="381711"/>
                  </a:lnTo>
                  <a:lnTo>
                    <a:pt x="3054731" y="393776"/>
                  </a:lnTo>
                  <a:lnTo>
                    <a:pt x="3043313" y="405841"/>
                  </a:lnTo>
                  <a:lnTo>
                    <a:pt x="3030232" y="416394"/>
                  </a:lnTo>
                  <a:lnTo>
                    <a:pt x="3018815" y="428459"/>
                  </a:lnTo>
                  <a:lnTo>
                    <a:pt x="2989364" y="446493"/>
                  </a:lnTo>
                  <a:lnTo>
                    <a:pt x="2974644" y="454113"/>
                  </a:lnTo>
                  <a:lnTo>
                    <a:pt x="2959925" y="463130"/>
                  </a:lnTo>
                  <a:lnTo>
                    <a:pt x="2941891" y="467702"/>
                  </a:lnTo>
                  <a:lnTo>
                    <a:pt x="2925661" y="473671"/>
                  </a:lnTo>
                  <a:lnTo>
                    <a:pt x="2907627" y="478256"/>
                  </a:lnTo>
                  <a:lnTo>
                    <a:pt x="2891256" y="482701"/>
                  </a:lnTo>
                  <a:lnTo>
                    <a:pt x="2881490" y="482701"/>
                  </a:lnTo>
                  <a:lnTo>
                    <a:pt x="2873235" y="484225"/>
                  </a:lnTo>
                  <a:lnTo>
                    <a:pt x="2863456" y="485749"/>
                  </a:lnTo>
                  <a:lnTo>
                    <a:pt x="2855341" y="487273"/>
                  </a:lnTo>
                  <a:lnTo>
                    <a:pt x="2837319" y="487273"/>
                  </a:lnTo>
                  <a:lnTo>
                    <a:pt x="2820949" y="488797"/>
                  </a:lnTo>
                  <a:lnTo>
                    <a:pt x="2791498" y="484225"/>
                  </a:lnTo>
                  <a:lnTo>
                    <a:pt x="2783382" y="484225"/>
                  </a:lnTo>
                  <a:lnTo>
                    <a:pt x="2748978" y="478256"/>
                  </a:lnTo>
                  <a:lnTo>
                    <a:pt x="2730957" y="470623"/>
                  </a:lnTo>
                  <a:lnTo>
                    <a:pt x="2714574" y="464654"/>
                  </a:lnTo>
                  <a:lnTo>
                    <a:pt x="2698343" y="457034"/>
                  </a:lnTo>
                  <a:lnTo>
                    <a:pt x="2683611" y="449541"/>
                  </a:lnTo>
                  <a:lnTo>
                    <a:pt x="2670543" y="440524"/>
                  </a:lnTo>
                  <a:lnTo>
                    <a:pt x="2658986" y="432904"/>
                  </a:lnTo>
                  <a:lnTo>
                    <a:pt x="2649220" y="423887"/>
                  </a:lnTo>
                  <a:lnTo>
                    <a:pt x="2639441" y="416394"/>
                  </a:lnTo>
                  <a:lnTo>
                    <a:pt x="2629535" y="405841"/>
                  </a:lnTo>
                  <a:lnTo>
                    <a:pt x="2596921" y="365074"/>
                  </a:lnTo>
                  <a:lnTo>
                    <a:pt x="2585504" y="343992"/>
                  </a:lnTo>
                  <a:lnTo>
                    <a:pt x="2580551" y="333438"/>
                  </a:lnTo>
                  <a:lnTo>
                    <a:pt x="2575598" y="321373"/>
                  </a:lnTo>
                  <a:lnTo>
                    <a:pt x="2573947" y="310832"/>
                  </a:lnTo>
                  <a:lnTo>
                    <a:pt x="2570784" y="298767"/>
                  </a:lnTo>
                  <a:lnTo>
                    <a:pt x="2570784" y="288099"/>
                  </a:lnTo>
                  <a:lnTo>
                    <a:pt x="2567482" y="270052"/>
                  </a:lnTo>
                  <a:lnTo>
                    <a:pt x="2567482" y="253415"/>
                  </a:lnTo>
                  <a:lnTo>
                    <a:pt x="2565831" y="236905"/>
                  </a:lnTo>
                  <a:lnTo>
                    <a:pt x="2569133" y="223316"/>
                  </a:lnTo>
                  <a:lnTo>
                    <a:pt x="2569133" y="208191"/>
                  </a:lnTo>
                  <a:lnTo>
                    <a:pt x="2572435" y="193078"/>
                  </a:lnTo>
                  <a:lnTo>
                    <a:pt x="2577249" y="179489"/>
                  </a:lnTo>
                  <a:lnTo>
                    <a:pt x="2582202" y="167424"/>
                  </a:lnTo>
                  <a:lnTo>
                    <a:pt x="2587015" y="152438"/>
                  </a:lnTo>
                  <a:lnTo>
                    <a:pt x="2591968" y="141884"/>
                  </a:lnTo>
                  <a:lnTo>
                    <a:pt x="2598572" y="129819"/>
                  </a:lnTo>
                  <a:lnTo>
                    <a:pt x="2608351" y="119151"/>
                  </a:lnTo>
                  <a:lnTo>
                    <a:pt x="2614955" y="110134"/>
                  </a:lnTo>
                  <a:lnTo>
                    <a:pt x="2624721" y="101117"/>
                  </a:lnTo>
                  <a:lnTo>
                    <a:pt x="2634488" y="90576"/>
                  </a:lnTo>
                  <a:lnTo>
                    <a:pt x="2645918" y="82956"/>
                  </a:lnTo>
                  <a:lnTo>
                    <a:pt x="2655824" y="75450"/>
                  </a:lnTo>
                  <a:lnTo>
                    <a:pt x="2667241" y="67957"/>
                  </a:lnTo>
                  <a:lnTo>
                    <a:pt x="2678658" y="60337"/>
                  </a:lnTo>
                  <a:lnTo>
                    <a:pt x="2704808" y="48272"/>
                  </a:lnTo>
                  <a:lnTo>
                    <a:pt x="2719527" y="42303"/>
                  </a:lnTo>
                  <a:lnTo>
                    <a:pt x="2734259" y="39255"/>
                  </a:lnTo>
                  <a:lnTo>
                    <a:pt x="2748978" y="34683"/>
                  </a:lnTo>
                  <a:lnTo>
                    <a:pt x="2763697" y="31762"/>
                  </a:lnTo>
                  <a:lnTo>
                    <a:pt x="2778429" y="27190"/>
                  </a:lnTo>
                  <a:lnTo>
                    <a:pt x="2793149" y="25666"/>
                  </a:lnTo>
                  <a:lnTo>
                    <a:pt x="2860154" y="25666"/>
                  </a:lnTo>
                  <a:lnTo>
                    <a:pt x="2870073" y="27190"/>
                  </a:lnTo>
                  <a:lnTo>
                    <a:pt x="2879839" y="27190"/>
                  </a:lnTo>
                  <a:lnTo>
                    <a:pt x="2879953" y="25666"/>
                  </a:lnTo>
                  <a:lnTo>
                    <a:pt x="2881376" y="6096"/>
                  </a:lnTo>
                  <a:lnTo>
                    <a:pt x="2881490" y="4572"/>
                  </a:lnTo>
                  <a:lnTo>
                    <a:pt x="2871584" y="3048"/>
                  </a:lnTo>
                  <a:lnTo>
                    <a:pt x="2861805" y="0"/>
                  </a:lnTo>
                  <a:lnTo>
                    <a:pt x="2824251" y="0"/>
                  </a:lnTo>
                  <a:lnTo>
                    <a:pt x="2807868" y="3048"/>
                  </a:lnTo>
                  <a:lnTo>
                    <a:pt x="2798102" y="3048"/>
                  </a:lnTo>
                  <a:lnTo>
                    <a:pt x="2788196" y="4572"/>
                  </a:lnTo>
                  <a:lnTo>
                    <a:pt x="2780080" y="6096"/>
                  </a:lnTo>
                  <a:lnTo>
                    <a:pt x="2771813" y="6096"/>
                  </a:lnTo>
                  <a:lnTo>
                    <a:pt x="2755582" y="10553"/>
                  </a:lnTo>
                  <a:lnTo>
                    <a:pt x="2740863" y="13601"/>
                  </a:lnTo>
                  <a:lnTo>
                    <a:pt x="2724480" y="18173"/>
                  </a:lnTo>
                  <a:lnTo>
                    <a:pt x="2708110" y="21221"/>
                  </a:lnTo>
                  <a:lnTo>
                    <a:pt x="2693390" y="27190"/>
                  </a:lnTo>
                  <a:lnTo>
                    <a:pt x="2680309" y="34683"/>
                  </a:lnTo>
                  <a:lnTo>
                    <a:pt x="2665590" y="40779"/>
                  </a:lnTo>
                  <a:lnTo>
                    <a:pt x="2652522" y="48272"/>
                  </a:lnTo>
                  <a:lnTo>
                    <a:pt x="2639441" y="58813"/>
                  </a:lnTo>
                  <a:lnTo>
                    <a:pt x="2629535" y="67957"/>
                  </a:lnTo>
                  <a:lnTo>
                    <a:pt x="2616466" y="75450"/>
                  </a:lnTo>
                  <a:lnTo>
                    <a:pt x="2606700" y="84480"/>
                  </a:lnTo>
                  <a:lnTo>
                    <a:pt x="2596921" y="96545"/>
                  </a:lnTo>
                  <a:lnTo>
                    <a:pt x="2587015" y="108610"/>
                  </a:lnTo>
                  <a:lnTo>
                    <a:pt x="2577249" y="117754"/>
                  </a:lnTo>
                  <a:lnTo>
                    <a:pt x="2570784" y="131216"/>
                  </a:lnTo>
                  <a:lnTo>
                    <a:pt x="2564180" y="144818"/>
                  </a:lnTo>
                  <a:lnTo>
                    <a:pt x="2559227" y="159931"/>
                  </a:lnTo>
                  <a:lnTo>
                    <a:pt x="2552750" y="173520"/>
                  </a:lnTo>
                  <a:lnTo>
                    <a:pt x="2549448" y="188633"/>
                  </a:lnTo>
                  <a:lnTo>
                    <a:pt x="2544635" y="202222"/>
                  </a:lnTo>
                  <a:lnTo>
                    <a:pt x="2544635" y="220268"/>
                  </a:lnTo>
                  <a:lnTo>
                    <a:pt x="2542984" y="227761"/>
                  </a:lnTo>
                  <a:lnTo>
                    <a:pt x="2541333" y="236905"/>
                  </a:lnTo>
                  <a:lnTo>
                    <a:pt x="2541333" y="244398"/>
                  </a:lnTo>
                  <a:lnTo>
                    <a:pt x="2542984" y="253415"/>
                  </a:lnTo>
                  <a:lnTo>
                    <a:pt x="2542984" y="271576"/>
                  </a:lnTo>
                  <a:lnTo>
                    <a:pt x="2544635" y="279082"/>
                  </a:lnTo>
                  <a:lnTo>
                    <a:pt x="2546146" y="291147"/>
                  </a:lnTo>
                  <a:lnTo>
                    <a:pt x="2546146" y="303212"/>
                  </a:lnTo>
                  <a:lnTo>
                    <a:pt x="2549448" y="313753"/>
                  </a:lnTo>
                  <a:lnTo>
                    <a:pt x="2562529" y="353009"/>
                  </a:lnTo>
                  <a:lnTo>
                    <a:pt x="2583853" y="389204"/>
                  </a:lnTo>
                  <a:lnTo>
                    <a:pt x="2590317" y="399745"/>
                  </a:lnTo>
                  <a:lnTo>
                    <a:pt x="2600223" y="410286"/>
                  </a:lnTo>
                  <a:lnTo>
                    <a:pt x="2610002" y="420839"/>
                  </a:lnTo>
                  <a:lnTo>
                    <a:pt x="2621419" y="431507"/>
                  </a:lnTo>
                  <a:lnTo>
                    <a:pt x="2654173" y="460082"/>
                  </a:lnTo>
                  <a:lnTo>
                    <a:pt x="2693390" y="482701"/>
                  </a:lnTo>
                  <a:lnTo>
                    <a:pt x="2721178" y="493242"/>
                  </a:lnTo>
                  <a:lnTo>
                    <a:pt x="2730957" y="496290"/>
                  </a:lnTo>
                  <a:lnTo>
                    <a:pt x="2740863" y="500862"/>
                  </a:lnTo>
                  <a:lnTo>
                    <a:pt x="2760395" y="503910"/>
                  </a:lnTo>
                  <a:lnTo>
                    <a:pt x="2770301" y="505307"/>
                  </a:lnTo>
                  <a:lnTo>
                    <a:pt x="2780080" y="508355"/>
                  </a:lnTo>
                  <a:lnTo>
                    <a:pt x="2789847" y="508355"/>
                  </a:lnTo>
                  <a:lnTo>
                    <a:pt x="2809519" y="511403"/>
                  </a:lnTo>
                  <a:lnTo>
                    <a:pt x="2820949" y="512927"/>
                  </a:lnTo>
                  <a:lnTo>
                    <a:pt x="2829064" y="511403"/>
                  </a:lnTo>
                  <a:lnTo>
                    <a:pt x="2858503" y="511403"/>
                  </a:lnTo>
                  <a:lnTo>
                    <a:pt x="2897860" y="505307"/>
                  </a:lnTo>
                  <a:lnTo>
                    <a:pt x="2905976" y="502386"/>
                  </a:lnTo>
                  <a:lnTo>
                    <a:pt x="2915755" y="500862"/>
                  </a:lnTo>
                  <a:lnTo>
                    <a:pt x="2925661" y="497814"/>
                  </a:lnTo>
                  <a:lnTo>
                    <a:pt x="2935427" y="496290"/>
                  </a:lnTo>
                  <a:lnTo>
                    <a:pt x="2943542" y="491845"/>
                  </a:lnTo>
                  <a:lnTo>
                    <a:pt x="2953448" y="490321"/>
                  </a:lnTo>
                  <a:lnTo>
                    <a:pt x="2956712" y="488797"/>
                  </a:lnTo>
                  <a:lnTo>
                    <a:pt x="2963227" y="485749"/>
                  </a:lnTo>
                  <a:lnTo>
                    <a:pt x="2972993" y="484225"/>
                  </a:lnTo>
                  <a:lnTo>
                    <a:pt x="2979597" y="479780"/>
                  </a:lnTo>
                  <a:lnTo>
                    <a:pt x="2989364" y="475195"/>
                  </a:lnTo>
                  <a:lnTo>
                    <a:pt x="2995968" y="470623"/>
                  </a:lnTo>
                  <a:lnTo>
                    <a:pt x="3005747" y="466178"/>
                  </a:lnTo>
                  <a:lnTo>
                    <a:pt x="3012211" y="460082"/>
                  </a:lnTo>
                  <a:lnTo>
                    <a:pt x="3020466" y="455637"/>
                  </a:lnTo>
                  <a:lnTo>
                    <a:pt x="3028581" y="449541"/>
                  </a:lnTo>
                  <a:lnTo>
                    <a:pt x="3036836" y="444969"/>
                  </a:lnTo>
                  <a:lnTo>
                    <a:pt x="3062986" y="420839"/>
                  </a:lnTo>
                  <a:lnTo>
                    <a:pt x="3074403" y="407365"/>
                  </a:lnTo>
                  <a:lnTo>
                    <a:pt x="3087484" y="393776"/>
                  </a:lnTo>
                  <a:lnTo>
                    <a:pt x="3090786" y="384632"/>
                  </a:lnTo>
                  <a:lnTo>
                    <a:pt x="3095739" y="377139"/>
                  </a:lnTo>
                  <a:lnTo>
                    <a:pt x="3100552" y="369646"/>
                  </a:lnTo>
                  <a:lnTo>
                    <a:pt x="3105505" y="362026"/>
                  </a:lnTo>
                  <a:lnTo>
                    <a:pt x="3108807" y="353009"/>
                  </a:lnTo>
                  <a:lnTo>
                    <a:pt x="3113621" y="345516"/>
                  </a:lnTo>
                  <a:lnTo>
                    <a:pt x="3116923" y="334962"/>
                  </a:lnTo>
                  <a:lnTo>
                    <a:pt x="3120225" y="328866"/>
                  </a:lnTo>
                  <a:lnTo>
                    <a:pt x="3123527" y="310832"/>
                  </a:lnTo>
                  <a:lnTo>
                    <a:pt x="3125038" y="300164"/>
                  </a:lnTo>
                  <a:lnTo>
                    <a:pt x="3128340" y="292671"/>
                  </a:lnTo>
                  <a:lnTo>
                    <a:pt x="3128340" y="282130"/>
                  </a:lnTo>
                  <a:lnTo>
                    <a:pt x="3129991" y="271576"/>
                  </a:lnTo>
                  <a:lnTo>
                    <a:pt x="3129991" y="263956"/>
                  </a:lnTo>
                  <a:lnTo>
                    <a:pt x="3131655" y="254939"/>
                  </a:lnTo>
                  <a:close/>
                </a:path>
                <a:path w="4554855" h="2729229">
                  <a:moveTo>
                    <a:pt x="3545421" y="2022779"/>
                  </a:moveTo>
                  <a:lnTo>
                    <a:pt x="3501250" y="1991106"/>
                  </a:lnTo>
                  <a:lnTo>
                    <a:pt x="3491484" y="1988083"/>
                  </a:lnTo>
                  <a:lnTo>
                    <a:pt x="3481565" y="1988083"/>
                  </a:lnTo>
                  <a:lnTo>
                    <a:pt x="3468497" y="1985073"/>
                  </a:lnTo>
                  <a:lnTo>
                    <a:pt x="3442360" y="1985073"/>
                  </a:lnTo>
                  <a:lnTo>
                    <a:pt x="3429279" y="1989594"/>
                  </a:lnTo>
                  <a:lnTo>
                    <a:pt x="3414560" y="1991106"/>
                  </a:lnTo>
                  <a:lnTo>
                    <a:pt x="3404793" y="1994115"/>
                  </a:lnTo>
                  <a:lnTo>
                    <a:pt x="3394875" y="1995627"/>
                  </a:lnTo>
                  <a:lnTo>
                    <a:pt x="3370389" y="2004682"/>
                  </a:lnTo>
                  <a:lnTo>
                    <a:pt x="3358972" y="2010714"/>
                  </a:lnTo>
                  <a:lnTo>
                    <a:pt x="3342589" y="2015236"/>
                  </a:lnTo>
                  <a:lnTo>
                    <a:pt x="3326219" y="2021281"/>
                  </a:lnTo>
                  <a:lnTo>
                    <a:pt x="3316452" y="2021281"/>
                  </a:lnTo>
                  <a:lnTo>
                    <a:pt x="3306673" y="2022779"/>
                  </a:lnTo>
                  <a:lnTo>
                    <a:pt x="3293605" y="2021281"/>
                  </a:lnTo>
                  <a:lnTo>
                    <a:pt x="3278886" y="2021281"/>
                  </a:lnTo>
                  <a:lnTo>
                    <a:pt x="3270631" y="2018258"/>
                  </a:lnTo>
                  <a:lnTo>
                    <a:pt x="3254248" y="2015236"/>
                  </a:lnTo>
                  <a:lnTo>
                    <a:pt x="3249434" y="2013724"/>
                  </a:lnTo>
                  <a:lnTo>
                    <a:pt x="3239528" y="2007692"/>
                  </a:lnTo>
                  <a:lnTo>
                    <a:pt x="3231413" y="2003171"/>
                  </a:lnTo>
                  <a:lnTo>
                    <a:pt x="3221634" y="1997138"/>
                  </a:lnTo>
                  <a:lnTo>
                    <a:pt x="3213379" y="1992617"/>
                  </a:lnTo>
                  <a:lnTo>
                    <a:pt x="3203613" y="1988083"/>
                  </a:lnTo>
                  <a:lnTo>
                    <a:pt x="3195497" y="1988083"/>
                  </a:lnTo>
                  <a:lnTo>
                    <a:pt x="3182289" y="1986584"/>
                  </a:lnTo>
                  <a:lnTo>
                    <a:pt x="3167557" y="1989594"/>
                  </a:lnTo>
                  <a:lnTo>
                    <a:pt x="3157791" y="1991106"/>
                  </a:lnTo>
                  <a:lnTo>
                    <a:pt x="3149676" y="1994115"/>
                  </a:lnTo>
                  <a:lnTo>
                    <a:pt x="3139770" y="1997138"/>
                  </a:lnTo>
                  <a:lnTo>
                    <a:pt x="3129991" y="2001659"/>
                  </a:lnTo>
                  <a:lnTo>
                    <a:pt x="3138259" y="2024291"/>
                  </a:lnTo>
                  <a:lnTo>
                    <a:pt x="3146374" y="2019769"/>
                  </a:lnTo>
                  <a:lnTo>
                    <a:pt x="3154489" y="2018258"/>
                  </a:lnTo>
                  <a:lnTo>
                    <a:pt x="3161093" y="2015236"/>
                  </a:lnTo>
                  <a:lnTo>
                    <a:pt x="3169208" y="2013724"/>
                  </a:lnTo>
                  <a:lnTo>
                    <a:pt x="3180778" y="2012213"/>
                  </a:lnTo>
                  <a:lnTo>
                    <a:pt x="3192195" y="2012213"/>
                  </a:lnTo>
                  <a:lnTo>
                    <a:pt x="3203613" y="2015236"/>
                  </a:lnTo>
                  <a:lnTo>
                    <a:pt x="3216681" y="2022779"/>
                  </a:lnTo>
                  <a:lnTo>
                    <a:pt x="3226460" y="2027313"/>
                  </a:lnTo>
                  <a:lnTo>
                    <a:pt x="3239528" y="2034844"/>
                  </a:lnTo>
                  <a:lnTo>
                    <a:pt x="3264154" y="2042388"/>
                  </a:lnTo>
                  <a:lnTo>
                    <a:pt x="3277235" y="2045411"/>
                  </a:lnTo>
                  <a:lnTo>
                    <a:pt x="3291954" y="2045411"/>
                  </a:lnTo>
                  <a:lnTo>
                    <a:pt x="3308324" y="2046909"/>
                  </a:lnTo>
                  <a:lnTo>
                    <a:pt x="3318103" y="2045411"/>
                  </a:lnTo>
                  <a:lnTo>
                    <a:pt x="3332823" y="2043899"/>
                  </a:lnTo>
                  <a:lnTo>
                    <a:pt x="3340938" y="2040877"/>
                  </a:lnTo>
                  <a:lnTo>
                    <a:pt x="3350844" y="2037867"/>
                  </a:lnTo>
                  <a:lnTo>
                    <a:pt x="3362274" y="2034844"/>
                  </a:lnTo>
                  <a:lnTo>
                    <a:pt x="3370389" y="2031834"/>
                  </a:lnTo>
                  <a:lnTo>
                    <a:pt x="3380155" y="2025802"/>
                  </a:lnTo>
                  <a:lnTo>
                    <a:pt x="3394875" y="2021281"/>
                  </a:lnTo>
                  <a:lnTo>
                    <a:pt x="3401491" y="2018258"/>
                  </a:lnTo>
                  <a:lnTo>
                    <a:pt x="3411258" y="2016734"/>
                  </a:lnTo>
                  <a:lnTo>
                    <a:pt x="3421164" y="2013724"/>
                  </a:lnTo>
                  <a:lnTo>
                    <a:pt x="3432581" y="2013724"/>
                  </a:lnTo>
                  <a:lnTo>
                    <a:pt x="3442360" y="2010714"/>
                  </a:lnTo>
                  <a:lnTo>
                    <a:pt x="3453777" y="2009203"/>
                  </a:lnTo>
                  <a:lnTo>
                    <a:pt x="3463683" y="2009203"/>
                  </a:lnTo>
                  <a:lnTo>
                    <a:pt x="3502901" y="2018258"/>
                  </a:lnTo>
                  <a:lnTo>
                    <a:pt x="3524085" y="2034844"/>
                  </a:lnTo>
                  <a:lnTo>
                    <a:pt x="3545421" y="2022779"/>
                  </a:lnTo>
                  <a:close/>
                </a:path>
                <a:path w="4554855" h="2729229">
                  <a:moveTo>
                    <a:pt x="3563442" y="2104237"/>
                  </a:moveTo>
                  <a:lnTo>
                    <a:pt x="3525736" y="2075573"/>
                  </a:lnTo>
                  <a:lnTo>
                    <a:pt x="3484867" y="2066518"/>
                  </a:lnTo>
                  <a:lnTo>
                    <a:pt x="3458730" y="2066518"/>
                  </a:lnTo>
                  <a:lnTo>
                    <a:pt x="3445662" y="2071039"/>
                  </a:lnTo>
                  <a:lnTo>
                    <a:pt x="3432581" y="2072551"/>
                  </a:lnTo>
                  <a:lnTo>
                    <a:pt x="3422675" y="2075573"/>
                  </a:lnTo>
                  <a:lnTo>
                    <a:pt x="3412909" y="2077072"/>
                  </a:lnTo>
                  <a:lnTo>
                    <a:pt x="3388410" y="2086140"/>
                  </a:lnTo>
                  <a:lnTo>
                    <a:pt x="3378644" y="2092172"/>
                  </a:lnTo>
                  <a:lnTo>
                    <a:pt x="3367087" y="2093683"/>
                  </a:lnTo>
                  <a:lnTo>
                    <a:pt x="3358972" y="2096693"/>
                  </a:lnTo>
                  <a:lnTo>
                    <a:pt x="3350844" y="2098205"/>
                  </a:lnTo>
                  <a:lnTo>
                    <a:pt x="3342589" y="2101215"/>
                  </a:lnTo>
                  <a:lnTo>
                    <a:pt x="3332823" y="2101215"/>
                  </a:lnTo>
                  <a:lnTo>
                    <a:pt x="3322917" y="2102726"/>
                  </a:lnTo>
                  <a:lnTo>
                    <a:pt x="3298418" y="2102726"/>
                  </a:lnTo>
                  <a:lnTo>
                    <a:pt x="3287001" y="2099716"/>
                  </a:lnTo>
                  <a:lnTo>
                    <a:pt x="3278886" y="2098205"/>
                  </a:lnTo>
                  <a:lnTo>
                    <a:pt x="3272282" y="2096693"/>
                  </a:lnTo>
                  <a:lnTo>
                    <a:pt x="3267329" y="2095182"/>
                  </a:lnTo>
                  <a:lnTo>
                    <a:pt x="3257550" y="2089150"/>
                  </a:lnTo>
                  <a:lnTo>
                    <a:pt x="3249434" y="2084628"/>
                  </a:lnTo>
                  <a:lnTo>
                    <a:pt x="3239528" y="2078583"/>
                  </a:lnTo>
                  <a:lnTo>
                    <a:pt x="3231413" y="2074062"/>
                  </a:lnTo>
                  <a:lnTo>
                    <a:pt x="3221634" y="2069541"/>
                  </a:lnTo>
                  <a:lnTo>
                    <a:pt x="3211728" y="2069541"/>
                  </a:lnTo>
                  <a:lnTo>
                    <a:pt x="3198660" y="2068029"/>
                  </a:lnTo>
                  <a:lnTo>
                    <a:pt x="3183940" y="2071039"/>
                  </a:lnTo>
                  <a:lnTo>
                    <a:pt x="3174161" y="2072551"/>
                  </a:lnTo>
                  <a:lnTo>
                    <a:pt x="3166046" y="2075573"/>
                  </a:lnTo>
                  <a:lnTo>
                    <a:pt x="3156140" y="2078583"/>
                  </a:lnTo>
                  <a:lnTo>
                    <a:pt x="3146374" y="2083104"/>
                  </a:lnTo>
                  <a:lnTo>
                    <a:pt x="3156140" y="2105749"/>
                  </a:lnTo>
                  <a:lnTo>
                    <a:pt x="3164395" y="2101215"/>
                  </a:lnTo>
                  <a:lnTo>
                    <a:pt x="3172510" y="2099716"/>
                  </a:lnTo>
                  <a:lnTo>
                    <a:pt x="3179127" y="2096693"/>
                  </a:lnTo>
                  <a:lnTo>
                    <a:pt x="3187242" y="2095182"/>
                  </a:lnTo>
                  <a:lnTo>
                    <a:pt x="3197009" y="2093683"/>
                  </a:lnTo>
                  <a:lnTo>
                    <a:pt x="3208566" y="2093683"/>
                  </a:lnTo>
                  <a:lnTo>
                    <a:pt x="3221634" y="2096693"/>
                  </a:lnTo>
                  <a:lnTo>
                    <a:pt x="3255899" y="2116302"/>
                  </a:lnTo>
                  <a:lnTo>
                    <a:pt x="3262503" y="2117814"/>
                  </a:lnTo>
                  <a:lnTo>
                    <a:pt x="3272282" y="2120823"/>
                  </a:lnTo>
                  <a:lnTo>
                    <a:pt x="3282048" y="2122335"/>
                  </a:lnTo>
                  <a:lnTo>
                    <a:pt x="3295116" y="2125345"/>
                  </a:lnTo>
                  <a:lnTo>
                    <a:pt x="3309848" y="2125345"/>
                  </a:lnTo>
                  <a:lnTo>
                    <a:pt x="3324568" y="2126856"/>
                  </a:lnTo>
                  <a:lnTo>
                    <a:pt x="3349193" y="2123846"/>
                  </a:lnTo>
                  <a:lnTo>
                    <a:pt x="3357321" y="2120823"/>
                  </a:lnTo>
                  <a:lnTo>
                    <a:pt x="3367087" y="2119312"/>
                  </a:lnTo>
                  <a:lnTo>
                    <a:pt x="3378644" y="2116302"/>
                  </a:lnTo>
                  <a:lnTo>
                    <a:pt x="3386759" y="2113280"/>
                  </a:lnTo>
                  <a:lnTo>
                    <a:pt x="3398189" y="2107247"/>
                  </a:lnTo>
                  <a:lnTo>
                    <a:pt x="3412909" y="2102726"/>
                  </a:lnTo>
                  <a:lnTo>
                    <a:pt x="3419513" y="2099716"/>
                  </a:lnTo>
                  <a:lnTo>
                    <a:pt x="3429279" y="2098205"/>
                  </a:lnTo>
                  <a:lnTo>
                    <a:pt x="3439045" y="2095182"/>
                  </a:lnTo>
                  <a:lnTo>
                    <a:pt x="3450475" y="2093683"/>
                  </a:lnTo>
                  <a:lnTo>
                    <a:pt x="3460381" y="2090661"/>
                  </a:lnTo>
                  <a:lnTo>
                    <a:pt x="3481565" y="2090661"/>
                  </a:lnTo>
                  <a:lnTo>
                    <a:pt x="3519271" y="2099716"/>
                  </a:lnTo>
                  <a:lnTo>
                    <a:pt x="3533991" y="2110270"/>
                  </a:lnTo>
                  <a:lnTo>
                    <a:pt x="3538817" y="2113280"/>
                  </a:lnTo>
                  <a:lnTo>
                    <a:pt x="3540468" y="2116302"/>
                  </a:lnTo>
                  <a:lnTo>
                    <a:pt x="3563442" y="2104237"/>
                  </a:lnTo>
                  <a:close/>
                </a:path>
                <a:path w="4554855" h="2729229">
                  <a:moveTo>
                    <a:pt x="3718801" y="1580819"/>
                  </a:moveTo>
                  <a:lnTo>
                    <a:pt x="3717150" y="1556689"/>
                  </a:lnTo>
                  <a:lnTo>
                    <a:pt x="3697465" y="1556689"/>
                  </a:lnTo>
                  <a:lnTo>
                    <a:pt x="3684397" y="1558213"/>
                  </a:lnTo>
                  <a:lnTo>
                    <a:pt x="3674630" y="1558213"/>
                  </a:lnTo>
                  <a:lnTo>
                    <a:pt x="3648341" y="1562785"/>
                  </a:lnTo>
                  <a:lnTo>
                    <a:pt x="3635273" y="1562785"/>
                  </a:lnTo>
                  <a:lnTo>
                    <a:pt x="3623856" y="1565706"/>
                  </a:lnTo>
                  <a:lnTo>
                    <a:pt x="3610775" y="1567230"/>
                  </a:lnTo>
                  <a:lnTo>
                    <a:pt x="3599357" y="1570278"/>
                  </a:lnTo>
                  <a:lnTo>
                    <a:pt x="3582987" y="1570278"/>
                  </a:lnTo>
                  <a:lnTo>
                    <a:pt x="3568255" y="1573326"/>
                  </a:lnTo>
                  <a:lnTo>
                    <a:pt x="3551885" y="1574850"/>
                  </a:lnTo>
                  <a:lnTo>
                    <a:pt x="3537166" y="1577771"/>
                  </a:lnTo>
                  <a:lnTo>
                    <a:pt x="3527387" y="1577771"/>
                  </a:lnTo>
                  <a:lnTo>
                    <a:pt x="3519271" y="1580819"/>
                  </a:lnTo>
                  <a:lnTo>
                    <a:pt x="3509365" y="1580819"/>
                  </a:lnTo>
                  <a:lnTo>
                    <a:pt x="3501250" y="1583867"/>
                  </a:lnTo>
                  <a:lnTo>
                    <a:pt x="3483216" y="1586915"/>
                  </a:lnTo>
                  <a:lnTo>
                    <a:pt x="3473450" y="1588312"/>
                  </a:lnTo>
                  <a:lnTo>
                    <a:pt x="3465195" y="1591360"/>
                  </a:lnTo>
                  <a:lnTo>
                    <a:pt x="3453777" y="1591360"/>
                  </a:lnTo>
                  <a:lnTo>
                    <a:pt x="3444011" y="1594408"/>
                  </a:lnTo>
                  <a:lnTo>
                    <a:pt x="3434232" y="1595932"/>
                  </a:lnTo>
                  <a:lnTo>
                    <a:pt x="3424326" y="1598980"/>
                  </a:lnTo>
                  <a:lnTo>
                    <a:pt x="3412909" y="1600377"/>
                  </a:lnTo>
                  <a:lnTo>
                    <a:pt x="3403142" y="1603425"/>
                  </a:lnTo>
                  <a:lnTo>
                    <a:pt x="3393363" y="1604949"/>
                  </a:lnTo>
                  <a:lnTo>
                    <a:pt x="3383457" y="1607997"/>
                  </a:lnTo>
                  <a:lnTo>
                    <a:pt x="3370389" y="1609521"/>
                  </a:lnTo>
                  <a:lnTo>
                    <a:pt x="3362274" y="1612442"/>
                  </a:lnTo>
                  <a:lnTo>
                    <a:pt x="3347542" y="1613966"/>
                  </a:lnTo>
                  <a:lnTo>
                    <a:pt x="3339287" y="1617027"/>
                  </a:lnTo>
                  <a:lnTo>
                    <a:pt x="3324568" y="1618538"/>
                  </a:lnTo>
                  <a:lnTo>
                    <a:pt x="3316452" y="1623072"/>
                  </a:lnTo>
                  <a:lnTo>
                    <a:pt x="3301720" y="1624571"/>
                  </a:lnTo>
                  <a:lnTo>
                    <a:pt x="3293605" y="1629092"/>
                  </a:lnTo>
                  <a:lnTo>
                    <a:pt x="3300069" y="1651723"/>
                  </a:lnTo>
                  <a:lnTo>
                    <a:pt x="3309848" y="1647190"/>
                  </a:lnTo>
                  <a:lnTo>
                    <a:pt x="3322917" y="1645691"/>
                  </a:lnTo>
                  <a:lnTo>
                    <a:pt x="3332823" y="1641157"/>
                  </a:lnTo>
                  <a:lnTo>
                    <a:pt x="3345891" y="1639658"/>
                  </a:lnTo>
                  <a:lnTo>
                    <a:pt x="3355670" y="1636636"/>
                  </a:lnTo>
                  <a:lnTo>
                    <a:pt x="3365436" y="1635125"/>
                  </a:lnTo>
                  <a:lnTo>
                    <a:pt x="3378644" y="1632115"/>
                  </a:lnTo>
                  <a:lnTo>
                    <a:pt x="3388410" y="1630603"/>
                  </a:lnTo>
                  <a:lnTo>
                    <a:pt x="3398189" y="1627593"/>
                  </a:lnTo>
                  <a:lnTo>
                    <a:pt x="3407956" y="1626082"/>
                  </a:lnTo>
                  <a:lnTo>
                    <a:pt x="3417862" y="1623072"/>
                  </a:lnTo>
                  <a:lnTo>
                    <a:pt x="3429279" y="1621561"/>
                  </a:lnTo>
                  <a:lnTo>
                    <a:pt x="3439045" y="1618538"/>
                  </a:lnTo>
                  <a:lnTo>
                    <a:pt x="3448964" y="1617027"/>
                  </a:lnTo>
                  <a:lnTo>
                    <a:pt x="3458730" y="1613966"/>
                  </a:lnTo>
                  <a:lnTo>
                    <a:pt x="3470148" y="1613966"/>
                  </a:lnTo>
                  <a:lnTo>
                    <a:pt x="3478403" y="1611045"/>
                  </a:lnTo>
                  <a:lnTo>
                    <a:pt x="3488169" y="1609521"/>
                  </a:lnTo>
                  <a:lnTo>
                    <a:pt x="3496297" y="1607997"/>
                  </a:lnTo>
                  <a:lnTo>
                    <a:pt x="3506203" y="1606473"/>
                  </a:lnTo>
                  <a:lnTo>
                    <a:pt x="3514318" y="1603425"/>
                  </a:lnTo>
                  <a:lnTo>
                    <a:pt x="3524085" y="1603425"/>
                  </a:lnTo>
                  <a:lnTo>
                    <a:pt x="3532340" y="1600377"/>
                  </a:lnTo>
                  <a:lnTo>
                    <a:pt x="3542119" y="1600377"/>
                  </a:lnTo>
                  <a:lnTo>
                    <a:pt x="3556838" y="1597456"/>
                  </a:lnTo>
                  <a:lnTo>
                    <a:pt x="3573208" y="1595932"/>
                  </a:lnTo>
                  <a:lnTo>
                    <a:pt x="3587940" y="1592884"/>
                  </a:lnTo>
                  <a:lnTo>
                    <a:pt x="3602659" y="1592884"/>
                  </a:lnTo>
                  <a:lnTo>
                    <a:pt x="3614077" y="1589836"/>
                  </a:lnTo>
                  <a:lnTo>
                    <a:pt x="3627158" y="1588312"/>
                  </a:lnTo>
                  <a:lnTo>
                    <a:pt x="3638575" y="1585391"/>
                  </a:lnTo>
                  <a:lnTo>
                    <a:pt x="3649992" y="1585391"/>
                  </a:lnTo>
                  <a:lnTo>
                    <a:pt x="3669677" y="1582343"/>
                  </a:lnTo>
                  <a:lnTo>
                    <a:pt x="3687699" y="1582343"/>
                  </a:lnTo>
                  <a:lnTo>
                    <a:pt x="3699116" y="1580819"/>
                  </a:lnTo>
                  <a:lnTo>
                    <a:pt x="3718801" y="1580819"/>
                  </a:lnTo>
                  <a:close/>
                </a:path>
                <a:path w="4554855" h="2729229">
                  <a:moveTo>
                    <a:pt x="3803840" y="892987"/>
                  </a:moveTo>
                  <a:lnTo>
                    <a:pt x="3800538" y="758723"/>
                  </a:lnTo>
                  <a:lnTo>
                    <a:pt x="3774389" y="758723"/>
                  </a:lnTo>
                  <a:lnTo>
                    <a:pt x="3777551" y="894511"/>
                  </a:lnTo>
                  <a:lnTo>
                    <a:pt x="3803840" y="892987"/>
                  </a:lnTo>
                  <a:close/>
                </a:path>
                <a:path w="4554855" h="2729229">
                  <a:moveTo>
                    <a:pt x="3811955" y="1856854"/>
                  </a:moveTo>
                  <a:lnTo>
                    <a:pt x="3808653" y="1852333"/>
                  </a:lnTo>
                  <a:lnTo>
                    <a:pt x="3803840" y="1847811"/>
                  </a:lnTo>
                  <a:lnTo>
                    <a:pt x="3795572" y="1838756"/>
                  </a:lnTo>
                  <a:lnTo>
                    <a:pt x="3785806" y="1831225"/>
                  </a:lnTo>
                  <a:lnTo>
                    <a:pt x="3777551" y="1826691"/>
                  </a:lnTo>
                  <a:lnTo>
                    <a:pt x="3771087" y="1822170"/>
                  </a:lnTo>
                  <a:lnTo>
                    <a:pt x="3761321" y="1819160"/>
                  </a:lnTo>
                  <a:lnTo>
                    <a:pt x="3751402" y="1817649"/>
                  </a:lnTo>
                  <a:lnTo>
                    <a:pt x="3738334" y="1814614"/>
                  </a:lnTo>
                  <a:lnTo>
                    <a:pt x="3726916" y="1814614"/>
                  </a:lnTo>
                  <a:lnTo>
                    <a:pt x="3712197" y="1813115"/>
                  </a:lnTo>
                  <a:lnTo>
                    <a:pt x="3699116" y="1816125"/>
                  </a:lnTo>
                  <a:lnTo>
                    <a:pt x="3684397" y="1816125"/>
                  </a:lnTo>
                  <a:lnTo>
                    <a:pt x="3664724" y="1819160"/>
                  </a:lnTo>
                  <a:lnTo>
                    <a:pt x="3656596" y="1822170"/>
                  </a:lnTo>
                  <a:lnTo>
                    <a:pt x="3640226" y="1826691"/>
                  </a:lnTo>
                  <a:lnTo>
                    <a:pt x="3627158" y="1831225"/>
                  </a:lnTo>
                  <a:lnTo>
                    <a:pt x="3617379" y="1832724"/>
                  </a:lnTo>
                  <a:lnTo>
                    <a:pt x="3601008" y="1835746"/>
                  </a:lnTo>
                  <a:lnTo>
                    <a:pt x="3592753" y="1838756"/>
                  </a:lnTo>
                  <a:lnTo>
                    <a:pt x="3571557" y="1838756"/>
                  </a:lnTo>
                  <a:lnTo>
                    <a:pt x="3560140" y="1837258"/>
                  </a:lnTo>
                  <a:lnTo>
                    <a:pt x="3547072" y="1837258"/>
                  </a:lnTo>
                  <a:lnTo>
                    <a:pt x="3537166" y="1834235"/>
                  </a:lnTo>
                  <a:lnTo>
                    <a:pt x="3529038" y="1831225"/>
                  </a:lnTo>
                  <a:lnTo>
                    <a:pt x="3522434" y="1828203"/>
                  </a:lnTo>
                  <a:lnTo>
                    <a:pt x="3517620" y="1826691"/>
                  </a:lnTo>
                  <a:lnTo>
                    <a:pt x="3506203" y="1820659"/>
                  </a:lnTo>
                  <a:lnTo>
                    <a:pt x="3499599" y="1814614"/>
                  </a:lnTo>
                  <a:lnTo>
                    <a:pt x="3489833" y="1808581"/>
                  </a:lnTo>
                  <a:lnTo>
                    <a:pt x="3481565" y="1804060"/>
                  </a:lnTo>
                  <a:lnTo>
                    <a:pt x="3471799" y="1799539"/>
                  </a:lnTo>
                  <a:lnTo>
                    <a:pt x="3463683" y="1798027"/>
                  </a:lnTo>
                  <a:lnTo>
                    <a:pt x="3450475" y="1795018"/>
                  </a:lnTo>
                  <a:lnTo>
                    <a:pt x="3435883" y="1796516"/>
                  </a:lnTo>
                  <a:lnTo>
                    <a:pt x="3425977" y="1796516"/>
                  </a:lnTo>
                  <a:lnTo>
                    <a:pt x="3417862" y="1799539"/>
                  </a:lnTo>
                  <a:lnTo>
                    <a:pt x="3407956" y="1801050"/>
                  </a:lnTo>
                  <a:lnTo>
                    <a:pt x="3398189" y="1805571"/>
                  </a:lnTo>
                  <a:lnTo>
                    <a:pt x="3404793" y="1829714"/>
                  </a:lnTo>
                  <a:lnTo>
                    <a:pt x="3412909" y="1825193"/>
                  </a:lnTo>
                  <a:lnTo>
                    <a:pt x="3421164" y="1823681"/>
                  </a:lnTo>
                  <a:lnTo>
                    <a:pt x="3427628" y="1820659"/>
                  </a:lnTo>
                  <a:lnTo>
                    <a:pt x="3435883" y="1820659"/>
                  </a:lnTo>
                  <a:lnTo>
                    <a:pt x="3447313" y="1819160"/>
                  </a:lnTo>
                  <a:lnTo>
                    <a:pt x="3458730" y="1820659"/>
                  </a:lnTo>
                  <a:lnTo>
                    <a:pt x="3470148" y="1823681"/>
                  </a:lnTo>
                  <a:lnTo>
                    <a:pt x="3483216" y="1832724"/>
                  </a:lnTo>
                  <a:lnTo>
                    <a:pt x="3491484" y="1838756"/>
                  </a:lnTo>
                  <a:lnTo>
                    <a:pt x="3504552" y="1846300"/>
                  </a:lnTo>
                  <a:lnTo>
                    <a:pt x="3542119" y="1859876"/>
                  </a:lnTo>
                  <a:lnTo>
                    <a:pt x="3571557" y="1862886"/>
                  </a:lnTo>
                  <a:lnTo>
                    <a:pt x="3597706" y="1862886"/>
                  </a:lnTo>
                  <a:lnTo>
                    <a:pt x="3607473" y="1859876"/>
                  </a:lnTo>
                  <a:lnTo>
                    <a:pt x="3617379" y="1858365"/>
                  </a:lnTo>
                  <a:lnTo>
                    <a:pt x="3627158" y="1855355"/>
                  </a:lnTo>
                  <a:lnTo>
                    <a:pt x="3636924" y="1853844"/>
                  </a:lnTo>
                  <a:lnTo>
                    <a:pt x="3648341" y="1849323"/>
                  </a:lnTo>
                  <a:lnTo>
                    <a:pt x="3663073" y="1844789"/>
                  </a:lnTo>
                  <a:lnTo>
                    <a:pt x="3669677" y="1841779"/>
                  </a:lnTo>
                  <a:lnTo>
                    <a:pt x="3689350" y="1838756"/>
                  </a:lnTo>
                  <a:lnTo>
                    <a:pt x="3700767" y="1838756"/>
                  </a:lnTo>
                  <a:lnTo>
                    <a:pt x="3712197" y="1837258"/>
                  </a:lnTo>
                  <a:lnTo>
                    <a:pt x="3731869" y="1837258"/>
                  </a:lnTo>
                  <a:lnTo>
                    <a:pt x="3741636" y="1840268"/>
                  </a:lnTo>
                  <a:lnTo>
                    <a:pt x="3756368" y="1843290"/>
                  </a:lnTo>
                  <a:lnTo>
                    <a:pt x="3777551" y="1855355"/>
                  </a:lnTo>
                  <a:lnTo>
                    <a:pt x="3787457" y="1864398"/>
                  </a:lnTo>
                  <a:lnTo>
                    <a:pt x="3789108" y="1867420"/>
                  </a:lnTo>
                  <a:lnTo>
                    <a:pt x="3811955" y="1856854"/>
                  </a:lnTo>
                  <a:close/>
                </a:path>
                <a:path w="4554855" h="2729229">
                  <a:moveTo>
                    <a:pt x="3929735" y="891463"/>
                  </a:moveTo>
                  <a:lnTo>
                    <a:pt x="3921480" y="752754"/>
                  </a:lnTo>
                  <a:lnTo>
                    <a:pt x="3896995" y="754278"/>
                  </a:lnTo>
                  <a:lnTo>
                    <a:pt x="3903459" y="892987"/>
                  </a:lnTo>
                  <a:lnTo>
                    <a:pt x="3929735" y="891463"/>
                  </a:lnTo>
                  <a:close/>
                </a:path>
                <a:path w="4554855" h="2729229">
                  <a:moveTo>
                    <a:pt x="4356443" y="1696974"/>
                  </a:moveTo>
                  <a:lnTo>
                    <a:pt x="4323829" y="1672831"/>
                  </a:lnTo>
                  <a:lnTo>
                    <a:pt x="4296041" y="1660766"/>
                  </a:lnTo>
                  <a:lnTo>
                    <a:pt x="4287786" y="1657756"/>
                  </a:lnTo>
                  <a:lnTo>
                    <a:pt x="4279658" y="1657756"/>
                  </a:lnTo>
                  <a:lnTo>
                    <a:pt x="4261637" y="1656245"/>
                  </a:lnTo>
                  <a:lnTo>
                    <a:pt x="4246918" y="1657756"/>
                  </a:lnTo>
                  <a:lnTo>
                    <a:pt x="4232186" y="1662277"/>
                  </a:lnTo>
                  <a:lnTo>
                    <a:pt x="4220769" y="1666798"/>
                  </a:lnTo>
                  <a:lnTo>
                    <a:pt x="4206049" y="1671320"/>
                  </a:lnTo>
                  <a:lnTo>
                    <a:pt x="4183202" y="1680375"/>
                  </a:lnTo>
                  <a:lnTo>
                    <a:pt x="4173296" y="1684909"/>
                  </a:lnTo>
                  <a:lnTo>
                    <a:pt x="4153751" y="1684909"/>
                  </a:lnTo>
                  <a:lnTo>
                    <a:pt x="4145496" y="1680375"/>
                  </a:lnTo>
                  <a:lnTo>
                    <a:pt x="4139031" y="1674342"/>
                  </a:lnTo>
                  <a:lnTo>
                    <a:pt x="4121010" y="1654733"/>
                  </a:lnTo>
                  <a:lnTo>
                    <a:pt x="4112895" y="1647190"/>
                  </a:lnTo>
                  <a:lnTo>
                    <a:pt x="4104627" y="1642668"/>
                  </a:lnTo>
                  <a:lnTo>
                    <a:pt x="4089908" y="1635125"/>
                  </a:lnTo>
                  <a:lnTo>
                    <a:pt x="4076839" y="1632115"/>
                  </a:lnTo>
                  <a:lnTo>
                    <a:pt x="4062107" y="1630603"/>
                  </a:lnTo>
                  <a:lnTo>
                    <a:pt x="4047388" y="1635125"/>
                  </a:lnTo>
                  <a:lnTo>
                    <a:pt x="4034320" y="1639658"/>
                  </a:lnTo>
                  <a:lnTo>
                    <a:pt x="4021251" y="1647190"/>
                  </a:lnTo>
                  <a:lnTo>
                    <a:pt x="4004868" y="1651723"/>
                  </a:lnTo>
                  <a:lnTo>
                    <a:pt x="3990149" y="1659255"/>
                  </a:lnTo>
                  <a:lnTo>
                    <a:pt x="3957536" y="1668310"/>
                  </a:lnTo>
                  <a:lnTo>
                    <a:pt x="3947630" y="1668310"/>
                  </a:lnTo>
                  <a:lnTo>
                    <a:pt x="3937863" y="1669821"/>
                  </a:lnTo>
                  <a:lnTo>
                    <a:pt x="3928084" y="1668310"/>
                  </a:lnTo>
                  <a:lnTo>
                    <a:pt x="3919829" y="1668310"/>
                  </a:lnTo>
                  <a:lnTo>
                    <a:pt x="3910063" y="1665287"/>
                  </a:lnTo>
                  <a:lnTo>
                    <a:pt x="3900297" y="1663788"/>
                  </a:lnTo>
                  <a:lnTo>
                    <a:pt x="3888867" y="1659255"/>
                  </a:lnTo>
                  <a:lnTo>
                    <a:pt x="3878961" y="1654733"/>
                  </a:lnTo>
                  <a:lnTo>
                    <a:pt x="3864241" y="1645691"/>
                  </a:lnTo>
                  <a:lnTo>
                    <a:pt x="3849522" y="1639658"/>
                  </a:lnTo>
                  <a:lnTo>
                    <a:pt x="3833139" y="1633626"/>
                  </a:lnTo>
                  <a:lnTo>
                    <a:pt x="3816908" y="1630603"/>
                  </a:lnTo>
                  <a:lnTo>
                    <a:pt x="3805351" y="1629092"/>
                  </a:lnTo>
                  <a:lnTo>
                    <a:pt x="3785806" y="1629092"/>
                  </a:lnTo>
                  <a:lnTo>
                    <a:pt x="3775900" y="1633626"/>
                  </a:lnTo>
                  <a:lnTo>
                    <a:pt x="3764483" y="1636636"/>
                  </a:lnTo>
                  <a:lnTo>
                    <a:pt x="3754717" y="1642668"/>
                  </a:lnTo>
                  <a:lnTo>
                    <a:pt x="3743287" y="1648701"/>
                  </a:lnTo>
                  <a:lnTo>
                    <a:pt x="3731869" y="1659255"/>
                  </a:lnTo>
                  <a:lnTo>
                    <a:pt x="3748100" y="1677352"/>
                  </a:lnTo>
                  <a:lnTo>
                    <a:pt x="3756368" y="1668310"/>
                  </a:lnTo>
                  <a:lnTo>
                    <a:pt x="3766134" y="1663788"/>
                  </a:lnTo>
                  <a:lnTo>
                    <a:pt x="3774389" y="1659255"/>
                  </a:lnTo>
                  <a:lnTo>
                    <a:pt x="3782504" y="1656245"/>
                  </a:lnTo>
                  <a:lnTo>
                    <a:pt x="3797223" y="1651723"/>
                  </a:lnTo>
                  <a:lnTo>
                    <a:pt x="3813606" y="1653222"/>
                  </a:lnTo>
                  <a:lnTo>
                    <a:pt x="3825024" y="1656245"/>
                  </a:lnTo>
                  <a:lnTo>
                    <a:pt x="3839743" y="1660766"/>
                  </a:lnTo>
                  <a:lnTo>
                    <a:pt x="3865892" y="1674342"/>
                  </a:lnTo>
                  <a:lnTo>
                    <a:pt x="3877310" y="1678863"/>
                  </a:lnTo>
                  <a:lnTo>
                    <a:pt x="3888867" y="1684909"/>
                  </a:lnTo>
                  <a:lnTo>
                    <a:pt x="3900297" y="1687931"/>
                  </a:lnTo>
                  <a:lnTo>
                    <a:pt x="3911714" y="1692452"/>
                  </a:lnTo>
                  <a:lnTo>
                    <a:pt x="3931386" y="1695462"/>
                  </a:lnTo>
                  <a:lnTo>
                    <a:pt x="3950932" y="1695462"/>
                  </a:lnTo>
                  <a:lnTo>
                    <a:pt x="3965651" y="1690941"/>
                  </a:lnTo>
                  <a:lnTo>
                    <a:pt x="3982034" y="1686420"/>
                  </a:lnTo>
                  <a:lnTo>
                    <a:pt x="4011472" y="1674342"/>
                  </a:lnTo>
                  <a:lnTo>
                    <a:pt x="4022902" y="1666798"/>
                  </a:lnTo>
                  <a:lnTo>
                    <a:pt x="4035971" y="1660766"/>
                  </a:lnTo>
                  <a:lnTo>
                    <a:pt x="4049039" y="1656245"/>
                  </a:lnTo>
                  <a:lnTo>
                    <a:pt x="4073537" y="1656245"/>
                  </a:lnTo>
                  <a:lnTo>
                    <a:pt x="4093210" y="1665287"/>
                  </a:lnTo>
                  <a:lnTo>
                    <a:pt x="4101325" y="1671320"/>
                  </a:lnTo>
                  <a:lnTo>
                    <a:pt x="4107929" y="1678863"/>
                  </a:lnTo>
                  <a:lnTo>
                    <a:pt x="4117708" y="1687931"/>
                  </a:lnTo>
                  <a:lnTo>
                    <a:pt x="4129265" y="1695462"/>
                  </a:lnTo>
                  <a:lnTo>
                    <a:pt x="4143845" y="1701495"/>
                  </a:lnTo>
                  <a:lnTo>
                    <a:pt x="4173296" y="1704517"/>
                  </a:lnTo>
                  <a:lnTo>
                    <a:pt x="4188015" y="1701495"/>
                  </a:lnTo>
                  <a:lnTo>
                    <a:pt x="4204398" y="1698485"/>
                  </a:lnTo>
                  <a:lnTo>
                    <a:pt x="4219118" y="1693964"/>
                  </a:lnTo>
                  <a:lnTo>
                    <a:pt x="4235488" y="1689430"/>
                  </a:lnTo>
                  <a:lnTo>
                    <a:pt x="4248569" y="1684909"/>
                  </a:lnTo>
                  <a:lnTo>
                    <a:pt x="4263288" y="1680375"/>
                  </a:lnTo>
                  <a:lnTo>
                    <a:pt x="4276356" y="1677352"/>
                  </a:lnTo>
                  <a:lnTo>
                    <a:pt x="4291088" y="1678863"/>
                  </a:lnTo>
                  <a:lnTo>
                    <a:pt x="4302506" y="1678863"/>
                  </a:lnTo>
                  <a:lnTo>
                    <a:pt x="4313923" y="1684909"/>
                  </a:lnTo>
                  <a:lnTo>
                    <a:pt x="4318876" y="1687931"/>
                  </a:lnTo>
                  <a:lnTo>
                    <a:pt x="4328642" y="1696974"/>
                  </a:lnTo>
                  <a:lnTo>
                    <a:pt x="4333608" y="1706029"/>
                  </a:lnTo>
                  <a:lnTo>
                    <a:pt x="4356443" y="1696974"/>
                  </a:lnTo>
                  <a:close/>
                </a:path>
                <a:path w="4554855" h="2729229">
                  <a:moveTo>
                    <a:pt x="4435018" y="1588312"/>
                  </a:moveTo>
                  <a:lnTo>
                    <a:pt x="4431716" y="1576247"/>
                  </a:lnTo>
                  <a:lnTo>
                    <a:pt x="4430065" y="1565706"/>
                  </a:lnTo>
                  <a:lnTo>
                    <a:pt x="4410519" y="1565706"/>
                  </a:lnTo>
                  <a:lnTo>
                    <a:pt x="4398962" y="1567230"/>
                  </a:lnTo>
                  <a:lnTo>
                    <a:pt x="4371162" y="1567230"/>
                  </a:lnTo>
                  <a:lnTo>
                    <a:pt x="4361396" y="1568754"/>
                  </a:lnTo>
                  <a:lnTo>
                    <a:pt x="4323829" y="1568754"/>
                  </a:lnTo>
                  <a:lnTo>
                    <a:pt x="4310761" y="1570278"/>
                  </a:lnTo>
                  <a:lnTo>
                    <a:pt x="4294390" y="1568754"/>
                  </a:lnTo>
                  <a:lnTo>
                    <a:pt x="4278007" y="1568754"/>
                  </a:lnTo>
                  <a:lnTo>
                    <a:pt x="4259986" y="1567230"/>
                  </a:lnTo>
                  <a:lnTo>
                    <a:pt x="4243616" y="1567230"/>
                  </a:lnTo>
                  <a:lnTo>
                    <a:pt x="4233837" y="1565706"/>
                  </a:lnTo>
                  <a:lnTo>
                    <a:pt x="4224071" y="1565706"/>
                  </a:lnTo>
                  <a:lnTo>
                    <a:pt x="4214304" y="1564182"/>
                  </a:lnTo>
                  <a:lnTo>
                    <a:pt x="4204398" y="1564182"/>
                  </a:lnTo>
                  <a:lnTo>
                    <a:pt x="4192968" y="1562785"/>
                  </a:lnTo>
                  <a:lnTo>
                    <a:pt x="4163530" y="1562785"/>
                  </a:lnTo>
                  <a:lnTo>
                    <a:pt x="4150449" y="1559737"/>
                  </a:lnTo>
                  <a:lnTo>
                    <a:pt x="4140682" y="1559737"/>
                  </a:lnTo>
                  <a:lnTo>
                    <a:pt x="4127614" y="1556689"/>
                  </a:lnTo>
                  <a:lnTo>
                    <a:pt x="4117708" y="1556689"/>
                  </a:lnTo>
                  <a:lnTo>
                    <a:pt x="4104627" y="1553641"/>
                  </a:lnTo>
                  <a:lnTo>
                    <a:pt x="4093210" y="1553641"/>
                  </a:lnTo>
                  <a:lnTo>
                    <a:pt x="4081792" y="1550720"/>
                  </a:lnTo>
                  <a:lnTo>
                    <a:pt x="4070375" y="1550720"/>
                  </a:lnTo>
                  <a:lnTo>
                    <a:pt x="4055643" y="1547660"/>
                  </a:lnTo>
                  <a:lnTo>
                    <a:pt x="4042575" y="1546136"/>
                  </a:lnTo>
                  <a:lnTo>
                    <a:pt x="4029506" y="1543088"/>
                  </a:lnTo>
                  <a:lnTo>
                    <a:pt x="4016286" y="1541564"/>
                  </a:lnTo>
                  <a:lnTo>
                    <a:pt x="4001706" y="1538643"/>
                  </a:lnTo>
                  <a:lnTo>
                    <a:pt x="3962349" y="1534071"/>
                  </a:lnTo>
                  <a:lnTo>
                    <a:pt x="3959187" y="1556689"/>
                  </a:lnTo>
                  <a:lnTo>
                    <a:pt x="3998404" y="1561261"/>
                  </a:lnTo>
                  <a:lnTo>
                    <a:pt x="4013123" y="1564182"/>
                  </a:lnTo>
                  <a:lnTo>
                    <a:pt x="4026204" y="1565706"/>
                  </a:lnTo>
                  <a:lnTo>
                    <a:pt x="4039273" y="1568754"/>
                  </a:lnTo>
                  <a:lnTo>
                    <a:pt x="4052341" y="1570278"/>
                  </a:lnTo>
                  <a:lnTo>
                    <a:pt x="4067073" y="1573326"/>
                  </a:lnTo>
                  <a:lnTo>
                    <a:pt x="4078490" y="1573326"/>
                  </a:lnTo>
                  <a:lnTo>
                    <a:pt x="4091559" y="1576247"/>
                  </a:lnTo>
                  <a:lnTo>
                    <a:pt x="4102976" y="1576247"/>
                  </a:lnTo>
                  <a:lnTo>
                    <a:pt x="4116057" y="1579295"/>
                  </a:lnTo>
                  <a:lnTo>
                    <a:pt x="4127614" y="1579295"/>
                  </a:lnTo>
                  <a:lnTo>
                    <a:pt x="4139031" y="1582343"/>
                  </a:lnTo>
                  <a:lnTo>
                    <a:pt x="4150449" y="1582343"/>
                  </a:lnTo>
                  <a:lnTo>
                    <a:pt x="4163530" y="1585391"/>
                  </a:lnTo>
                  <a:lnTo>
                    <a:pt x="4173296" y="1585391"/>
                  </a:lnTo>
                  <a:lnTo>
                    <a:pt x="4183202" y="1586915"/>
                  </a:lnTo>
                  <a:lnTo>
                    <a:pt x="4192968" y="1586915"/>
                  </a:lnTo>
                  <a:lnTo>
                    <a:pt x="4204398" y="1588312"/>
                  </a:lnTo>
                  <a:lnTo>
                    <a:pt x="4214304" y="1588312"/>
                  </a:lnTo>
                  <a:lnTo>
                    <a:pt x="4224071" y="1589836"/>
                  </a:lnTo>
                  <a:lnTo>
                    <a:pt x="4233837" y="1589836"/>
                  </a:lnTo>
                  <a:lnTo>
                    <a:pt x="4243616" y="1591360"/>
                  </a:lnTo>
                  <a:lnTo>
                    <a:pt x="4259986" y="1591360"/>
                  </a:lnTo>
                  <a:lnTo>
                    <a:pt x="4278007" y="1592884"/>
                  </a:lnTo>
                  <a:lnTo>
                    <a:pt x="4294390" y="1592884"/>
                  </a:lnTo>
                  <a:lnTo>
                    <a:pt x="4310761" y="1594408"/>
                  </a:lnTo>
                  <a:lnTo>
                    <a:pt x="4323829" y="1592884"/>
                  </a:lnTo>
                  <a:lnTo>
                    <a:pt x="4363047" y="1592884"/>
                  </a:lnTo>
                  <a:lnTo>
                    <a:pt x="4372813" y="1591360"/>
                  </a:lnTo>
                  <a:lnTo>
                    <a:pt x="4400613" y="1591360"/>
                  </a:lnTo>
                  <a:lnTo>
                    <a:pt x="4425251" y="1588312"/>
                  </a:lnTo>
                  <a:lnTo>
                    <a:pt x="4435018" y="1588312"/>
                  </a:lnTo>
                  <a:close/>
                </a:path>
                <a:path w="4554855" h="2729229">
                  <a:moveTo>
                    <a:pt x="4554321" y="1546136"/>
                  </a:moveTo>
                  <a:lnTo>
                    <a:pt x="4551146" y="1543088"/>
                  </a:lnTo>
                  <a:lnTo>
                    <a:pt x="4549495" y="1538643"/>
                  </a:lnTo>
                  <a:lnTo>
                    <a:pt x="4542891" y="1523530"/>
                  </a:lnTo>
                  <a:lnTo>
                    <a:pt x="4526521" y="1499400"/>
                  </a:lnTo>
                  <a:lnTo>
                    <a:pt x="4520057" y="1491780"/>
                  </a:lnTo>
                  <a:lnTo>
                    <a:pt x="4515104" y="1484287"/>
                  </a:lnTo>
                  <a:lnTo>
                    <a:pt x="4508627" y="1475257"/>
                  </a:lnTo>
                  <a:lnTo>
                    <a:pt x="4503674" y="1467637"/>
                  </a:lnTo>
                  <a:lnTo>
                    <a:pt x="4487303" y="1446555"/>
                  </a:lnTo>
                  <a:lnTo>
                    <a:pt x="4467758" y="1425473"/>
                  </a:lnTo>
                  <a:lnTo>
                    <a:pt x="4456201" y="1413395"/>
                  </a:lnTo>
                  <a:lnTo>
                    <a:pt x="4446435" y="1401330"/>
                  </a:lnTo>
                  <a:lnTo>
                    <a:pt x="4413682" y="1371104"/>
                  </a:lnTo>
                  <a:lnTo>
                    <a:pt x="4407217" y="1363611"/>
                  </a:lnTo>
                  <a:lnTo>
                    <a:pt x="4392498" y="1350022"/>
                  </a:lnTo>
                  <a:lnTo>
                    <a:pt x="4382732" y="1342517"/>
                  </a:lnTo>
                  <a:lnTo>
                    <a:pt x="4376128" y="1336421"/>
                  </a:lnTo>
                  <a:lnTo>
                    <a:pt x="4366349" y="1328928"/>
                  </a:lnTo>
                  <a:lnTo>
                    <a:pt x="4359745" y="1322832"/>
                  </a:lnTo>
                  <a:lnTo>
                    <a:pt x="4330306" y="1300226"/>
                  </a:lnTo>
                  <a:lnTo>
                    <a:pt x="4322178" y="1294257"/>
                  </a:lnTo>
                  <a:lnTo>
                    <a:pt x="4312412" y="1285240"/>
                  </a:lnTo>
                  <a:lnTo>
                    <a:pt x="4302506" y="1279131"/>
                  </a:lnTo>
                  <a:lnTo>
                    <a:pt x="4292739" y="1270114"/>
                  </a:lnTo>
                  <a:lnTo>
                    <a:pt x="4282960" y="1264018"/>
                  </a:lnTo>
                  <a:lnTo>
                    <a:pt x="4268241" y="1283716"/>
                  </a:lnTo>
                  <a:lnTo>
                    <a:pt x="4278007" y="1289685"/>
                  </a:lnTo>
                  <a:lnTo>
                    <a:pt x="4315574" y="1318387"/>
                  </a:lnTo>
                  <a:lnTo>
                    <a:pt x="4331957" y="1333500"/>
                  </a:lnTo>
                  <a:lnTo>
                    <a:pt x="4341723" y="1340993"/>
                  </a:lnTo>
                  <a:lnTo>
                    <a:pt x="4348327" y="1346962"/>
                  </a:lnTo>
                  <a:lnTo>
                    <a:pt x="4364698" y="1359039"/>
                  </a:lnTo>
                  <a:lnTo>
                    <a:pt x="4425251" y="1414932"/>
                  </a:lnTo>
                  <a:lnTo>
                    <a:pt x="4446435" y="1437538"/>
                  </a:lnTo>
                  <a:lnTo>
                    <a:pt x="4454690" y="1448079"/>
                  </a:lnTo>
                  <a:lnTo>
                    <a:pt x="4472584" y="1467637"/>
                  </a:lnTo>
                  <a:lnTo>
                    <a:pt x="4480839" y="1478305"/>
                  </a:lnTo>
                  <a:lnTo>
                    <a:pt x="4485652" y="1485811"/>
                  </a:lnTo>
                  <a:lnTo>
                    <a:pt x="4492256" y="1493304"/>
                  </a:lnTo>
                  <a:lnTo>
                    <a:pt x="4502023" y="1508417"/>
                  </a:lnTo>
                  <a:lnTo>
                    <a:pt x="4518406" y="1532547"/>
                  </a:lnTo>
                  <a:lnTo>
                    <a:pt x="4521708" y="1540040"/>
                  </a:lnTo>
                  <a:lnTo>
                    <a:pt x="4525010" y="1546136"/>
                  </a:lnTo>
                  <a:lnTo>
                    <a:pt x="4526521" y="1550720"/>
                  </a:lnTo>
                  <a:lnTo>
                    <a:pt x="4528172" y="1553641"/>
                  </a:lnTo>
                  <a:lnTo>
                    <a:pt x="4554321" y="15461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25119" y="2748163"/>
              <a:ext cx="1174750" cy="464820"/>
            </a:xfrm>
            <a:custGeom>
              <a:avLst/>
              <a:gdLst/>
              <a:ahLst/>
              <a:cxnLst/>
              <a:rect l="l" t="t" r="r" b="b"/>
              <a:pathLst>
                <a:path w="1174750" h="464819">
                  <a:moveTo>
                    <a:pt x="703146" y="0"/>
                  </a:moveTo>
                  <a:lnTo>
                    <a:pt x="690074" y="0"/>
                  </a:lnTo>
                  <a:lnTo>
                    <a:pt x="655673" y="0"/>
                  </a:lnTo>
                  <a:lnTo>
                    <a:pt x="637647" y="1524"/>
                  </a:lnTo>
                  <a:lnTo>
                    <a:pt x="623062" y="4572"/>
                  </a:lnTo>
                  <a:lnTo>
                    <a:pt x="588661" y="7621"/>
                  </a:lnTo>
                  <a:lnTo>
                    <a:pt x="572286" y="13591"/>
                  </a:lnTo>
                  <a:lnTo>
                    <a:pt x="557563" y="18164"/>
                  </a:lnTo>
                  <a:lnTo>
                    <a:pt x="539537" y="22737"/>
                  </a:lnTo>
                  <a:lnTo>
                    <a:pt x="506925" y="31756"/>
                  </a:lnTo>
                  <a:lnTo>
                    <a:pt x="492202" y="36201"/>
                  </a:lnTo>
                  <a:lnTo>
                    <a:pt x="448032" y="54366"/>
                  </a:lnTo>
                  <a:lnTo>
                    <a:pt x="434960" y="60336"/>
                  </a:lnTo>
                  <a:lnTo>
                    <a:pt x="420236" y="64909"/>
                  </a:lnTo>
                  <a:lnTo>
                    <a:pt x="407164" y="71006"/>
                  </a:lnTo>
                  <a:lnTo>
                    <a:pt x="394092" y="75452"/>
                  </a:lnTo>
                  <a:lnTo>
                    <a:pt x="382533" y="81549"/>
                  </a:lnTo>
                  <a:lnTo>
                    <a:pt x="371112" y="85995"/>
                  </a:lnTo>
                  <a:lnTo>
                    <a:pt x="359691" y="92092"/>
                  </a:lnTo>
                  <a:lnTo>
                    <a:pt x="349922" y="96538"/>
                  </a:lnTo>
                  <a:lnTo>
                    <a:pt x="341665" y="102635"/>
                  </a:lnTo>
                  <a:lnTo>
                    <a:pt x="331896" y="105684"/>
                  </a:lnTo>
                  <a:lnTo>
                    <a:pt x="318823" y="114702"/>
                  </a:lnTo>
                  <a:lnTo>
                    <a:pt x="313870" y="119275"/>
                  </a:lnTo>
                  <a:lnTo>
                    <a:pt x="304100" y="123721"/>
                  </a:lnTo>
                  <a:lnTo>
                    <a:pt x="300798" y="129818"/>
                  </a:lnTo>
                  <a:lnTo>
                    <a:pt x="289377" y="126770"/>
                  </a:lnTo>
                  <a:lnTo>
                    <a:pt x="266535" y="123721"/>
                  </a:lnTo>
                  <a:lnTo>
                    <a:pt x="256627" y="123721"/>
                  </a:lnTo>
                  <a:lnTo>
                    <a:pt x="245206" y="122197"/>
                  </a:lnTo>
                  <a:lnTo>
                    <a:pt x="183148" y="122197"/>
                  </a:lnTo>
                  <a:lnTo>
                    <a:pt x="173240" y="125245"/>
                  </a:lnTo>
                  <a:lnTo>
                    <a:pt x="163471" y="125245"/>
                  </a:lnTo>
                  <a:lnTo>
                    <a:pt x="153701" y="128294"/>
                  </a:lnTo>
                  <a:lnTo>
                    <a:pt x="145445" y="129818"/>
                  </a:lnTo>
                  <a:lnTo>
                    <a:pt x="137326" y="132740"/>
                  </a:lnTo>
                  <a:lnTo>
                    <a:pt x="127557" y="134264"/>
                  </a:lnTo>
                  <a:lnTo>
                    <a:pt x="117649" y="137313"/>
                  </a:lnTo>
                  <a:lnTo>
                    <a:pt x="109531" y="138837"/>
                  </a:lnTo>
                  <a:lnTo>
                    <a:pt x="101275" y="143410"/>
                  </a:lnTo>
                  <a:lnTo>
                    <a:pt x="85038" y="149380"/>
                  </a:lnTo>
                  <a:lnTo>
                    <a:pt x="73479" y="158399"/>
                  </a:lnTo>
                  <a:lnTo>
                    <a:pt x="58756" y="167544"/>
                  </a:lnTo>
                  <a:lnTo>
                    <a:pt x="45683" y="176563"/>
                  </a:lnTo>
                  <a:lnTo>
                    <a:pt x="35914" y="187106"/>
                  </a:lnTo>
                  <a:lnTo>
                    <a:pt x="27795" y="199173"/>
                  </a:lnTo>
                  <a:lnTo>
                    <a:pt x="17888" y="208192"/>
                  </a:lnTo>
                  <a:lnTo>
                    <a:pt x="11420" y="220259"/>
                  </a:lnTo>
                  <a:lnTo>
                    <a:pt x="4816" y="233851"/>
                  </a:lnTo>
                  <a:lnTo>
                    <a:pt x="3164" y="247442"/>
                  </a:lnTo>
                  <a:lnTo>
                    <a:pt x="0" y="261034"/>
                  </a:lnTo>
                  <a:lnTo>
                    <a:pt x="0" y="274626"/>
                  </a:lnTo>
                  <a:lnTo>
                    <a:pt x="1513" y="289614"/>
                  </a:lnTo>
                  <a:lnTo>
                    <a:pt x="8118" y="306255"/>
                  </a:lnTo>
                  <a:lnTo>
                    <a:pt x="9769" y="313749"/>
                  </a:lnTo>
                  <a:lnTo>
                    <a:pt x="16237" y="328865"/>
                  </a:lnTo>
                  <a:lnTo>
                    <a:pt x="21190" y="337884"/>
                  </a:lnTo>
                  <a:lnTo>
                    <a:pt x="26144" y="345505"/>
                  </a:lnTo>
                  <a:lnTo>
                    <a:pt x="29309" y="352999"/>
                  </a:lnTo>
                  <a:lnTo>
                    <a:pt x="35914" y="362018"/>
                  </a:lnTo>
                  <a:lnTo>
                    <a:pt x="44032" y="371164"/>
                  </a:lnTo>
                  <a:lnTo>
                    <a:pt x="52288" y="378658"/>
                  </a:lnTo>
                  <a:lnTo>
                    <a:pt x="58756" y="387677"/>
                  </a:lnTo>
                  <a:lnTo>
                    <a:pt x="68663" y="396696"/>
                  </a:lnTo>
                  <a:lnTo>
                    <a:pt x="80084" y="405841"/>
                  </a:lnTo>
                  <a:lnTo>
                    <a:pt x="89854" y="414860"/>
                  </a:lnTo>
                  <a:lnTo>
                    <a:pt x="98110" y="423879"/>
                  </a:lnTo>
                  <a:lnTo>
                    <a:pt x="109531" y="432898"/>
                  </a:lnTo>
                  <a:lnTo>
                    <a:pt x="124254" y="442043"/>
                  </a:lnTo>
                  <a:lnTo>
                    <a:pt x="137326" y="444965"/>
                  </a:lnTo>
                  <a:lnTo>
                    <a:pt x="152050" y="449538"/>
                  </a:lnTo>
                  <a:lnTo>
                    <a:pt x="181497" y="455635"/>
                  </a:lnTo>
                  <a:lnTo>
                    <a:pt x="194569" y="455635"/>
                  </a:lnTo>
                  <a:lnTo>
                    <a:pt x="209292" y="457032"/>
                  </a:lnTo>
                  <a:lnTo>
                    <a:pt x="224016" y="457032"/>
                  </a:lnTo>
                  <a:lnTo>
                    <a:pt x="238739" y="458556"/>
                  </a:lnTo>
                  <a:lnTo>
                    <a:pt x="251811" y="457032"/>
                  </a:lnTo>
                  <a:lnTo>
                    <a:pt x="266535" y="457032"/>
                  </a:lnTo>
                  <a:lnTo>
                    <a:pt x="295982" y="454111"/>
                  </a:lnTo>
                  <a:lnTo>
                    <a:pt x="309054" y="451062"/>
                  </a:lnTo>
                  <a:lnTo>
                    <a:pt x="323777" y="449538"/>
                  </a:lnTo>
                  <a:lnTo>
                    <a:pt x="338501" y="446489"/>
                  </a:lnTo>
                  <a:lnTo>
                    <a:pt x="353224" y="444965"/>
                  </a:lnTo>
                  <a:lnTo>
                    <a:pt x="366296" y="440519"/>
                  </a:lnTo>
                  <a:lnTo>
                    <a:pt x="381020" y="438995"/>
                  </a:lnTo>
                  <a:lnTo>
                    <a:pt x="394092" y="434422"/>
                  </a:lnTo>
                  <a:lnTo>
                    <a:pt x="408815" y="432898"/>
                  </a:lnTo>
                  <a:lnTo>
                    <a:pt x="421887" y="429976"/>
                  </a:lnTo>
                  <a:lnTo>
                    <a:pt x="436611" y="428452"/>
                  </a:lnTo>
                  <a:lnTo>
                    <a:pt x="451334" y="425403"/>
                  </a:lnTo>
                  <a:lnTo>
                    <a:pt x="466058" y="425403"/>
                  </a:lnTo>
                  <a:lnTo>
                    <a:pt x="479130" y="422355"/>
                  </a:lnTo>
                  <a:lnTo>
                    <a:pt x="493853" y="420830"/>
                  </a:lnTo>
                  <a:lnTo>
                    <a:pt x="506925" y="420830"/>
                  </a:lnTo>
                  <a:lnTo>
                    <a:pt x="521649" y="422355"/>
                  </a:lnTo>
                  <a:lnTo>
                    <a:pt x="551096" y="422355"/>
                  </a:lnTo>
                  <a:lnTo>
                    <a:pt x="565819" y="423879"/>
                  </a:lnTo>
                  <a:lnTo>
                    <a:pt x="580543" y="428452"/>
                  </a:lnTo>
                  <a:lnTo>
                    <a:pt x="596780" y="429976"/>
                  </a:lnTo>
                  <a:lnTo>
                    <a:pt x="614805" y="432898"/>
                  </a:lnTo>
                  <a:lnTo>
                    <a:pt x="624575" y="432898"/>
                  </a:lnTo>
                  <a:lnTo>
                    <a:pt x="644252" y="435946"/>
                  </a:lnTo>
                  <a:lnTo>
                    <a:pt x="655673" y="438995"/>
                  </a:lnTo>
                  <a:lnTo>
                    <a:pt x="665581" y="438995"/>
                  </a:lnTo>
                  <a:lnTo>
                    <a:pt x="675350" y="442043"/>
                  </a:lnTo>
                  <a:lnTo>
                    <a:pt x="685120" y="442043"/>
                  </a:lnTo>
                  <a:lnTo>
                    <a:pt x="696541" y="444965"/>
                  </a:lnTo>
                  <a:lnTo>
                    <a:pt x="706448" y="446489"/>
                  </a:lnTo>
                  <a:lnTo>
                    <a:pt x="729290" y="449538"/>
                  </a:lnTo>
                  <a:lnTo>
                    <a:pt x="740711" y="452586"/>
                  </a:lnTo>
                  <a:lnTo>
                    <a:pt x="750481" y="452586"/>
                  </a:lnTo>
                  <a:lnTo>
                    <a:pt x="760388" y="454111"/>
                  </a:lnTo>
                  <a:lnTo>
                    <a:pt x="783230" y="457032"/>
                  </a:lnTo>
                  <a:lnTo>
                    <a:pt x="793000" y="457032"/>
                  </a:lnTo>
                  <a:lnTo>
                    <a:pt x="827401" y="461605"/>
                  </a:lnTo>
                  <a:lnTo>
                    <a:pt x="860150" y="461605"/>
                  </a:lnTo>
                  <a:lnTo>
                    <a:pt x="871571" y="463129"/>
                  </a:lnTo>
                  <a:lnTo>
                    <a:pt x="904320" y="463129"/>
                  </a:lnTo>
                  <a:lnTo>
                    <a:pt x="915741" y="464654"/>
                  </a:lnTo>
                  <a:lnTo>
                    <a:pt x="945188" y="460081"/>
                  </a:lnTo>
                  <a:lnTo>
                    <a:pt x="956609" y="460081"/>
                  </a:lnTo>
                  <a:lnTo>
                    <a:pt x="986056" y="455635"/>
                  </a:lnTo>
                  <a:lnTo>
                    <a:pt x="995826" y="455635"/>
                  </a:lnTo>
                  <a:lnTo>
                    <a:pt x="1004082" y="452586"/>
                  </a:lnTo>
                  <a:lnTo>
                    <a:pt x="1013851" y="451062"/>
                  </a:lnTo>
                  <a:lnTo>
                    <a:pt x="1023621" y="448013"/>
                  </a:lnTo>
                  <a:lnTo>
                    <a:pt x="1033529" y="446489"/>
                  </a:lnTo>
                  <a:lnTo>
                    <a:pt x="1049766" y="438995"/>
                  </a:lnTo>
                  <a:lnTo>
                    <a:pt x="1067791" y="432898"/>
                  </a:lnTo>
                  <a:lnTo>
                    <a:pt x="1082515" y="422355"/>
                  </a:lnTo>
                  <a:lnTo>
                    <a:pt x="1097238" y="413336"/>
                  </a:lnTo>
                  <a:lnTo>
                    <a:pt x="1125034" y="390726"/>
                  </a:lnTo>
                  <a:lnTo>
                    <a:pt x="1139757" y="368115"/>
                  </a:lnTo>
                  <a:lnTo>
                    <a:pt x="1144711" y="362018"/>
                  </a:lnTo>
                  <a:lnTo>
                    <a:pt x="1147876" y="352999"/>
                  </a:lnTo>
                  <a:lnTo>
                    <a:pt x="1152829" y="345505"/>
                  </a:lnTo>
                  <a:lnTo>
                    <a:pt x="1157783" y="336359"/>
                  </a:lnTo>
                  <a:lnTo>
                    <a:pt x="1162599" y="328865"/>
                  </a:lnTo>
                  <a:lnTo>
                    <a:pt x="1169204" y="298760"/>
                  </a:lnTo>
                  <a:lnTo>
                    <a:pt x="1170855" y="282120"/>
                  </a:lnTo>
                  <a:lnTo>
                    <a:pt x="1174158" y="267004"/>
                  </a:lnTo>
                  <a:lnTo>
                    <a:pt x="1167553" y="254937"/>
                  </a:lnTo>
                  <a:lnTo>
                    <a:pt x="1157783" y="233851"/>
                  </a:lnTo>
                  <a:lnTo>
                    <a:pt x="1152829" y="224832"/>
                  </a:lnTo>
                  <a:lnTo>
                    <a:pt x="1144711" y="212765"/>
                  </a:lnTo>
                  <a:lnTo>
                    <a:pt x="1139757" y="202222"/>
                  </a:lnTo>
                  <a:lnTo>
                    <a:pt x="1131639" y="193076"/>
                  </a:lnTo>
                  <a:lnTo>
                    <a:pt x="1126685" y="184057"/>
                  </a:lnTo>
                  <a:lnTo>
                    <a:pt x="1120080" y="173514"/>
                  </a:lnTo>
                  <a:lnTo>
                    <a:pt x="1113613" y="164496"/>
                  </a:lnTo>
                  <a:lnTo>
                    <a:pt x="1107008" y="156874"/>
                  </a:lnTo>
                  <a:lnTo>
                    <a:pt x="1102192" y="149380"/>
                  </a:lnTo>
                  <a:lnTo>
                    <a:pt x="1093936" y="140361"/>
                  </a:lnTo>
                  <a:lnTo>
                    <a:pt x="1080864" y="125245"/>
                  </a:lnTo>
                  <a:lnTo>
                    <a:pt x="1074396" y="119275"/>
                  </a:lnTo>
                  <a:lnTo>
                    <a:pt x="1061324" y="105684"/>
                  </a:lnTo>
                  <a:lnTo>
                    <a:pt x="1048114" y="95141"/>
                  </a:lnTo>
                  <a:lnTo>
                    <a:pt x="1033529" y="83073"/>
                  </a:lnTo>
                  <a:lnTo>
                    <a:pt x="1018805" y="73928"/>
                  </a:lnTo>
                  <a:lnTo>
                    <a:pt x="1004082" y="63385"/>
                  </a:lnTo>
                  <a:lnTo>
                    <a:pt x="989358" y="57414"/>
                  </a:lnTo>
                  <a:lnTo>
                    <a:pt x="974635" y="48269"/>
                  </a:lnTo>
                  <a:lnTo>
                    <a:pt x="945188" y="36201"/>
                  </a:lnTo>
                  <a:lnTo>
                    <a:pt x="930465" y="33280"/>
                  </a:lnTo>
                  <a:lnTo>
                    <a:pt x="914090" y="27183"/>
                  </a:lnTo>
                  <a:lnTo>
                    <a:pt x="899367" y="22737"/>
                  </a:lnTo>
                  <a:lnTo>
                    <a:pt x="882992" y="19688"/>
                  </a:lnTo>
                  <a:lnTo>
                    <a:pt x="868268" y="15115"/>
                  </a:lnTo>
                  <a:lnTo>
                    <a:pt x="837170" y="12067"/>
                  </a:lnTo>
                  <a:lnTo>
                    <a:pt x="822447" y="7621"/>
                  </a:lnTo>
                  <a:lnTo>
                    <a:pt x="791486" y="7621"/>
                  </a:lnTo>
                  <a:lnTo>
                    <a:pt x="762040" y="4572"/>
                  </a:lnTo>
                  <a:lnTo>
                    <a:pt x="747316" y="4572"/>
                  </a:lnTo>
                  <a:lnTo>
                    <a:pt x="703146" y="0"/>
                  </a:lnTo>
                  <a:close/>
                </a:path>
              </a:pathLst>
            </a:custGeom>
            <a:solidFill>
              <a:srgbClr val="C4D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1167" y="3419855"/>
              <a:ext cx="3392424" cy="210312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75425" y="3390900"/>
              <a:ext cx="3367404" cy="2082800"/>
            </a:xfrm>
            <a:custGeom>
              <a:avLst/>
              <a:gdLst/>
              <a:ahLst/>
              <a:cxnLst/>
              <a:rect l="l" t="t" r="r" b="b"/>
              <a:pathLst>
                <a:path w="3367404" h="2082800">
                  <a:moveTo>
                    <a:pt x="2158185" y="1884680"/>
                  </a:moveTo>
                  <a:lnTo>
                    <a:pt x="1283804" y="1884680"/>
                  </a:lnTo>
                  <a:lnTo>
                    <a:pt x="1282915" y="1885188"/>
                  </a:lnTo>
                  <a:lnTo>
                    <a:pt x="1314121" y="1920676"/>
                  </a:lnTo>
                  <a:lnTo>
                    <a:pt x="1348997" y="1953053"/>
                  </a:lnTo>
                  <a:lnTo>
                    <a:pt x="1387212" y="1982172"/>
                  </a:lnTo>
                  <a:lnTo>
                    <a:pt x="1428435" y="2007886"/>
                  </a:lnTo>
                  <a:lnTo>
                    <a:pt x="1472336" y="2030047"/>
                  </a:lnTo>
                  <a:lnTo>
                    <a:pt x="1518584" y="2048508"/>
                  </a:lnTo>
                  <a:lnTo>
                    <a:pt x="1566848" y="2063124"/>
                  </a:lnTo>
                  <a:lnTo>
                    <a:pt x="1616797" y="2073745"/>
                  </a:lnTo>
                  <a:lnTo>
                    <a:pt x="1668102" y="2080226"/>
                  </a:lnTo>
                  <a:lnTo>
                    <a:pt x="1720430" y="2082419"/>
                  </a:lnTo>
                  <a:lnTo>
                    <a:pt x="1772220" y="2080226"/>
                  </a:lnTo>
                  <a:lnTo>
                    <a:pt x="1773017" y="2080226"/>
                  </a:lnTo>
                  <a:lnTo>
                    <a:pt x="1825122" y="2073571"/>
                  </a:lnTo>
                  <a:lnTo>
                    <a:pt x="1875262" y="2062793"/>
                  </a:lnTo>
                  <a:lnTo>
                    <a:pt x="1923531" y="2048032"/>
                  </a:lnTo>
                  <a:lnTo>
                    <a:pt x="1969627" y="2029474"/>
                  </a:lnTo>
                  <a:lnTo>
                    <a:pt x="2013251" y="2007308"/>
                  </a:lnTo>
                  <a:lnTo>
                    <a:pt x="2054100" y="1981723"/>
                  </a:lnTo>
                  <a:lnTo>
                    <a:pt x="2091876" y="1952907"/>
                  </a:lnTo>
                  <a:lnTo>
                    <a:pt x="2126276" y="1921048"/>
                  </a:lnTo>
                  <a:lnTo>
                    <a:pt x="2157001" y="1886334"/>
                  </a:lnTo>
                  <a:lnTo>
                    <a:pt x="2158185" y="1884680"/>
                  </a:lnTo>
                  <a:close/>
                </a:path>
                <a:path w="3367404" h="2082800">
                  <a:moveTo>
                    <a:pt x="2799340" y="1699895"/>
                  </a:moveTo>
                  <a:lnTo>
                    <a:pt x="453491" y="1699895"/>
                  </a:lnTo>
                  <a:lnTo>
                    <a:pt x="451500" y="1701927"/>
                  </a:lnTo>
                  <a:lnTo>
                    <a:pt x="451719" y="1701927"/>
                  </a:lnTo>
                  <a:lnTo>
                    <a:pt x="480310" y="1740042"/>
                  </a:lnTo>
                  <a:lnTo>
                    <a:pt x="512566" y="1775628"/>
                  </a:lnTo>
                  <a:lnTo>
                    <a:pt x="548131" y="1808430"/>
                  </a:lnTo>
                  <a:lnTo>
                    <a:pt x="586743" y="1838320"/>
                  </a:lnTo>
                  <a:lnTo>
                    <a:pt x="628139" y="1865171"/>
                  </a:lnTo>
                  <a:lnTo>
                    <a:pt x="672058" y="1888855"/>
                  </a:lnTo>
                  <a:lnTo>
                    <a:pt x="718238" y="1909245"/>
                  </a:lnTo>
                  <a:lnTo>
                    <a:pt x="766416" y="1926213"/>
                  </a:lnTo>
                  <a:lnTo>
                    <a:pt x="816330" y="1939633"/>
                  </a:lnTo>
                  <a:lnTo>
                    <a:pt x="867720" y="1949376"/>
                  </a:lnTo>
                  <a:lnTo>
                    <a:pt x="920321" y="1955315"/>
                  </a:lnTo>
                  <a:lnTo>
                    <a:pt x="973874" y="1957324"/>
                  </a:lnTo>
                  <a:lnTo>
                    <a:pt x="1026504" y="1955315"/>
                  </a:lnTo>
                  <a:lnTo>
                    <a:pt x="1027654" y="1955315"/>
                  </a:lnTo>
                  <a:lnTo>
                    <a:pt x="1081929" y="1949073"/>
                  </a:lnTo>
                  <a:lnTo>
                    <a:pt x="1134664" y="1938861"/>
                  </a:lnTo>
                  <a:lnTo>
                    <a:pt x="1186104" y="1924680"/>
                  </a:lnTo>
                  <a:lnTo>
                    <a:pt x="1235925" y="1906597"/>
                  </a:lnTo>
                  <a:lnTo>
                    <a:pt x="1283804" y="1884680"/>
                  </a:lnTo>
                  <a:lnTo>
                    <a:pt x="2158185" y="1884680"/>
                  </a:lnTo>
                  <a:lnTo>
                    <a:pt x="2183749" y="1848955"/>
                  </a:lnTo>
                  <a:lnTo>
                    <a:pt x="2206219" y="1809097"/>
                  </a:lnTo>
                  <a:lnTo>
                    <a:pt x="2224112" y="1766951"/>
                  </a:lnTo>
                  <a:lnTo>
                    <a:pt x="2706601" y="1766951"/>
                  </a:lnTo>
                  <a:lnTo>
                    <a:pt x="2744272" y="1744419"/>
                  </a:lnTo>
                  <a:lnTo>
                    <a:pt x="2781039" y="1716912"/>
                  </a:lnTo>
                  <a:lnTo>
                    <a:pt x="2799340" y="1699895"/>
                  </a:lnTo>
                  <a:close/>
                </a:path>
                <a:path w="3367404" h="2082800">
                  <a:moveTo>
                    <a:pt x="2706601" y="1766951"/>
                  </a:moveTo>
                  <a:lnTo>
                    <a:pt x="2224112" y="1766951"/>
                  </a:lnTo>
                  <a:lnTo>
                    <a:pt x="2224620" y="1769364"/>
                  </a:lnTo>
                  <a:lnTo>
                    <a:pt x="2268899" y="1789831"/>
                  </a:lnTo>
                  <a:lnTo>
                    <a:pt x="2315347" y="1805909"/>
                  </a:lnTo>
                  <a:lnTo>
                    <a:pt x="2363545" y="1817507"/>
                  </a:lnTo>
                  <a:lnTo>
                    <a:pt x="2413072" y="1824532"/>
                  </a:lnTo>
                  <a:lnTo>
                    <a:pt x="2463507" y="1826895"/>
                  </a:lnTo>
                  <a:lnTo>
                    <a:pt x="2515787" y="1824371"/>
                  </a:lnTo>
                  <a:lnTo>
                    <a:pt x="2566319" y="1816987"/>
                  </a:lnTo>
                  <a:lnTo>
                    <a:pt x="2614769" y="1805021"/>
                  </a:lnTo>
                  <a:lnTo>
                    <a:pt x="2660802" y="1788752"/>
                  </a:lnTo>
                  <a:lnTo>
                    <a:pt x="2704081" y="1768458"/>
                  </a:lnTo>
                  <a:lnTo>
                    <a:pt x="2706601" y="1766951"/>
                  </a:lnTo>
                  <a:close/>
                </a:path>
                <a:path w="3367404" h="2082800">
                  <a:moveTo>
                    <a:pt x="164302" y="1222959"/>
                  </a:moveTo>
                  <a:lnTo>
                    <a:pt x="133547" y="1255160"/>
                  </a:lnTo>
                  <a:lnTo>
                    <a:pt x="107985" y="1292181"/>
                  </a:lnTo>
                  <a:lnTo>
                    <a:pt x="89337" y="1331872"/>
                  </a:lnTo>
                  <a:lnTo>
                    <a:pt x="77917" y="1373556"/>
                  </a:lnTo>
                  <a:lnTo>
                    <a:pt x="74041" y="1416558"/>
                  </a:lnTo>
                  <a:lnTo>
                    <a:pt x="77725" y="1458728"/>
                  </a:lnTo>
                  <a:lnTo>
                    <a:pt x="88430" y="1498977"/>
                  </a:lnTo>
                  <a:lnTo>
                    <a:pt x="105627" y="1536863"/>
                  </a:lnTo>
                  <a:lnTo>
                    <a:pt x="128793" y="1571945"/>
                  </a:lnTo>
                  <a:lnTo>
                    <a:pt x="157401" y="1603781"/>
                  </a:lnTo>
                  <a:lnTo>
                    <a:pt x="190925" y="1631931"/>
                  </a:lnTo>
                  <a:lnTo>
                    <a:pt x="228840" y="1655952"/>
                  </a:lnTo>
                  <a:lnTo>
                    <a:pt x="270620" y="1675404"/>
                  </a:lnTo>
                  <a:lnTo>
                    <a:pt x="315739" y="1689844"/>
                  </a:lnTo>
                  <a:lnTo>
                    <a:pt x="363672" y="1698832"/>
                  </a:lnTo>
                  <a:lnTo>
                    <a:pt x="413892" y="1701927"/>
                  </a:lnTo>
                  <a:lnTo>
                    <a:pt x="419009" y="1701927"/>
                  </a:lnTo>
                  <a:lnTo>
                    <a:pt x="433635" y="1701387"/>
                  </a:lnTo>
                  <a:lnTo>
                    <a:pt x="443557" y="1700783"/>
                  </a:lnTo>
                  <a:lnTo>
                    <a:pt x="453491" y="1699895"/>
                  </a:lnTo>
                  <a:lnTo>
                    <a:pt x="2799340" y="1699895"/>
                  </a:lnTo>
                  <a:lnTo>
                    <a:pt x="2842959" y="1652615"/>
                  </a:lnTo>
                  <a:lnTo>
                    <a:pt x="2867441" y="1616382"/>
                  </a:lnTo>
                  <a:lnTo>
                    <a:pt x="2887158" y="1577797"/>
                  </a:lnTo>
                  <a:lnTo>
                    <a:pt x="2901773" y="1537139"/>
                  </a:lnTo>
                  <a:lnTo>
                    <a:pt x="2910951" y="1494687"/>
                  </a:lnTo>
                  <a:lnTo>
                    <a:pt x="2914357" y="1450720"/>
                  </a:lnTo>
                  <a:lnTo>
                    <a:pt x="2913595" y="1449705"/>
                  </a:lnTo>
                  <a:lnTo>
                    <a:pt x="2964663" y="1441408"/>
                  </a:lnTo>
                  <a:lnTo>
                    <a:pt x="3013727" y="1429161"/>
                  </a:lnTo>
                  <a:lnTo>
                    <a:pt x="3060563" y="1413181"/>
                  </a:lnTo>
                  <a:lnTo>
                    <a:pt x="3104946" y="1393688"/>
                  </a:lnTo>
                  <a:lnTo>
                    <a:pt x="3146650" y="1370899"/>
                  </a:lnTo>
                  <a:lnTo>
                    <a:pt x="3185451" y="1345032"/>
                  </a:lnTo>
                  <a:lnTo>
                    <a:pt x="3221123" y="1316307"/>
                  </a:lnTo>
                  <a:lnTo>
                    <a:pt x="3253441" y="1284940"/>
                  </a:lnTo>
                  <a:lnTo>
                    <a:pt x="3282181" y="1251152"/>
                  </a:lnTo>
                  <a:lnTo>
                    <a:pt x="3300446" y="1224788"/>
                  </a:lnTo>
                  <a:lnTo>
                    <a:pt x="167424" y="1224788"/>
                  </a:lnTo>
                  <a:lnTo>
                    <a:pt x="164302" y="1222959"/>
                  </a:lnTo>
                  <a:close/>
                </a:path>
                <a:path w="3367404" h="2082800">
                  <a:moveTo>
                    <a:pt x="3302734" y="1221486"/>
                  </a:moveTo>
                  <a:lnTo>
                    <a:pt x="165709" y="1221486"/>
                  </a:lnTo>
                  <a:lnTo>
                    <a:pt x="167424" y="1224788"/>
                  </a:lnTo>
                  <a:lnTo>
                    <a:pt x="3300446" y="1224788"/>
                  </a:lnTo>
                  <a:lnTo>
                    <a:pt x="3302734" y="1221486"/>
                  </a:lnTo>
                  <a:close/>
                </a:path>
                <a:path w="3367404" h="2082800">
                  <a:moveTo>
                    <a:pt x="302679" y="692453"/>
                  </a:moveTo>
                  <a:lnTo>
                    <a:pt x="253353" y="699968"/>
                  </a:lnTo>
                  <a:lnTo>
                    <a:pt x="205906" y="713639"/>
                  </a:lnTo>
                  <a:lnTo>
                    <a:pt x="162031" y="732782"/>
                  </a:lnTo>
                  <a:lnTo>
                    <a:pt x="122264" y="756892"/>
                  </a:lnTo>
                  <a:lnTo>
                    <a:pt x="87142" y="785463"/>
                  </a:lnTo>
                  <a:lnTo>
                    <a:pt x="57202" y="817988"/>
                  </a:lnTo>
                  <a:lnTo>
                    <a:pt x="32981" y="853962"/>
                  </a:lnTo>
                  <a:lnTo>
                    <a:pt x="15016" y="892880"/>
                  </a:lnTo>
                  <a:lnTo>
                    <a:pt x="3843" y="934234"/>
                  </a:lnTo>
                  <a:lnTo>
                    <a:pt x="0" y="977519"/>
                  </a:lnTo>
                  <a:lnTo>
                    <a:pt x="3833" y="1020547"/>
                  </a:lnTo>
                  <a:lnTo>
                    <a:pt x="15057" y="1062029"/>
                  </a:lnTo>
                  <a:lnTo>
                    <a:pt x="33253" y="1101352"/>
                  </a:lnTo>
                  <a:lnTo>
                    <a:pt x="58005" y="1137903"/>
                  </a:lnTo>
                  <a:lnTo>
                    <a:pt x="88895" y="1171068"/>
                  </a:lnTo>
                  <a:lnTo>
                    <a:pt x="125507" y="1200234"/>
                  </a:lnTo>
                  <a:lnTo>
                    <a:pt x="164302" y="1222959"/>
                  </a:lnTo>
                  <a:lnTo>
                    <a:pt x="165709" y="1221486"/>
                  </a:lnTo>
                  <a:lnTo>
                    <a:pt x="3302734" y="1221486"/>
                  </a:lnTo>
                  <a:lnTo>
                    <a:pt x="3328023" y="1177181"/>
                  </a:lnTo>
                  <a:lnTo>
                    <a:pt x="3344676" y="1137435"/>
                  </a:lnTo>
                  <a:lnTo>
                    <a:pt x="3356850" y="1096140"/>
                  </a:lnTo>
                  <a:lnTo>
                    <a:pt x="3364319" y="1053514"/>
                  </a:lnTo>
                  <a:lnTo>
                    <a:pt x="3366858" y="1009776"/>
                  </a:lnTo>
                  <a:lnTo>
                    <a:pt x="3363680" y="961109"/>
                  </a:lnTo>
                  <a:lnTo>
                    <a:pt x="3354262" y="913299"/>
                  </a:lnTo>
                  <a:lnTo>
                    <a:pt x="3338776" y="866759"/>
                  </a:lnTo>
                  <a:lnTo>
                    <a:pt x="3317394" y="821901"/>
                  </a:lnTo>
                  <a:lnTo>
                    <a:pt x="3290291" y="779139"/>
                  </a:lnTo>
                  <a:lnTo>
                    <a:pt x="3257638" y="738886"/>
                  </a:lnTo>
                  <a:lnTo>
                    <a:pt x="3256495" y="738758"/>
                  </a:lnTo>
                  <a:lnTo>
                    <a:pt x="3271077" y="705417"/>
                  </a:lnTo>
                  <a:lnTo>
                    <a:pt x="3274915" y="692912"/>
                  </a:lnTo>
                  <a:lnTo>
                    <a:pt x="302742" y="692912"/>
                  </a:lnTo>
                  <a:lnTo>
                    <a:pt x="302679" y="692453"/>
                  </a:lnTo>
                  <a:close/>
                </a:path>
                <a:path w="3367404" h="2082800">
                  <a:moveTo>
                    <a:pt x="3275110" y="692276"/>
                  </a:moveTo>
                  <a:lnTo>
                    <a:pt x="303834" y="692276"/>
                  </a:lnTo>
                  <a:lnTo>
                    <a:pt x="302742" y="692912"/>
                  </a:lnTo>
                  <a:lnTo>
                    <a:pt x="3274915" y="692912"/>
                  </a:lnTo>
                  <a:lnTo>
                    <a:pt x="3275056" y="692453"/>
                  </a:lnTo>
                  <a:lnTo>
                    <a:pt x="3275110" y="692276"/>
                  </a:lnTo>
                  <a:close/>
                </a:path>
                <a:path w="3367404" h="2082800">
                  <a:moveTo>
                    <a:pt x="824369" y="190119"/>
                  </a:moveTo>
                  <a:lnTo>
                    <a:pt x="773671" y="192147"/>
                  </a:lnTo>
                  <a:lnTo>
                    <a:pt x="724340" y="198108"/>
                  </a:lnTo>
                  <a:lnTo>
                    <a:pt x="676594" y="207816"/>
                  </a:lnTo>
                  <a:lnTo>
                    <a:pt x="630655" y="221086"/>
                  </a:lnTo>
                  <a:lnTo>
                    <a:pt x="586743" y="237732"/>
                  </a:lnTo>
                  <a:lnTo>
                    <a:pt x="545077" y="257568"/>
                  </a:lnTo>
                  <a:lnTo>
                    <a:pt x="505880" y="280408"/>
                  </a:lnTo>
                  <a:lnTo>
                    <a:pt x="469369" y="306068"/>
                  </a:lnTo>
                  <a:lnTo>
                    <a:pt x="435767" y="334361"/>
                  </a:lnTo>
                  <a:lnTo>
                    <a:pt x="405293" y="365101"/>
                  </a:lnTo>
                  <a:lnTo>
                    <a:pt x="378167" y="398103"/>
                  </a:lnTo>
                  <a:lnTo>
                    <a:pt x="354611" y="433182"/>
                  </a:lnTo>
                  <a:lnTo>
                    <a:pt x="334843" y="470151"/>
                  </a:lnTo>
                  <a:lnTo>
                    <a:pt x="319169" y="508617"/>
                  </a:lnTo>
                  <a:lnTo>
                    <a:pt x="319085" y="508825"/>
                  </a:lnTo>
                  <a:lnTo>
                    <a:pt x="307556" y="549019"/>
                  </a:lnTo>
                  <a:lnTo>
                    <a:pt x="300477" y="590546"/>
                  </a:lnTo>
                  <a:lnTo>
                    <a:pt x="298069" y="633222"/>
                  </a:lnTo>
                  <a:lnTo>
                    <a:pt x="298361" y="648174"/>
                  </a:lnTo>
                  <a:lnTo>
                    <a:pt x="299238" y="663114"/>
                  </a:lnTo>
                  <a:lnTo>
                    <a:pt x="300699" y="678031"/>
                  </a:lnTo>
                  <a:lnTo>
                    <a:pt x="302655" y="692276"/>
                  </a:lnTo>
                  <a:lnTo>
                    <a:pt x="302679" y="692453"/>
                  </a:lnTo>
                  <a:lnTo>
                    <a:pt x="303834" y="692276"/>
                  </a:lnTo>
                  <a:lnTo>
                    <a:pt x="3275110" y="692276"/>
                  </a:lnTo>
                  <a:lnTo>
                    <a:pt x="3281610" y="671099"/>
                  </a:lnTo>
                  <a:lnTo>
                    <a:pt x="3287999" y="636067"/>
                  </a:lnTo>
                  <a:lnTo>
                    <a:pt x="3290150" y="600582"/>
                  </a:lnTo>
                  <a:lnTo>
                    <a:pt x="3286453" y="553778"/>
                  </a:lnTo>
                  <a:lnTo>
                    <a:pt x="3275691" y="508825"/>
                  </a:lnTo>
                  <a:lnTo>
                    <a:pt x="3275641" y="508617"/>
                  </a:lnTo>
                  <a:lnTo>
                    <a:pt x="3258137" y="465564"/>
                  </a:lnTo>
                  <a:lnTo>
                    <a:pt x="3234364" y="425083"/>
                  </a:lnTo>
                  <a:lnTo>
                    <a:pt x="3204743" y="387635"/>
                  </a:lnTo>
                  <a:lnTo>
                    <a:pt x="3169696" y="353685"/>
                  </a:lnTo>
                  <a:lnTo>
                    <a:pt x="3129647" y="323696"/>
                  </a:lnTo>
                  <a:lnTo>
                    <a:pt x="3085016" y="298131"/>
                  </a:lnTo>
                  <a:lnTo>
                    <a:pt x="3036226" y="277454"/>
                  </a:lnTo>
                  <a:lnTo>
                    <a:pt x="2983699" y="262127"/>
                  </a:lnTo>
                  <a:lnTo>
                    <a:pt x="2985096" y="261493"/>
                  </a:lnTo>
                  <a:lnTo>
                    <a:pt x="2981904" y="250951"/>
                  </a:lnTo>
                  <a:lnTo>
                    <a:pt x="1090485" y="250951"/>
                  </a:lnTo>
                  <a:lnTo>
                    <a:pt x="1040777" y="229312"/>
                  </a:lnTo>
                  <a:lnTo>
                    <a:pt x="988862" y="212311"/>
                  </a:lnTo>
                  <a:lnTo>
                    <a:pt x="935191" y="200047"/>
                  </a:lnTo>
                  <a:lnTo>
                    <a:pt x="880210" y="192617"/>
                  </a:lnTo>
                  <a:lnTo>
                    <a:pt x="824369" y="190119"/>
                  </a:lnTo>
                  <a:close/>
                </a:path>
                <a:path w="3367404" h="2082800">
                  <a:moveTo>
                    <a:pt x="1458810" y="62737"/>
                  </a:moveTo>
                  <a:lnTo>
                    <a:pt x="1408126" y="65342"/>
                  </a:lnTo>
                  <a:lnTo>
                    <a:pt x="1358829" y="73001"/>
                  </a:lnTo>
                  <a:lnTo>
                    <a:pt x="1311385" y="85480"/>
                  </a:lnTo>
                  <a:lnTo>
                    <a:pt x="1266261" y="102547"/>
                  </a:lnTo>
                  <a:lnTo>
                    <a:pt x="1223921" y="123968"/>
                  </a:lnTo>
                  <a:lnTo>
                    <a:pt x="1184833" y="149511"/>
                  </a:lnTo>
                  <a:lnTo>
                    <a:pt x="1149461" y="178943"/>
                  </a:lnTo>
                  <a:lnTo>
                    <a:pt x="1118271" y="212030"/>
                  </a:lnTo>
                  <a:lnTo>
                    <a:pt x="1091730" y="248538"/>
                  </a:lnTo>
                  <a:lnTo>
                    <a:pt x="1090485" y="250951"/>
                  </a:lnTo>
                  <a:lnTo>
                    <a:pt x="2981904" y="250951"/>
                  </a:lnTo>
                  <a:lnTo>
                    <a:pt x="2971738" y="217384"/>
                  </a:lnTo>
                  <a:lnTo>
                    <a:pt x="2951489" y="176166"/>
                  </a:lnTo>
                  <a:lnTo>
                    <a:pt x="2942496" y="163322"/>
                  </a:lnTo>
                  <a:lnTo>
                    <a:pt x="1750529" y="163322"/>
                  </a:lnTo>
                  <a:lnTo>
                    <a:pt x="1709518" y="133425"/>
                  </a:lnTo>
                  <a:lnTo>
                    <a:pt x="1664626" y="108514"/>
                  </a:lnTo>
                  <a:lnTo>
                    <a:pt x="1616481" y="88788"/>
                  </a:lnTo>
                  <a:lnTo>
                    <a:pt x="1565711" y="74450"/>
                  </a:lnTo>
                  <a:lnTo>
                    <a:pt x="1512945" y="65699"/>
                  </a:lnTo>
                  <a:lnTo>
                    <a:pt x="1458810" y="62737"/>
                  </a:lnTo>
                  <a:close/>
                </a:path>
                <a:path w="3367404" h="2082800">
                  <a:moveTo>
                    <a:pt x="2053805" y="0"/>
                  </a:moveTo>
                  <a:lnTo>
                    <a:pt x="1999366" y="3688"/>
                  </a:lnTo>
                  <a:lnTo>
                    <a:pt x="1947120" y="14452"/>
                  </a:lnTo>
                  <a:lnTo>
                    <a:pt x="1897938" y="31840"/>
                  </a:lnTo>
                  <a:lnTo>
                    <a:pt x="1852689" y="55403"/>
                  </a:lnTo>
                  <a:lnTo>
                    <a:pt x="1812246" y="84688"/>
                  </a:lnTo>
                  <a:lnTo>
                    <a:pt x="1777479" y="119245"/>
                  </a:lnTo>
                  <a:lnTo>
                    <a:pt x="1749259" y="158623"/>
                  </a:lnTo>
                  <a:lnTo>
                    <a:pt x="1750529" y="163322"/>
                  </a:lnTo>
                  <a:lnTo>
                    <a:pt x="2942496" y="163322"/>
                  </a:lnTo>
                  <a:lnTo>
                    <a:pt x="2924941" y="138250"/>
                  </a:lnTo>
                  <a:lnTo>
                    <a:pt x="2900917" y="112775"/>
                  </a:lnTo>
                  <a:lnTo>
                    <a:pt x="2324188" y="112775"/>
                  </a:lnTo>
                  <a:lnTo>
                    <a:pt x="2323680" y="112395"/>
                  </a:lnTo>
                  <a:lnTo>
                    <a:pt x="2289264" y="79727"/>
                  </a:lnTo>
                  <a:lnTo>
                    <a:pt x="2249178" y="51928"/>
                  </a:lnTo>
                  <a:lnTo>
                    <a:pt x="2204761" y="29718"/>
                  </a:lnTo>
                  <a:lnTo>
                    <a:pt x="2156840" y="13433"/>
                  </a:lnTo>
                  <a:lnTo>
                    <a:pt x="2106245" y="3414"/>
                  </a:lnTo>
                  <a:lnTo>
                    <a:pt x="2053805" y="0"/>
                  </a:lnTo>
                  <a:close/>
                </a:path>
                <a:path w="3367404" h="2082800">
                  <a:moveTo>
                    <a:pt x="2612478" y="0"/>
                  </a:moveTo>
                  <a:lnTo>
                    <a:pt x="2556708" y="3414"/>
                  </a:lnTo>
                  <a:lnTo>
                    <a:pt x="2557211" y="3414"/>
                  </a:lnTo>
                  <a:lnTo>
                    <a:pt x="2504162" y="13278"/>
                  </a:lnTo>
                  <a:lnTo>
                    <a:pt x="2453363" y="29432"/>
                  </a:lnTo>
                  <a:lnTo>
                    <a:pt x="2405835" y="51533"/>
                  </a:lnTo>
                  <a:lnTo>
                    <a:pt x="2362350" y="79286"/>
                  </a:lnTo>
                  <a:lnTo>
                    <a:pt x="2328213" y="108514"/>
                  </a:lnTo>
                  <a:lnTo>
                    <a:pt x="2323786" y="112395"/>
                  </a:lnTo>
                  <a:lnTo>
                    <a:pt x="2324188" y="112775"/>
                  </a:lnTo>
                  <a:lnTo>
                    <a:pt x="2900917" y="112775"/>
                  </a:lnTo>
                  <a:lnTo>
                    <a:pt x="2892687" y="104049"/>
                  </a:lnTo>
                  <a:lnTo>
                    <a:pt x="2855318" y="73977"/>
                  </a:lnTo>
                  <a:lnTo>
                    <a:pt x="2813427" y="48446"/>
                  </a:lnTo>
                  <a:lnTo>
                    <a:pt x="2767605" y="27870"/>
                  </a:lnTo>
                  <a:lnTo>
                    <a:pt x="2718445" y="12662"/>
                  </a:lnTo>
                  <a:lnTo>
                    <a:pt x="2666539" y="3234"/>
                  </a:lnTo>
                  <a:lnTo>
                    <a:pt x="26124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5425" y="3390900"/>
              <a:ext cx="3367404" cy="2082800"/>
            </a:xfrm>
            <a:custGeom>
              <a:avLst/>
              <a:gdLst/>
              <a:ahLst/>
              <a:cxnLst/>
              <a:rect l="l" t="t" r="r" b="b"/>
              <a:pathLst>
                <a:path w="3367404" h="2082800">
                  <a:moveTo>
                    <a:pt x="303834" y="692276"/>
                  </a:moveTo>
                  <a:lnTo>
                    <a:pt x="253353" y="699968"/>
                  </a:lnTo>
                  <a:lnTo>
                    <a:pt x="205906" y="713639"/>
                  </a:lnTo>
                  <a:lnTo>
                    <a:pt x="162031" y="732782"/>
                  </a:lnTo>
                  <a:lnTo>
                    <a:pt x="122264" y="756892"/>
                  </a:lnTo>
                  <a:lnTo>
                    <a:pt x="87142" y="785463"/>
                  </a:lnTo>
                  <a:lnTo>
                    <a:pt x="57202" y="817988"/>
                  </a:lnTo>
                  <a:lnTo>
                    <a:pt x="32981" y="853962"/>
                  </a:lnTo>
                  <a:lnTo>
                    <a:pt x="15016" y="892880"/>
                  </a:lnTo>
                  <a:lnTo>
                    <a:pt x="3843" y="934234"/>
                  </a:lnTo>
                  <a:lnTo>
                    <a:pt x="0" y="977519"/>
                  </a:lnTo>
                  <a:lnTo>
                    <a:pt x="3833" y="1020547"/>
                  </a:lnTo>
                  <a:lnTo>
                    <a:pt x="15057" y="1062029"/>
                  </a:lnTo>
                  <a:lnTo>
                    <a:pt x="33253" y="1101352"/>
                  </a:lnTo>
                  <a:lnTo>
                    <a:pt x="58005" y="1137903"/>
                  </a:lnTo>
                  <a:lnTo>
                    <a:pt x="88895" y="1171068"/>
                  </a:lnTo>
                  <a:lnTo>
                    <a:pt x="125507" y="1200234"/>
                  </a:lnTo>
                  <a:lnTo>
                    <a:pt x="167424" y="1224788"/>
                  </a:lnTo>
                  <a:lnTo>
                    <a:pt x="133547" y="1255160"/>
                  </a:lnTo>
                  <a:lnTo>
                    <a:pt x="107985" y="1292181"/>
                  </a:lnTo>
                  <a:lnTo>
                    <a:pt x="89337" y="1331872"/>
                  </a:lnTo>
                  <a:lnTo>
                    <a:pt x="77917" y="1373556"/>
                  </a:lnTo>
                  <a:lnTo>
                    <a:pt x="74041" y="1416558"/>
                  </a:lnTo>
                  <a:lnTo>
                    <a:pt x="77725" y="1458728"/>
                  </a:lnTo>
                  <a:lnTo>
                    <a:pt x="88430" y="1498977"/>
                  </a:lnTo>
                  <a:lnTo>
                    <a:pt x="105627" y="1536863"/>
                  </a:lnTo>
                  <a:lnTo>
                    <a:pt x="128793" y="1571945"/>
                  </a:lnTo>
                  <a:lnTo>
                    <a:pt x="157401" y="1603781"/>
                  </a:lnTo>
                  <a:lnTo>
                    <a:pt x="190925" y="1631931"/>
                  </a:lnTo>
                  <a:lnTo>
                    <a:pt x="228840" y="1655952"/>
                  </a:lnTo>
                  <a:lnTo>
                    <a:pt x="270620" y="1675404"/>
                  </a:lnTo>
                  <a:lnTo>
                    <a:pt x="315739" y="1689844"/>
                  </a:lnTo>
                  <a:lnTo>
                    <a:pt x="363672" y="1698832"/>
                  </a:lnTo>
                  <a:lnTo>
                    <a:pt x="413892" y="1701927"/>
                  </a:lnTo>
                  <a:lnTo>
                    <a:pt x="423741" y="1701752"/>
                  </a:lnTo>
                  <a:lnTo>
                    <a:pt x="433635" y="1701387"/>
                  </a:lnTo>
                  <a:lnTo>
                    <a:pt x="443557" y="1700783"/>
                  </a:lnTo>
                  <a:lnTo>
                    <a:pt x="453491" y="1699895"/>
                  </a:lnTo>
                  <a:lnTo>
                    <a:pt x="451624" y="1701800"/>
                  </a:lnTo>
                  <a:lnTo>
                    <a:pt x="480310" y="1740042"/>
                  </a:lnTo>
                  <a:lnTo>
                    <a:pt x="512566" y="1775628"/>
                  </a:lnTo>
                  <a:lnTo>
                    <a:pt x="548131" y="1808430"/>
                  </a:lnTo>
                  <a:lnTo>
                    <a:pt x="586743" y="1838320"/>
                  </a:lnTo>
                  <a:lnTo>
                    <a:pt x="628139" y="1865171"/>
                  </a:lnTo>
                  <a:lnTo>
                    <a:pt x="672058" y="1888855"/>
                  </a:lnTo>
                  <a:lnTo>
                    <a:pt x="718238" y="1909245"/>
                  </a:lnTo>
                  <a:lnTo>
                    <a:pt x="766416" y="1926213"/>
                  </a:lnTo>
                  <a:lnTo>
                    <a:pt x="816330" y="1939633"/>
                  </a:lnTo>
                  <a:lnTo>
                    <a:pt x="867720" y="1949376"/>
                  </a:lnTo>
                  <a:lnTo>
                    <a:pt x="920321" y="1955315"/>
                  </a:lnTo>
                  <a:lnTo>
                    <a:pt x="973874" y="1957324"/>
                  </a:lnTo>
                  <a:lnTo>
                    <a:pt x="1028224" y="1955250"/>
                  </a:lnTo>
                  <a:lnTo>
                    <a:pt x="1081929" y="1949073"/>
                  </a:lnTo>
                  <a:lnTo>
                    <a:pt x="1134664" y="1938861"/>
                  </a:lnTo>
                  <a:lnTo>
                    <a:pt x="1186104" y="1924680"/>
                  </a:lnTo>
                  <a:lnTo>
                    <a:pt x="1235925" y="1906597"/>
                  </a:lnTo>
                  <a:lnTo>
                    <a:pt x="1283804" y="1884680"/>
                  </a:lnTo>
                  <a:lnTo>
                    <a:pt x="1282915" y="1885188"/>
                  </a:lnTo>
                  <a:lnTo>
                    <a:pt x="1314121" y="1920676"/>
                  </a:lnTo>
                  <a:lnTo>
                    <a:pt x="1348997" y="1953053"/>
                  </a:lnTo>
                  <a:lnTo>
                    <a:pt x="1387212" y="1982172"/>
                  </a:lnTo>
                  <a:lnTo>
                    <a:pt x="1428435" y="2007886"/>
                  </a:lnTo>
                  <a:lnTo>
                    <a:pt x="1472336" y="2030047"/>
                  </a:lnTo>
                  <a:lnTo>
                    <a:pt x="1518584" y="2048508"/>
                  </a:lnTo>
                  <a:lnTo>
                    <a:pt x="1566848" y="2063124"/>
                  </a:lnTo>
                  <a:lnTo>
                    <a:pt x="1616797" y="2073745"/>
                  </a:lnTo>
                  <a:lnTo>
                    <a:pt x="1668102" y="2080226"/>
                  </a:lnTo>
                  <a:lnTo>
                    <a:pt x="1720430" y="2082419"/>
                  </a:lnTo>
                  <a:lnTo>
                    <a:pt x="1773411" y="2080175"/>
                  </a:lnTo>
                  <a:lnTo>
                    <a:pt x="1825122" y="2073571"/>
                  </a:lnTo>
                  <a:lnTo>
                    <a:pt x="1875262" y="2062793"/>
                  </a:lnTo>
                  <a:lnTo>
                    <a:pt x="1923531" y="2048032"/>
                  </a:lnTo>
                  <a:lnTo>
                    <a:pt x="1969627" y="2029474"/>
                  </a:lnTo>
                  <a:lnTo>
                    <a:pt x="2013251" y="2007308"/>
                  </a:lnTo>
                  <a:lnTo>
                    <a:pt x="2054100" y="1981723"/>
                  </a:lnTo>
                  <a:lnTo>
                    <a:pt x="2091876" y="1952907"/>
                  </a:lnTo>
                  <a:lnTo>
                    <a:pt x="2126276" y="1921048"/>
                  </a:lnTo>
                  <a:lnTo>
                    <a:pt x="2157001" y="1886334"/>
                  </a:lnTo>
                  <a:lnTo>
                    <a:pt x="2183749" y="1848955"/>
                  </a:lnTo>
                  <a:lnTo>
                    <a:pt x="2206219" y="1809097"/>
                  </a:lnTo>
                  <a:lnTo>
                    <a:pt x="2224112" y="1766951"/>
                  </a:lnTo>
                  <a:lnTo>
                    <a:pt x="2224620" y="1769364"/>
                  </a:lnTo>
                  <a:lnTo>
                    <a:pt x="2268899" y="1789831"/>
                  </a:lnTo>
                  <a:lnTo>
                    <a:pt x="2315347" y="1805909"/>
                  </a:lnTo>
                  <a:lnTo>
                    <a:pt x="2363545" y="1817507"/>
                  </a:lnTo>
                  <a:lnTo>
                    <a:pt x="2413072" y="1824532"/>
                  </a:lnTo>
                  <a:lnTo>
                    <a:pt x="2463507" y="1826895"/>
                  </a:lnTo>
                  <a:lnTo>
                    <a:pt x="2515787" y="1824371"/>
                  </a:lnTo>
                  <a:lnTo>
                    <a:pt x="2566319" y="1816987"/>
                  </a:lnTo>
                  <a:lnTo>
                    <a:pt x="2614769" y="1805021"/>
                  </a:lnTo>
                  <a:lnTo>
                    <a:pt x="2660802" y="1788752"/>
                  </a:lnTo>
                  <a:lnTo>
                    <a:pt x="2704081" y="1768458"/>
                  </a:lnTo>
                  <a:lnTo>
                    <a:pt x="2744272" y="1744419"/>
                  </a:lnTo>
                  <a:lnTo>
                    <a:pt x="2781039" y="1716912"/>
                  </a:lnTo>
                  <a:lnTo>
                    <a:pt x="2814047" y="1686218"/>
                  </a:lnTo>
                  <a:lnTo>
                    <a:pt x="2842959" y="1652615"/>
                  </a:lnTo>
                  <a:lnTo>
                    <a:pt x="2867441" y="1616382"/>
                  </a:lnTo>
                  <a:lnTo>
                    <a:pt x="2887158" y="1577797"/>
                  </a:lnTo>
                  <a:lnTo>
                    <a:pt x="2901773" y="1537139"/>
                  </a:lnTo>
                  <a:lnTo>
                    <a:pt x="2910951" y="1494687"/>
                  </a:lnTo>
                  <a:lnTo>
                    <a:pt x="2914357" y="1450720"/>
                  </a:lnTo>
                  <a:lnTo>
                    <a:pt x="2913595" y="1449705"/>
                  </a:lnTo>
                  <a:lnTo>
                    <a:pt x="2964663" y="1441408"/>
                  </a:lnTo>
                  <a:lnTo>
                    <a:pt x="3013727" y="1429161"/>
                  </a:lnTo>
                  <a:lnTo>
                    <a:pt x="3060563" y="1413181"/>
                  </a:lnTo>
                  <a:lnTo>
                    <a:pt x="3104946" y="1393688"/>
                  </a:lnTo>
                  <a:lnTo>
                    <a:pt x="3146650" y="1370899"/>
                  </a:lnTo>
                  <a:lnTo>
                    <a:pt x="3185451" y="1345032"/>
                  </a:lnTo>
                  <a:lnTo>
                    <a:pt x="3221123" y="1316307"/>
                  </a:lnTo>
                  <a:lnTo>
                    <a:pt x="3253441" y="1284940"/>
                  </a:lnTo>
                  <a:lnTo>
                    <a:pt x="3282181" y="1251152"/>
                  </a:lnTo>
                  <a:lnTo>
                    <a:pt x="3307117" y="1215159"/>
                  </a:lnTo>
                  <a:lnTo>
                    <a:pt x="3328023" y="1177181"/>
                  </a:lnTo>
                  <a:lnTo>
                    <a:pt x="3344676" y="1137435"/>
                  </a:lnTo>
                  <a:lnTo>
                    <a:pt x="3356850" y="1096140"/>
                  </a:lnTo>
                  <a:lnTo>
                    <a:pt x="3364319" y="1053514"/>
                  </a:lnTo>
                  <a:lnTo>
                    <a:pt x="3366858" y="1009776"/>
                  </a:lnTo>
                  <a:lnTo>
                    <a:pt x="3363680" y="961109"/>
                  </a:lnTo>
                  <a:lnTo>
                    <a:pt x="3354262" y="913299"/>
                  </a:lnTo>
                  <a:lnTo>
                    <a:pt x="3338776" y="866759"/>
                  </a:lnTo>
                  <a:lnTo>
                    <a:pt x="3317394" y="821901"/>
                  </a:lnTo>
                  <a:lnTo>
                    <a:pt x="3290291" y="779139"/>
                  </a:lnTo>
                  <a:lnTo>
                    <a:pt x="3257638" y="738886"/>
                  </a:lnTo>
                  <a:lnTo>
                    <a:pt x="3256495" y="738758"/>
                  </a:lnTo>
                  <a:lnTo>
                    <a:pt x="3271077" y="705417"/>
                  </a:lnTo>
                  <a:lnTo>
                    <a:pt x="3281610" y="671099"/>
                  </a:lnTo>
                  <a:lnTo>
                    <a:pt x="3287999" y="636067"/>
                  </a:lnTo>
                  <a:lnTo>
                    <a:pt x="3290150" y="600582"/>
                  </a:lnTo>
                  <a:lnTo>
                    <a:pt x="3286453" y="553778"/>
                  </a:lnTo>
                  <a:lnTo>
                    <a:pt x="3275641" y="508617"/>
                  </a:lnTo>
                  <a:lnTo>
                    <a:pt x="3258137" y="465564"/>
                  </a:lnTo>
                  <a:lnTo>
                    <a:pt x="3234364" y="425083"/>
                  </a:lnTo>
                  <a:lnTo>
                    <a:pt x="3204743" y="387635"/>
                  </a:lnTo>
                  <a:lnTo>
                    <a:pt x="3169696" y="353685"/>
                  </a:lnTo>
                  <a:lnTo>
                    <a:pt x="3129647" y="323696"/>
                  </a:lnTo>
                  <a:lnTo>
                    <a:pt x="3085016" y="298131"/>
                  </a:lnTo>
                  <a:lnTo>
                    <a:pt x="3036226" y="277454"/>
                  </a:lnTo>
                  <a:lnTo>
                    <a:pt x="2983699" y="262127"/>
                  </a:lnTo>
                  <a:lnTo>
                    <a:pt x="2985096" y="261493"/>
                  </a:lnTo>
                  <a:lnTo>
                    <a:pt x="2971738" y="217384"/>
                  </a:lnTo>
                  <a:lnTo>
                    <a:pt x="2951489" y="176166"/>
                  </a:lnTo>
                  <a:lnTo>
                    <a:pt x="2924941" y="138250"/>
                  </a:lnTo>
                  <a:lnTo>
                    <a:pt x="2892687" y="104049"/>
                  </a:lnTo>
                  <a:lnTo>
                    <a:pt x="2855318" y="73977"/>
                  </a:lnTo>
                  <a:lnTo>
                    <a:pt x="2813427" y="48446"/>
                  </a:lnTo>
                  <a:lnTo>
                    <a:pt x="2767605" y="27870"/>
                  </a:lnTo>
                  <a:lnTo>
                    <a:pt x="2718445" y="12662"/>
                  </a:lnTo>
                  <a:lnTo>
                    <a:pt x="2666539" y="3234"/>
                  </a:lnTo>
                  <a:lnTo>
                    <a:pt x="2612478" y="0"/>
                  </a:lnTo>
                  <a:lnTo>
                    <a:pt x="2557457" y="3369"/>
                  </a:lnTo>
                  <a:lnTo>
                    <a:pt x="2504162" y="13278"/>
                  </a:lnTo>
                  <a:lnTo>
                    <a:pt x="2453363" y="29432"/>
                  </a:lnTo>
                  <a:lnTo>
                    <a:pt x="2405835" y="51533"/>
                  </a:lnTo>
                  <a:lnTo>
                    <a:pt x="2362350" y="79286"/>
                  </a:lnTo>
                  <a:lnTo>
                    <a:pt x="2323680" y="112395"/>
                  </a:lnTo>
                  <a:lnTo>
                    <a:pt x="2289264" y="79727"/>
                  </a:lnTo>
                  <a:lnTo>
                    <a:pt x="2249178" y="51928"/>
                  </a:lnTo>
                  <a:lnTo>
                    <a:pt x="2204761" y="29718"/>
                  </a:lnTo>
                  <a:lnTo>
                    <a:pt x="2156840" y="13433"/>
                  </a:lnTo>
                  <a:lnTo>
                    <a:pt x="2106245" y="3414"/>
                  </a:lnTo>
                  <a:lnTo>
                    <a:pt x="2053805" y="0"/>
                  </a:lnTo>
                  <a:lnTo>
                    <a:pt x="1999366" y="3688"/>
                  </a:lnTo>
                  <a:lnTo>
                    <a:pt x="1947120" y="14452"/>
                  </a:lnTo>
                  <a:lnTo>
                    <a:pt x="1897938" y="31840"/>
                  </a:lnTo>
                  <a:lnTo>
                    <a:pt x="1852689" y="55403"/>
                  </a:lnTo>
                  <a:lnTo>
                    <a:pt x="1812246" y="84688"/>
                  </a:lnTo>
                  <a:lnTo>
                    <a:pt x="1777479" y="119245"/>
                  </a:lnTo>
                  <a:lnTo>
                    <a:pt x="1749259" y="158623"/>
                  </a:lnTo>
                  <a:lnTo>
                    <a:pt x="1750529" y="163322"/>
                  </a:lnTo>
                  <a:lnTo>
                    <a:pt x="1709518" y="133425"/>
                  </a:lnTo>
                  <a:lnTo>
                    <a:pt x="1664626" y="108514"/>
                  </a:lnTo>
                  <a:lnTo>
                    <a:pt x="1616481" y="88788"/>
                  </a:lnTo>
                  <a:lnTo>
                    <a:pt x="1565711" y="74450"/>
                  </a:lnTo>
                  <a:lnTo>
                    <a:pt x="1512945" y="65699"/>
                  </a:lnTo>
                  <a:lnTo>
                    <a:pt x="1458810" y="62737"/>
                  </a:lnTo>
                  <a:lnTo>
                    <a:pt x="1408126" y="65342"/>
                  </a:lnTo>
                  <a:lnTo>
                    <a:pt x="1358829" y="73001"/>
                  </a:lnTo>
                  <a:lnTo>
                    <a:pt x="1311385" y="85480"/>
                  </a:lnTo>
                  <a:lnTo>
                    <a:pt x="1266261" y="102547"/>
                  </a:lnTo>
                  <a:lnTo>
                    <a:pt x="1223921" y="123968"/>
                  </a:lnTo>
                  <a:lnTo>
                    <a:pt x="1184833" y="149511"/>
                  </a:lnTo>
                  <a:lnTo>
                    <a:pt x="1149461" y="178943"/>
                  </a:lnTo>
                  <a:lnTo>
                    <a:pt x="1118271" y="212030"/>
                  </a:lnTo>
                  <a:lnTo>
                    <a:pt x="1091730" y="248538"/>
                  </a:lnTo>
                  <a:lnTo>
                    <a:pt x="1090485" y="250951"/>
                  </a:lnTo>
                  <a:lnTo>
                    <a:pt x="1040777" y="229312"/>
                  </a:lnTo>
                  <a:lnTo>
                    <a:pt x="988862" y="212311"/>
                  </a:lnTo>
                  <a:lnTo>
                    <a:pt x="935191" y="200047"/>
                  </a:lnTo>
                  <a:lnTo>
                    <a:pt x="880210" y="192617"/>
                  </a:lnTo>
                  <a:lnTo>
                    <a:pt x="824369" y="190119"/>
                  </a:lnTo>
                  <a:lnTo>
                    <a:pt x="773671" y="192147"/>
                  </a:lnTo>
                  <a:lnTo>
                    <a:pt x="724340" y="198108"/>
                  </a:lnTo>
                  <a:lnTo>
                    <a:pt x="676594" y="207816"/>
                  </a:lnTo>
                  <a:lnTo>
                    <a:pt x="630655" y="221086"/>
                  </a:lnTo>
                  <a:lnTo>
                    <a:pt x="586743" y="237732"/>
                  </a:lnTo>
                  <a:lnTo>
                    <a:pt x="545077" y="257568"/>
                  </a:lnTo>
                  <a:lnTo>
                    <a:pt x="505880" y="280408"/>
                  </a:lnTo>
                  <a:lnTo>
                    <a:pt x="469369" y="306068"/>
                  </a:lnTo>
                  <a:lnTo>
                    <a:pt x="435767" y="334361"/>
                  </a:lnTo>
                  <a:lnTo>
                    <a:pt x="405293" y="365101"/>
                  </a:lnTo>
                  <a:lnTo>
                    <a:pt x="378167" y="398103"/>
                  </a:lnTo>
                  <a:lnTo>
                    <a:pt x="354611" y="433182"/>
                  </a:lnTo>
                  <a:lnTo>
                    <a:pt x="334843" y="470151"/>
                  </a:lnTo>
                  <a:lnTo>
                    <a:pt x="319085" y="508825"/>
                  </a:lnTo>
                  <a:lnTo>
                    <a:pt x="307556" y="549019"/>
                  </a:lnTo>
                  <a:lnTo>
                    <a:pt x="300477" y="590546"/>
                  </a:lnTo>
                  <a:lnTo>
                    <a:pt x="298069" y="633222"/>
                  </a:lnTo>
                  <a:lnTo>
                    <a:pt x="298361" y="648174"/>
                  </a:lnTo>
                  <a:lnTo>
                    <a:pt x="299238" y="663114"/>
                  </a:lnTo>
                  <a:lnTo>
                    <a:pt x="300699" y="678031"/>
                  </a:lnTo>
                  <a:lnTo>
                    <a:pt x="302742" y="692912"/>
                  </a:lnTo>
                  <a:lnTo>
                    <a:pt x="303834" y="692276"/>
                  </a:lnTo>
                  <a:close/>
                </a:path>
                <a:path w="3367404" h="2082800">
                  <a:moveTo>
                    <a:pt x="167424" y="1224788"/>
                  </a:moveTo>
                  <a:lnTo>
                    <a:pt x="207610" y="1241796"/>
                  </a:lnTo>
                  <a:lnTo>
                    <a:pt x="249913" y="1254077"/>
                  </a:lnTo>
                  <a:lnTo>
                    <a:pt x="293764" y="1261524"/>
                  </a:lnTo>
                  <a:lnTo>
                    <a:pt x="338594" y="1264031"/>
                  </a:lnTo>
                  <a:lnTo>
                    <a:pt x="345171" y="1264001"/>
                  </a:lnTo>
                  <a:lnTo>
                    <a:pt x="351775" y="1263888"/>
                  </a:lnTo>
                  <a:lnTo>
                    <a:pt x="358377" y="1263655"/>
                  </a:lnTo>
                  <a:lnTo>
                    <a:pt x="364947" y="1263269"/>
                  </a:lnTo>
                </a:path>
                <a:path w="3367404" h="2082800">
                  <a:moveTo>
                    <a:pt x="453491" y="1699895"/>
                  </a:moveTo>
                  <a:lnTo>
                    <a:pt x="475584" y="1697108"/>
                  </a:lnTo>
                  <a:lnTo>
                    <a:pt x="497382" y="1693132"/>
                  </a:lnTo>
                  <a:lnTo>
                    <a:pt x="518828" y="1687964"/>
                  </a:lnTo>
                  <a:lnTo>
                    <a:pt x="539864" y="1681607"/>
                  </a:lnTo>
                </a:path>
                <a:path w="3367404" h="2082800">
                  <a:moveTo>
                    <a:pt x="1230845" y="1801241"/>
                  </a:moveTo>
                  <a:lnTo>
                    <a:pt x="1241821" y="1823073"/>
                  </a:lnTo>
                  <a:lnTo>
                    <a:pt x="1254166" y="1844357"/>
                  </a:lnTo>
                  <a:lnTo>
                    <a:pt x="1267868" y="1865070"/>
                  </a:lnTo>
                  <a:lnTo>
                    <a:pt x="1282915" y="1885188"/>
                  </a:lnTo>
                </a:path>
                <a:path w="3367404" h="2082800">
                  <a:moveTo>
                    <a:pt x="2224112" y="1766951"/>
                  </a:moveTo>
                  <a:lnTo>
                    <a:pt x="2231474" y="1744313"/>
                  </a:lnTo>
                  <a:lnTo>
                    <a:pt x="2237384" y="1721389"/>
                  </a:lnTo>
                  <a:lnTo>
                    <a:pt x="2241865" y="1698228"/>
                  </a:lnTo>
                  <a:lnTo>
                    <a:pt x="2244940" y="1674876"/>
                  </a:lnTo>
                </a:path>
                <a:path w="3367404" h="2082800">
                  <a:moveTo>
                    <a:pt x="2914357" y="1450720"/>
                  </a:moveTo>
                  <a:lnTo>
                    <a:pt x="2914357" y="1449705"/>
                  </a:lnTo>
                  <a:lnTo>
                    <a:pt x="2914484" y="1448689"/>
                  </a:lnTo>
                  <a:lnTo>
                    <a:pt x="2914484" y="1447673"/>
                  </a:lnTo>
                  <a:lnTo>
                    <a:pt x="2910892" y="1399837"/>
                  </a:lnTo>
                  <a:lnTo>
                    <a:pt x="2900347" y="1353413"/>
                  </a:lnTo>
                  <a:lnTo>
                    <a:pt x="2883195" y="1308862"/>
                  </a:lnTo>
                  <a:lnTo>
                    <a:pt x="2859785" y="1266643"/>
                  </a:lnTo>
                  <a:lnTo>
                    <a:pt x="2830462" y="1227218"/>
                  </a:lnTo>
                  <a:lnTo>
                    <a:pt x="2795575" y="1191048"/>
                  </a:lnTo>
                  <a:lnTo>
                    <a:pt x="2755469" y="1158594"/>
                  </a:lnTo>
                  <a:lnTo>
                    <a:pt x="2710493" y="1130317"/>
                  </a:lnTo>
                  <a:lnTo>
                    <a:pt x="2660992" y="1106677"/>
                  </a:lnTo>
                </a:path>
                <a:path w="3367404" h="2082800">
                  <a:moveTo>
                    <a:pt x="3143592" y="867791"/>
                  </a:moveTo>
                  <a:lnTo>
                    <a:pt x="3178343" y="839771"/>
                  </a:lnTo>
                  <a:lnTo>
                    <a:pt x="3208902" y="808704"/>
                  </a:lnTo>
                  <a:lnTo>
                    <a:pt x="3235032" y="774922"/>
                  </a:lnTo>
                  <a:lnTo>
                    <a:pt x="3256495" y="738758"/>
                  </a:lnTo>
                </a:path>
                <a:path w="3367404" h="2082800">
                  <a:moveTo>
                    <a:pt x="2991065" y="322452"/>
                  </a:moveTo>
                  <a:lnTo>
                    <a:pt x="2991065" y="320929"/>
                  </a:lnTo>
                  <a:lnTo>
                    <a:pt x="2991192" y="319405"/>
                  </a:lnTo>
                  <a:lnTo>
                    <a:pt x="2991192" y="317881"/>
                  </a:lnTo>
                  <a:lnTo>
                    <a:pt x="2990811" y="303712"/>
                  </a:lnTo>
                  <a:lnTo>
                    <a:pt x="2989668" y="289591"/>
                  </a:lnTo>
                  <a:lnTo>
                    <a:pt x="2987763" y="275518"/>
                  </a:lnTo>
                  <a:lnTo>
                    <a:pt x="2985096" y="261493"/>
                  </a:lnTo>
                </a:path>
                <a:path w="3367404" h="2082800">
                  <a:moveTo>
                    <a:pt x="2323680" y="112395"/>
                  </a:moveTo>
                  <a:lnTo>
                    <a:pt x="2306758" y="130430"/>
                  </a:lnTo>
                  <a:lnTo>
                    <a:pt x="2291454" y="149431"/>
                  </a:lnTo>
                  <a:lnTo>
                    <a:pt x="2277818" y="169312"/>
                  </a:lnTo>
                  <a:lnTo>
                    <a:pt x="2265895" y="189991"/>
                  </a:lnTo>
                </a:path>
                <a:path w="3367404" h="2082800">
                  <a:moveTo>
                    <a:pt x="1749259" y="158623"/>
                  </a:moveTo>
                  <a:lnTo>
                    <a:pt x="1740427" y="174833"/>
                  </a:lnTo>
                  <a:lnTo>
                    <a:pt x="1732797" y="191436"/>
                  </a:lnTo>
                  <a:lnTo>
                    <a:pt x="1726382" y="208397"/>
                  </a:lnTo>
                  <a:lnTo>
                    <a:pt x="1721192" y="225679"/>
                  </a:lnTo>
                </a:path>
                <a:path w="3367404" h="2082800">
                  <a:moveTo>
                    <a:pt x="1191856" y="315849"/>
                  </a:moveTo>
                  <a:lnTo>
                    <a:pt x="1168270" y="297689"/>
                  </a:lnTo>
                  <a:lnTo>
                    <a:pt x="1143466" y="280781"/>
                  </a:lnTo>
                  <a:lnTo>
                    <a:pt x="1117515" y="265181"/>
                  </a:lnTo>
                  <a:lnTo>
                    <a:pt x="1090485" y="250951"/>
                  </a:lnTo>
                </a:path>
                <a:path w="3367404" h="2082800">
                  <a:moveTo>
                    <a:pt x="302742" y="692912"/>
                  </a:moveTo>
                  <a:lnTo>
                    <a:pt x="305959" y="710195"/>
                  </a:lnTo>
                  <a:lnTo>
                    <a:pt x="309992" y="727360"/>
                  </a:lnTo>
                  <a:lnTo>
                    <a:pt x="314842" y="744382"/>
                  </a:lnTo>
                  <a:lnTo>
                    <a:pt x="320509" y="76123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231188" y="4148150"/>
            <a:ext cx="10134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Customer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91390" y="3896209"/>
            <a:ext cx="3284742" cy="112322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7695438" y="4429201"/>
            <a:ext cx="12871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Programmer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94384" y="1732026"/>
            <a:ext cx="6339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bridge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customer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needs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programming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implementation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05810" y="5709615"/>
            <a:ext cx="5708650" cy="9118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First</a:t>
            </a:r>
            <a:r>
              <a:rPr sz="2400" u="sng" spc="-8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law of</a:t>
            </a:r>
            <a:r>
              <a:rPr sz="2400" u="sng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software</a:t>
            </a:r>
            <a:r>
              <a:rPr sz="2400" u="sng" spc="-3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engineering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800" dirty="0">
                <a:latin typeface="Arial MT"/>
                <a:cs typeface="Arial MT"/>
              </a:rPr>
              <a:t>Software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engineer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willing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learn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problem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domain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550" dirty="0">
                <a:latin typeface="Arial MT"/>
                <a:cs typeface="Arial MT"/>
              </a:rPr>
              <a:t>(problem</a:t>
            </a:r>
            <a:r>
              <a:rPr sz="1550" spc="8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cannot</a:t>
            </a:r>
            <a:r>
              <a:rPr sz="1550" spc="229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be</a:t>
            </a:r>
            <a:r>
              <a:rPr sz="1550" spc="5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solved</a:t>
            </a:r>
            <a:r>
              <a:rPr sz="1550" spc="14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without</a:t>
            </a:r>
            <a:r>
              <a:rPr sz="1550" spc="14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understanding</a:t>
            </a:r>
            <a:r>
              <a:rPr sz="1550" spc="26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it</a:t>
            </a:r>
            <a:r>
              <a:rPr sz="1550" spc="110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first)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323069" y="30860"/>
            <a:ext cx="281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21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0459" y="565480"/>
            <a:ext cx="69862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dirty="0">
                <a:latin typeface="Trebuchet MS"/>
                <a:cs typeface="Trebuchet MS"/>
              </a:rPr>
              <a:t>The</a:t>
            </a:r>
            <a:r>
              <a:rPr sz="4000" b="0" spc="-120" dirty="0">
                <a:latin typeface="Trebuchet MS"/>
                <a:cs typeface="Trebuchet MS"/>
              </a:rPr>
              <a:t> </a:t>
            </a:r>
            <a:r>
              <a:rPr sz="4000" b="0" dirty="0">
                <a:latin typeface="Trebuchet MS"/>
                <a:cs typeface="Trebuchet MS"/>
              </a:rPr>
              <a:t>Role</a:t>
            </a:r>
            <a:r>
              <a:rPr sz="4000" b="0" spc="-110" dirty="0">
                <a:latin typeface="Trebuchet MS"/>
                <a:cs typeface="Trebuchet MS"/>
              </a:rPr>
              <a:t> </a:t>
            </a:r>
            <a:r>
              <a:rPr sz="4000" b="0" dirty="0">
                <a:latin typeface="Trebuchet MS"/>
                <a:cs typeface="Trebuchet MS"/>
              </a:rPr>
              <a:t>of</a:t>
            </a:r>
            <a:r>
              <a:rPr sz="4000" b="0" spc="-100" dirty="0">
                <a:latin typeface="Trebuchet MS"/>
                <a:cs typeface="Trebuchet MS"/>
              </a:rPr>
              <a:t> </a:t>
            </a:r>
            <a:r>
              <a:rPr sz="4000" b="0" dirty="0">
                <a:latin typeface="Trebuchet MS"/>
                <a:cs typeface="Trebuchet MS"/>
              </a:rPr>
              <a:t>Software</a:t>
            </a:r>
            <a:r>
              <a:rPr sz="4000" b="0" spc="-90" dirty="0">
                <a:latin typeface="Trebuchet MS"/>
                <a:cs typeface="Trebuchet MS"/>
              </a:rPr>
              <a:t> </a:t>
            </a:r>
            <a:r>
              <a:rPr sz="4000" b="0" dirty="0">
                <a:latin typeface="Trebuchet MS"/>
                <a:cs typeface="Trebuchet MS"/>
              </a:rPr>
              <a:t>Engg.</a:t>
            </a:r>
            <a:r>
              <a:rPr sz="4000" b="0" spc="-60" dirty="0">
                <a:latin typeface="Trebuchet MS"/>
                <a:cs typeface="Trebuchet MS"/>
              </a:rPr>
              <a:t> </a:t>
            </a:r>
            <a:r>
              <a:rPr sz="4000" b="0" spc="-25" dirty="0">
                <a:latin typeface="Trebuchet MS"/>
                <a:cs typeface="Trebuchet MS"/>
              </a:rPr>
              <a:t>(2)</a:t>
            </a:r>
            <a:endParaRPr sz="40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77530" y="2362102"/>
            <a:ext cx="5443855" cy="1798955"/>
            <a:chOff x="1377530" y="2362102"/>
            <a:chExt cx="5443855" cy="1798955"/>
          </a:xfrm>
        </p:grpSpPr>
        <p:sp>
          <p:nvSpPr>
            <p:cNvPr id="4" name="object 4"/>
            <p:cNvSpPr/>
            <p:nvPr/>
          </p:nvSpPr>
          <p:spPr>
            <a:xfrm>
              <a:off x="1379753" y="2366547"/>
              <a:ext cx="1771014" cy="358775"/>
            </a:xfrm>
            <a:custGeom>
              <a:avLst/>
              <a:gdLst/>
              <a:ahLst/>
              <a:cxnLst/>
              <a:rect l="l" t="t" r="r" b="b"/>
              <a:pathLst>
                <a:path w="1771014" h="358775">
                  <a:moveTo>
                    <a:pt x="0" y="358780"/>
                  </a:moveTo>
                  <a:lnTo>
                    <a:pt x="1770638" y="0"/>
                  </a:lnTo>
                </a:path>
              </a:pathLst>
            </a:custGeom>
            <a:ln w="43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04724" y="2862225"/>
              <a:ext cx="748120" cy="129846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592469" y="2366547"/>
              <a:ext cx="4224655" cy="0"/>
            </a:xfrm>
            <a:custGeom>
              <a:avLst/>
              <a:gdLst/>
              <a:ahLst/>
              <a:cxnLst/>
              <a:rect l="l" t="t" r="r" b="b"/>
              <a:pathLst>
                <a:path w="4224655">
                  <a:moveTo>
                    <a:pt x="0" y="0"/>
                  </a:moveTo>
                  <a:lnTo>
                    <a:pt x="4224229" y="0"/>
                  </a:lnTo>
                </a:path>
              </a:pathLst>
            </a:custGeom>
            <a:ln w="87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63606" y="2729651"/>
              <a:ext cx="2195830" cy="1355725"/>
            </a:xfrm>
            <a:custGeom>
              <a:avLst/>
              <a:gdLst/>
              <a:ahLst/>
              <a:cxnLst/>
              <a:rect l="l" t="t" r="r" b="b"/>
              <a:pathLst>
                <a:path w="2195829" h="1355725">
                  <a:moveTo>
                    <a:pt x="2195458" y="0"/>
                  </a:moveTo>
                  <a:lnTo>
                    <a:pt x="0" y="0"/>
                  </a:lnTo>
                  <a:lnTo>
                    <a:pt x="0" y="1355217"/>
                  </a:lnTo>
                  <a:lnTo>
                    <a:pt x="2195458" y="1355217"/>
                  </a:lnTo>
                  <a:lnTo>
                    <a:pt x="219545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33057" y="3070885"/>
              <a:ext cx="1610360" cy="900430"/>
            </a:xfrm>
            <a:custGeom>
              <a:avLst/>
              <a:gdLst/>
              <a:ahLst/>
              <a:cxnLst/>
              <a:rect l="l" t="t" r="r" b="b"/>
              <a:pathLst>
                <a:path w="1610360" h="900429">
                  <a:moveTo>
                    <a:pt x="845699" y="0"/>
                  </a:moveTo>
                  <a:lnTo>
                    <a:pt x="803791" y="0"/>
                  </a:lnTo>
                  <a:lnTo>
                    <a:pt x="764200" y="0"/>
                  </a:lnTo>
                  <a:lnTo>
                    <a:pt x="683087" y="4466"/>
                  </a:lnTo>
                  <a:lnTo>
                    <a:pt x="641178" y="8755"/>
                  </a:lnTo>
                  <a:lnTo>
                    <a:pt x="564314" y="19296"/>
                  </a:lnTo>
                  <a:lnTo>
                    <a:pt x="489961" y="34484"/>
                  </a:lnTo>
                  <a:lnTo>
                    <a:pt x="420242" y="53602"/>
                  </a:lnTo>
                  <a:lnTo>
                    <a:pt x="387604" y="64501"/>
                  </a:lnTo>
                  <a:lnTo>
                    <a:pt x="352841" y="75401"/>
                  </a:lnTo>
                  <a:lnTo>
                    <a:pt x="322713" y="88087"/>
                  </a:lnTo>
                  <a:lnTo>
                    <a:pt x="292586" y="103453"/>
                  </a:lnTo>
                  <a:lnTo>
                    <a:pt x="262265" y="115960"/>
                  </a:lnTo>
                  <a:lnTo>
                    <a:pt x="209155" y="146156"/>
                  </a:lnTo>
                  <a:lnTo>
                    <a:pt x="157784" y="180462"/>
                  </a:lnTo>
                  <a:lnTo>
                    <a:pt x="115875" y="217090"/>
                  </a:lnTo>
                  <a:lnTo>
                    <a:pt x="95018" y="234064"/>
                  </a:lnTo>
                  <a:lnTo>
                    <a:pt x="78602" y="255863"/>
                  </a:lnTo>
                  <a:lnTo>
                    <a:pt x="62572" y="275160"/>
                  </a:lnTo>
                  <a:lnTo>
                    <a:pt x="48474" y="294278"/>
                  </a:lnTo>
                  <a:lnTo>
                    <a:pt x="34762" y="315719"/>
                  </a:lnTo>
                  <a:lnTo>
                    <a:pt x="22982" y="337517"/>
                  </a:lnTo>
                  <a:lnTo>
                    <a:pt x="16029" y="358780"/>
                  </a:lnTo>
                  <a:lnTo>
                    <a:pt x="9270" y="382365"/>
                  </a:lnTo>
                  <a:lnTo>
                    <a:pt x="2317" y="404163"/>
                  </a:lnTo>
                  <a:lnTo>
                    <a:pt x="0" y="427749"/>
                  </a:lnTo>
                  <a:lnTo>
                    <a:pt x="0" y="472596"/>
                  </a:lnTo>
                  <a:lnTo>
                    <a:pt x="9270" y="520124"/>
                  </a:lnTo>
                  <a:lnTo>
                    <a:pt x="22982" y="562827"/>
                  </a:lnTo>
                  <a:lnTo>
                    <a:pt x="48474" y="605888"/>
                  </a:lnTo>
                  <a:lnTo>
                    <a:pt x="78602" y="646447"/>
                  </a:lnTo>
                  <a:lnTo>
                    <a:pt x="115875" y="683076"/>
                  </a:lnTo>
                  <a:lnTo>
                    <a:pt x="137119" y="702373"/>
                  </a:lnTo>
                  <a:lnTo>
                    <a:pt x="209155" y="754189"/>
                  </a:lnTo>
                  <a:lnTo>
                    <a:pt x="262265" y="784206"/>
                  </a:lnTo>
                  <a:lnTo>
                    <a:pt x="292586" y="796892"/>
                  </a:lnTo>
                  <a:lnTo>
                    <a:pt x="322713" y="812080"/>
                  </a:lnTo>
                  <a:lnTo>
                    <a:pt x="352841" y="824766"/>
                  </a:lnTo>
                  <a:lnTo>
                    <a:pt x="387604" y="835665"/>
                  </a:lnTo>
                  <a:lnTo>
                    <a:pt x="420242" y="846564"/>
                  </a:lnTo>
                  <a:lnTo>
                    <a:pt x="489961" y="865682"/>
                  </a:lnTo>
                  <a:lnTo>
                    <a:pt x="527234" y="874437"/>
                  </a:lnTo>
                  <a:lnTo>
                    <a:pt x="603905" y="887123"/>
                  </a:lnTo>
                  <a:lnTo>
                    <a:pt x="683087" y="895878"/>
                  </a:lnTo>
                  <a:lnTo>
                    <a:pt x="764200" y="900167"/>
                  </a:lnTo>
                  <a:lnTo>
                    <a:pt x="845699" y="900167"/>
                  </a:lnTo>
                  <a:lnTo>
                    <a:pt x="927198" y="895878"/>
                  </a:lnTo>
                  <a:lnTo>
                    <a:pt x="1005801" y="887123"/>
                  </a:lnTo>
                  <a:lnTo>
                    <a:pt x="1082665" y="874437"/>
                  </a:lnTo>
                  <a:lnTo>
                    <a:pt x="1117428" y="865682"/>
                  </a:lnTo>
                  <a:lnTo>
                    <a:pt x="1154701" y="857106"/>
                  </a:lnTo>
                  <a:lnTo>
                    <a:pt x="1189657" y="846564"/>
                  </a:lnTo>
                  <a:lnTo>
                    <a:pt x="1254547" y="824766"/>
                  </a:lnTo>
                  <a:lnTo>
                    <a:pt x="1287185" y="812080"/>
                  </a:lnTo>
                  <a:lnTo>
                    <a:pt x="1317313" y="796892"/>
                  </a:lnTo>
                  <a:lnTo>
                    <a:pt x="1347441" y="784206"/>
                  </a:lnTo>
                  <a:lnTo>
                    <a:pt x="1401130" y="754189"/>
                  </a:lnTo>
                  <a:lnTo>
                    <a:pt x="1473166" y="702373"/>
                  </a:lnTo>
                  <a:lnTo>
                    <a:pt x="1512371" y="666102"/>
                  </a:lnTo>
                  <a:lnTo>
                    <a:pt x="1547133" y="625185"/>
                  </a:lnTo>
                  <a:lnTo>
                    <a:pt x="1575523" y="584090"/>
                  </a:lnTo>
                  <a:lnTo>
                    <a:pt x="1584407" y="562827"/>
                  </a:lnTo>
                  <a:lnTo>
                    <a:pt x="1593870" y="541386"/>
                  </a:lnTo>
                  <a:lnTo>
                    <a:pt x="1600822" y="520124"/>
                  </a:lnTo>
                  <a:lnTo>
                    <a:pt x="1610286" y="472596"/>
                  </a:lnTo>
                  <a:lnTo>
                    <a:pt x="1610286" y="427749"/>
                  </a:lnTo>
                  <a:lnTo>
                    <a:pt x="1605650" y="404163"/>
                  </a:lnTo>
                  <a:lnTo>
                    <a:pt x="1600822" y="382365"/>
                  </a:lnTo>
                  <a:lnTo>
                    <a:pt x="1593870" y="358780"/>
                  </a:lnTo>
                  <a:lnTo>
                    <a:pt x="1584407" y="337517"/>
                  </a:lnTo>
                  <a:lnTo>
                    <a:pt x="1575523" y="315719"/>
                  </a:lnTo>
                  <a:lnTo>
                    <a:pt x="1547133" y="275160"/>
                  </a:lnTo>
                  <a:lnTo>
                    <a:pt x="1512371" y="234064"/>
                  </a:lnTo>
                  <a:lnTo>
                    <a:pt x="1473166" y="197436"/>
                  </a:lnTo>
                  <a:lnTo>
                    <a:pt x="1426623" y="163488"/>
                  </a:lnTo>
                  <a:lnTo>
                    <a:pt x="1375251" y="131326"/>
                  </a:lnTo>
                  <a:lnTo>
                    <a:pt x="1317313" y="103453"/>
                  </a:lnTo>
                  <a:lnTo>
                    <a:pt x="1287185" y="88087"/>
                  </a:lnTo>
                  <a:lnTo>
                    <a:pt x="1254547" y="75401"/>
                  </a:lnTo>
                  <a:lnTo>
                    <a:pt x="1189657" y="53602"/>
                  </a:lnTo>
                  <a:lnTo>
                    <a:pt x="1154701" y="43239"/>
                  </a:lnTo>
                  <a:lnTo>
                    <a:pt x="1117428" y="34484"/>
                  </a:lnTo>
                  <a:lnTo>
                    <a:pt x="1082665" y="25729"/>
                  </a:lnTo>
                  <a:lnTo>
                    <a:pt x="1045391" y="19296"/>
                  </a:lnTo>
                  <a:lnTo>
                    <a:pt x="1005801" y="13221"/>
                  </a:lnTo>
                  <a:lnTo>
                    <a:pt x="927198" y="4466"/>
                  </a:lnTo>
                  <a:lnTo>
                    <a:pt x="845699" y="0"/>
                  </a:lnTo>
                  <a:close/>
                </a:path>
              </a:pathLst>
            </a:custGeom>
            <a:solidFill>
              <a:srgbClr val="FFFFFF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233057" y="3070885"/>
              <a:ext cx="1610360" cy="900430"/>
            </a:xfrm>
            <a:custGeom>
              <a:avLst/>
              <a:gdLst/>
              <a:ahLst/>
              <a:cxnLst/>
              <a:rect l="l" t="t" r="r" b="b"/>
              <a:pathLst>
                <a:path w="1610360" h="900429">
                  <a:moveTo>
                    <a:pt x="803791" y="0"/>
                  </a:moveTo>
                  <a:lnTo>
                    <a:pt x="764200" y="0"/>
                  </a:lnTo>
                  <a:lnTo>
                    <a:pt x="722678" y="2322"/>
                  </a:lnTo>
                  <a:lnTo>
                    <a:pt x="683087" y="4466"/>
                  </a:lnTo>
                  <a:lnTo>
                    <a:pt x="641178" y="8755"/>
                  </a:lnTo>
                  <a:lnTo>
                    <a:pt x="564314" y="19296"/>
                  </a:lnTo>
                  <a:lnTo>
                    <a:pt x="489961" y="34484"/>
                  </a:lnTo>
                  <a:lnTo>
                    <a:pt x="420242" y="53602"/>
                  </a:lnTo>
                  <a:lnTo>
                    <a:pt x="387604" y="64501"/>
                  </a:lnTo>
                  <a:lnTo>
                    <a:pt x="352841" y="75401"/>
                  </a:lnTo>
                  <a:lnTo>
                    <a:pt x="322713" y="88087"/>
                  </a:lnTo>
                  <a:lnTo>
                    <a:pt x="292586" y="103453"/>
                  </a:lnTo>
                  <a:lnTo>
                    <a:pt x="262265" y="115960"/>
                  </a:lnTo>
                  <a:lnTo>
                    <a:pt x="234648" y="131326"/>
                  </a:lnTo>
                  <a:lnTo>
                    <a:pt x="209155" y="146156"/>
                  </a:lnTo>
                  <a:lnTo>
                    <a:pt x="183276" y="163488"/>
                  </a:lnTo>
                  <a:lnTo>
                    <a:pt x="157784" y="180462"/>
                  </a:lnTo>
                  <a:lnTo>
                    <a:pt x="137119" y="197436"/>
                  </a:lnTo>
                  <a:lnTo>
                    <a:pt x="115875" y="217090"/>
                  </a:lnTo>
                  <a:lnTo>
                    <a:pt x="95018" y="234064"/>
                  </a:lnTo>
                  <a:lnTo>
                    <a:pt x="78602" y="255863"/>
                  </a:lnTo>
                  <a:lnTo>
                    <a:pt x="62572" y="275160"/>
                  </a:lnTo>
                  <a:lnTo>
                    <a:pt x="48474" y="294278"/>
                  </a:lnTo>
                  <a:lnTo>
                    <a:pt x="34762" y="315719"/>
                  </a:lnTo>
                  <a:lnTo>
                    <a:pt x="22982" y="337517"/>
                  </a:lnTo>
                  <a:lnTo>
                    <a:pt x="16029" y="358780"/>
                  </a:lnTo>
                  <a:lnTo>
                    <a:pt x="9270" y="382365"/>
                  </a:lnTo>
                  <a:lnTo>
                    <a:pt x="2317" y="404163"/>
                  </a:lnTo>
                  <a:lnTo>
                    <a:pt x="0" y="427749"/>
                  </a:lnTo>
                  <a:lnTo>
                    <a:pt x="0" y="451155"/>
                  </a:lnTo>
                  <a:lnTo>
                    <a:pt x="0" y="472596"/>
                  </a:lnTo>
                  <a:lnTo>
                    <a:pt x="9270" y="520124"/>
                  </a:lnTo>
                  <a:lnTo>
                    <a:pt x="22982" y="562827"/>
                  </a:lnTo>
                  <a:lnTo>
                    <a:pt x="48474" y="605888"/>
                  </a:lnTo>
                  <a:lnTo>
                    <a:pt x="78602" y="646447"/>
                  </a:lnTo>
                  <a:lnTo>
                    <a:pt x="115875" y="683076"/>
                  </a:lnTo>
                  <a:lnTo>
                    <a:pt x="137119" y="702373"/>
                  </a:lnTo>
                  <a:lnTo>
                    <a:pt x="157784" y="719704"/>
                  </a:lnTo>
                  <a:lnTo>
                    <a:pt x="183276" y="736679"/>
                  </a:lnTo>
                  <a:lnTo>
                    <a:pt x="209155" y="754189"/>
                  </a:lnTo>
                  <a:lnTo>
                    <a:pt x="234648" y="769019"/>
                  </a:lnTo>
                  <a:lnTo>
                    <a:pt x="262265" y="784206"/>
                  </a:lnTo>
                  <a:lnTo>
                    <a:pt x="292586" y="796892"/>
                  </a:lnTo>
                  <a:lnTo>
                    <a:pt x="322713" y="812080"/>
                  </a:lnTo>
                  <a:lnTo>
                    <a:pt x="352841" y="824766"/>
                  </a:lnTo>
                  <a:lnTo>
                    <a:pt x="387604" y="835665"/>
                  </a:lnTo>
                  <a:lnTo>
                    <a:pt x="420242" y="846564"/>
                  </a:lnTo>
                  <a:lnTo>
                    <a:pt x="455005" y="857106"/>
                  </a:lnTo>
                  <a:lnTo>
                    <a:pt x="489961" y="865682"/>
                  </a:lnTo>
                  <a:lnTo>
                    <a:pt x="527234" y="874437"/>
                  </a:lnTo>
                  <a:lnTo>
                    <a:pt x="564314" y="880512"/>
                  </a:lnTo>
                  <a:lnTo>
                    <a:pt x="603905" y="887123"/>
                  </a:lnTo>
                  <a:lnTo>
                    <a:pt x="641178" y="891412"/>
                  </a:lnTo>
                  <a:lnTo>
                    <a:pt x="683087" y="895878"/>
                  </a:lnTo>
                  <a:lnTo>
                    <a:pt x="722678" y="898023"/>
                  </a:lnTo>
                  <a:lnTo>
                    <a:pt x="764200" y="900167"/>
                  </a:lnTo>
                  <a:lnTo>
                    <a:pt x="803791" y="900167"/>
                  </a:lnTo>
                  <a:lnTo>
                    <a:pt x="845699" y="900167"/>
                  </a:lnTo>
                  <a:lnTo>
                    <a:pt x="887607" y="898023"/>
                  </a:lnTo>
                  <a:lnTo>
                    <a:pt x="927198" y="895878"/>
                  </a:lnTo>
                  <a:lnTo>
                    <a:pt x="966210" y="891412"/>
                  </a:lnTo>
                  <a:lnTo>
                    <a:pt x="1005801" y="887123"/>
                  </a:lnTo>
                  <a:lnTo>
                    <a:pt x="1045391" y="880512"/>
                  </a:lnTo>
                  <a:lnTo>
                    <a:pt x="1082665" y="874437"/>
                  </a:lnTo>
                  <a:lnTo>
                    <a:pt x="1117428" y="865682"/>
                  </a:lnTo>
                  <a:lnTo>
                    <a:pt x="1154701" y="857106"/>
                  </a:lnTo>
                  <a:lnTo>
                    <a:pt x="1189657" y="846564"/>
                  </a:lnTo>
                  <a:lnTo>
                    <a:pt x="1222102" y="835665"/>
                  </a:lnTo>
                  <a:lnTo>
                    <a:pt x="1254547" y="824766"/>
                  </a:lnTo>
                  <a:lnTo>
                    <a:pt x="1287185" y="812080"/>
                  </a:lnTo>
                  <a:lnTo>
                    <a:pt x="1317313" y="796892"/>
                  </a:lnTo>
                  <a:lnTo>
                    <a:pt x="1347441" y="784206"/>
                  </a:lnTo>
                  <a:lnTo>
                    <a:pt x="1375251" y="769019"/>
                  </a:lnTo>
                  <a:lnTo>
                    <a:pt x="1401130" y="754189"/>
                  </a:lnTo>
                  <a:lnTo>
                    <a:pt x="1426623" y="736679"/>
                  </a:lnTo>
                  <a:lnTo>
                    <a:pt x="1449605" y="719704"/>
                  </a:lnTo>
                  <a:lnTo>
                    <a:pt x="1473166" y="702373"/>
                  </a:lnTo>
                  <a:lnTo>
                    <a:pt x="1512371" y="666102"/>
                  </a:lnTo>
                  <a:lnTo>
                    <a:pt x="1547133" y="625185"/>
                  </a:lnTo>
                  <a:lnTo>
                    <a:pt x="1575523" y="584090"/>
                  </a:lnTo>
                  <a:lnTo>
                    <a:pt x="1584407" y="562827"/>
                  </a:lnTo>
                  <a:lnTo>
                    <a:pt x="1593870" y="541386"/>
                  </a:lnTo>
                  <a:lnTo>
                    <a:pt x="1600822" y="520124"/>
                  </a:lnTo>
                  <a:lnTo>
                    <a:pt x="1605650" y="496181"/>
                  </a:lnTo>
                  <a:lnTo>
                    <a:pt x="1610286" y="472596"/>
                  </a:lnTo>
                  <a:lnTo>
                    <a:pt x="1610286" y="451155"/>
                  </a:lnTo>
                  <a:lnTo>
                    <a:pt x="1610286" y="427749"/>
                  </a:lnTo>
                  <a:lnTo>
                    <a:pt x="1605650" y="404163"/>
                  </a:lnTo>
                  <a:lnTo>
                    <a:pt x="1600822" y="382365"/>
                  </a:lnTo>
                  <a:lnTo>
                    <a:pt x="1593870" y="358780"/>
                  </a:lnTo>
                  <a:lnTo>
                    <a:pt x="1584407" y="337517"/>
                  </a:lnTo>
                  <a:lnTo>
                    <a:pt x="1575523" y="315719"/>
                  </a:lnTo>
                  <a:lnTo>
                    <a:pt x="1547133" y="275160"/>
                  </a:lnTo>
                  <a:lnTo>
                    <a:pt x="1512371" y="234064"/>
                  </a:lnTo>
                  <a:lnTo>
                    <a:pt x="1494024" y="217090"/>
                  </a:lnTo>
                  <a:lnTo>
                    <a:pt x="1473166" y="197436"/>
                  </a:lnTo>
                  <a:lnTo>
                    <a:pt x="1449605" y="180462"/>
                  </a:lnTo>
                  <a:lnTo>
                    <a:pt x="1426623" y="163488"/>
                  </a:lnTo>
                  <a:lnTo>
                    <a:pt x="1401130" y="146156"/>
                  </a:lnTo>
                  <a:lnTo>
                    <a:pt x="1375251" y="131326"/>
                  </a:lnTo>
                  <a:lnTo>
                    <a:pt x="1347441" y="115960"/>
                  </a:lnTo>
                  <a:lnTo>
                    <a:pt x="1317313" y="103453"/>
                  </a:lnTo>
                  <a:lnTo>
                    <a:pt x="1287185" y="88087"/>
                  </a:lnTo>
                  <a:lnTo>
                    <a:pt x="1254547" y="75401"/>
                  </a:lnTo>
                  <a:lnTo>
                    <a:pt x="1222102" y="64501"/>
                  </a:lnTo>
                  <a:lnTo>
                    <a:pt x="1189657" y="53602"/>
                  </a:lnTo>
                  <a:lnTo>
                    <a:pt x="1154701" y="43239"/>
                  </a:lnTo>
                  <a:lnTo>
                    <a:pt x="1117428" y="34484"/>
                  </a:lnTo>
                  <a:lnTo>
                    <a:pt x="1082665" y="25729"/>
                  </a:lnTo>
                  <a:lnTo>
                    <a:pt x="1005801" y="13221"/>
                  </a:lnTo>
                  <a:lnTo>
                    <a:pt x="966210" y="8755"/>
                  </a:lnTo>
                  <a:lnTo>
                    <a:pt x="927198" y="4466"/>
                  </a:lnTo>
                  <a:lnTo>
                    <a:pt x="887607" y="2322"/>
                  </a:lnTo>
                  <a:lnTo>
                    <a:pt x="845699" y="0"/>
                  </a:lnTo>
                  <a:lnTo>
                    <a:pt x="803791" y="0"/>
                  </a:lnTo>
                </a:path>
              </a:pathLst>
            </a:custGeom>
            <a:ln w="177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63606" y="2729651"/>
              <a:ext cx="2195830" cy="1355725"/>
            </a:xfrm>
            <a:custGeom>
              <a:avLst/>
              <a:gdLst/>
              <a:ahLst/>
              <a:cxnLst/>
              <a:rect l="l" t="t" r="r" b="b"/>
              <a:pathLst>
                <a:path w="2195829" h="1355725">
                  <a:moveTo>
                    <a:pt x="2195458" y="0"/>
                  </a:moveTo>
                  <a:lnTo>
                    <a:pt x="0" y="0"/>
                  </a:lnTo>
                  <a:lnTo>
                    <a:pt x="0" y="1355217"/>
                  </a:lnTo>
                  <a:lnTo>
                    <a:pt x="2195458" y="1355217"/>
                  </a:lnTo>
                  <a:lnTo>
                    <a:pt x="219545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33057" y="3070885"/>
              <a:ext cx="1610360" cy="900430"/>
            </a:xfrm>
            <a:custGeom>
              <a:avLst/>
              <a:gdLst/>
              <a:ahLst/>
              <a:cxnLst/>
              <a:rect l="l" t="t" r="r" b="b"/>
              <a:pathLst>
                <a:path w="1610360" h="900429">
                  <a:moveTo>
                    <a:pt x="845699" y="0"/>
                  </a:moveTo>
                  <a:lnTo>
                    <a:pt x="803791" y="0"/>
                  </a:lnTo>
                  <a:lnTo>
                    <a:pt x="764200" y="0"/>
                  </a:lnTo>
                  <a:lnTo>
                    <a:pt x="683087" y="4466"/>
                  </a:lnTo>
                  <a:lnTo>
                    <a:pt x="641178" y="8755"/>
                  </a:lnTo>
                  <a:lnTo>
                    <a:pt x="564314" y="19296"/>
                  </a:lnTo>
                  <a:lnTo>
                    <a:pt x="489961" y="34484"/>
                  </a:lnTo>
                  <a:lnTo>
                    <a:pt x="420242" y="53602"/>
                  </a:lnTo>
                  <a:lnTo>
                    <a:pt x="387604" y="64501"/>
                  </a:lnTo>
                  <a:lnTo>
                    <a:pt x="352841" y="75401"/>
                  </a:lnTo>
                  <a:lnTo>
                    <a:pt x="322713" y="88087"/>
                  </a:lnTo>
                  <a:lnTo>
                    <a:pt x="292586" y="103453"/>
                  </a:lnTo>
                  <a:lnTo>
                    <a:pt x="262265" y="115960"/>
                  </a:lnTo>
                  <a:lnTo>
                    <a:pt x="209155" y="146156"/>
                  </a:lnTo>
                  <a:lnTo>
                    <a:pt x="157784" y="180462"/>
                  </a:lnTo>
                  <a:lnTo>
                    <a:pt x="115875" y="217090"/>
                  </a:lnTo>
                  <a:lnTo>
                    <a:pt x="95018" y="234064"/>
                  </a:lnTo>
                  <a:lnTo>
                    <a:pt x="78602" y="255863"/>
                  </a:lnTo>
                  <a:lnTo>
                    <a:pt x="62572" y="275160"/>
                  </a:lnTo>
                  <a:lnTo>
                    <a:pt x="48474" y="294278"/>
                  </a:lnTo>
                  <a:lnTo>
                    <a:pt x="34762" y="315719"/>
                  </a:lnTo>
                  <a:lnTo>
                    <a:pt x="22982" y="337517"/>
                  </a:lnTo>
                  <a:lnTo>
                    <a:pt x="16029" y="358780"/>
                  </a:lnTo>
                  <a:lnTo>
                    <a:pt x="9270" y="382365"/>
                  </a:lnTo>
                  <a:lnTo>
                    <a:pt x="2317" y="404163"/>
                  </a:lnTo>
                  <a:lnTo>
                    <a:pt x="0" y="427749"/>
                  </a:lnTo>
                  <a:lnTo>
                    <a:pt x="0" y="472596"/>
                  </a:lnTo>
                  <a:lnTo>
                    <a:pt x="9270" y="520124"/>
                  </a:lnTo>
                  <a:lnTo>
                    <a:pt x="22982" y="562827"/>
                  </a:lnTo>
                  <a:lnTo>
                    <a:pt x="48474" y="605888"/>
                  </a:lnTo>
                  <a:lnTo>
                    <a:pt x="78602" y="646447"/>
                  </a:lnTo>
                  <a:lnTo>
                    <a:pt x="115875" y="683076"/>
                  </a:lnTo>
                  <a:lnTo>
                    <a:pt x="137119" y="702373"/>
                  </a:lnTo>
                  <a:lnTo>
                    <a:pt x="209155" y="754189"/>
                  </a:lnTo>
                  <a:lnTo>
                    <a:pt x="262265" y="784206"/>
                  </a:lnTo>
                  <a:lnTo>
                    <a:pt x="292586" y="796892"/>
                  </a:lnTo>
                  <a:lnTo>
                    <a:pt x="322713" y="812080"/>
                  </a:lnTo>
                  <a:lnTo>
                    <a:pt x="352841" y="824766"/>
                  </a:lnTo>
                  <a:lnTo>
                    <a:pt x="387604" y="835665"/>
                  </a:lnTo>
                  <a:lnTo>
                    <a:pt x="420242" y="846564"/>
                  </a:lnTo>
                  <a:lnTo>
                    <a:pt x="489961" y="865682"/>
                  </a:lnTo>
                  <a:lnTo>
                    <a:pt x="527234" y="874437"/>
                  </a:lnTo>
                  <a:lnTo>
                    <a:pt x="603905" y="887123"/>
                  </a:lnTo>
                  <a:lnTo>
                    <a:pt x="683087" y="895878"/>
                  </a:lnTo>
                  <a:lnTo>
                    <a:pt x="764200" y="900167"/>
                  </a:lnTo>
                  <a:lnTo>
                    <a:pt x="845699" y="900167"/>
                  </a:lnTo>
                  <a:lnTo>
                    <a:pt x="927198" y="895878"/>
                  </a:lnTo>
                  <a:lnTo>
                    <a:pt x="1005801" y="887123"/>
                  </a:lnTo>
                  <a:lnTo>
                    <a:pt x="1082665" y="874437"/>
                  </a:lnTo>
                  <a:lnTo>
                    <a:pt x="1117428" y="865682"/>
                  </a:lnTo>
                  <a:lnTo>
                    <a:pt x="1154701" y="857106"/>
                  </a:lnTo>
                  <a:lnTo>
                    <a:pt x="1189657" y="846564"/>
                  </a:lnTo>
                  <a:lnTo>
                    <a:pt x="1254547" y="824766"/>
                  </a:lnTo>
                  <a:lnTo>
                    <a:pt x="1287185" y="812080"/>
                  </a:lnTo>
                  <a:lnTo>
                    <a:pt x="1317313" y="796892"/>
                  </a:lnTo>
                  <a:lnTo>
                    <a:pt x="1347441" y="784206"/>
                  </a:lnTo>
                  <a:lnTo>
                    <a:pt x="1401130" y="754189"/>
                  </a:lnTo>
                  <a:lnTo>
                    <a:pt x="1473166" y="702373"/>
                  </a:lnTo>
                  <a:lnTo>
                    <a:pt x="1512371" y="666102"/>
                  </a:lnTo>
                  <a:lnTo>
                    <a:pt x="1547133" y="625185"/>
                  </a:lnTo>
                  <a:lnTo>
                    <a:pt x="1575523" y="584090"/>
                  </a:lnTo>
                  <a:lnTo>
                    <a:pt x="1584407" y="562827"/>
                  </a:lnTo>
                  <a:lnTo>
                    <a:pt x="1593870" y="541386"/>
                  </a:lnTo>
                  <a:lnTo>
                    <a:pt x="1600822" y="520124"/>
                  </a:lnTo>
                  <a:lnTo>
                    <a:pt x="1610286" y="472596"/>
                  </a:lnTo>
                  <a:lnTo>
                    <a:pt x="1610286" y="427749"/>
                  </a:lnTo>
                  <a:lnTo>
                    <a:pt x="1605650" y="404163"/>
                  </a:lnTo>
                  <a:lnTo>
                    <a:pt x="1600822" y="382365"/>
                  </a:lnTo>
                  <a:lnTo>
                    <a:pt x="1593870" y="358780"/>
                  </a:lnTo>
                  <a:lnTo>
                    <a:pt x="1584407" y="337517"/>
                  </a:lnTo>
                  <a:lnTo>
                    <a:pt x="1575523" y="315719"/>
                  </a:lnTo>
                  <a:lnTo>
                    <a:pt x="1547133" y="275160"/>
                  </a:lnTo>
                  <a:lnTo>
                    <a:pt x="1512371" y="234064"/>
                  </a:lnTo>
                  <a:lnTo>
                    <a:pt x="1473166" y="197436"/>
                  </a:lnTo>
                  <a:lnTo>
                    <a:pt x="1426623" y="163488"/>
                  </a:lnTo>
                  <a:lnTo>
                    <a:pt x="1375251" y="131326"/>
                  </a:lnTo>
                  <a:lnTo>
                    <a:pt x="1317313" y="103453"/>
                  </a:lnTo>
                  <a:lnTo>
                    <a:pt x="1287185" y="88087"/>
                  </a:lnTo>
                  <a:lnTo>
                    <a:pt x="1254547" y="75401"/>
                  </a:lnTo>
                  <a:lnTo>
                    <a:pt x="1189657" y="53602"/>
                  </a:lnTo>
                  <a:lnTo>
                    <a:pt x="1154701" y="43239"/>
                  </a:lnTo>
                  <a:lnTo>
                    <a:pt x="1117428" y="34484"/>
                  </a:lnTo>
                  <a:lnTo>
                    <a:pt x="1082665" y="25729"/>
                  </a:lnTo>
                  <a:lnTo>
                    <a:pt x="1045391" y="19296"/>
                  </a:lnTo>
                  <a:lnTo>
                    <a:pt x="1005801" y="13221"/>
                  </a:lnTo>
                  <a:lnTo>
                    <a:pt x="927198" y="4466"/>
                  </a:lnTo>
                  <a:lnTo>
                    <a:pt x="845699" y="0"/>
                  </a:lnTo>
                  <a:close/>
                </a:path>
              </a:pathLst>
            </a:custGeom>
            <a:solidFill>
              <a:srgbClr val="FFFFFF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33057" y="3070885"/>
              <a:ext cx="1610360" cy="900430"/>
            </a:xfrm>
            <a:custGeom>
              <a:avLst/>
              <a:gdLst/>
              <a:ahLst/>
              <a:cxnLst/>
              <a:rect l="l" t="t" r="r" b="b"/>
              <a:pathLst>
                <a:path w="1610360" h="900429">
                  <a:moveTo>
                    <a:pt x="803791" y="0"/>
                  </a:moveTo>
                  <a:lnTo>
                    <a:pt x="764200" y="0"/>
                  </a:lnTo>
                  <a:lnTo>
                    <a:pt x="722678" y="2322"/>
                  </a:lnTo>
                  <a:lnTo>
                    <a:pt x="683087" y="4466"/>
                  </a:lnTo>
                  <a:lnTo>
                    <a:pt x="641178" y="8755"/>
                  </a:lnTo>
                  <a:lnTo>
                    <a:pt x="564314" y="19296"/>
                  </a:lnTo>
                  <a:lnTo>
                    <a:pt x="489961" y="34484"/>
                  </a:lnTo>
                  <a:lnTo>
                    <a:pt x="420242" y="53602"/>
                  </a:lnTo>
                  <a:lnTo>
                    <a:pt x="387604" y="64501"/>
                  </a:lnTo>
                  <a:lnTo>
                    <a:pt x="352841" y="75401"/>
                  </a:lnTo>
                  <a:lnTo>
                    <a:pt x="322713" y="88087"/>
                  </a:lnTo>
                  <a:lnTo>
                    <a:pt x="292586" y="103453"/>
                  </a:lnTo>
                  <a:lnTo>
                    <a:pt x="262265" y="115960"/>
                  </a:lnTo>
                  <a:lnTo>
                    <a:pt x="234648" y="131326"/>
                  </a:lnTo>
                  <a:lnTo>
                    <a:pt x="209155" y="146156"/>
                  </a:lnTo>
                  <a:lnTo>
                    <a:pt x="183276" y="163488"/>
                  </a:lnTo>
                  <a:lnTo>
                    <a:pt x="157784" y="180462"/>
                  </a:lnTo>
                  <a:lnTo>
                    <a:pt x="137119" y="197436"/>
                  </a:lnTo>
                  <a:lnTo>
                    <a:pt x="115875" y="217090"/>
                  </a:lnTo>
                  <a:lnTo>
                    <a:pt x="95018" y="234064"/>
                  </a:lnTo>
                  <a:lnTo>
                    <a:pt x="78602" y="255863"/>
                  </a:lnTo>
                  <a:lnTo>
                    <a:pt x="62572" y="275160"/>
                  </a:lnTo>
                  <a:lnTo>
                    <a:pt x="48474" y="294278"/>
                  </a:lnTo>
                  <a:lnTo>
                    <a:pt x="34762" y="315719"/>
                  </a:lnTo>
                  <a:lnTo>
                    <a:pt x="22982" y="337517"/>
                  </a:lnTo>
                  <a:lnTo>
                    <a:pt x="16029" y="358780"/>
                  </a:lnTo>
                  <a:lnTo>
                    <a:pt x="9270" y="382365"/>
                  </a:lnTo>
                  <a:lnTo>
                    <a:pt x="2317" y="404163"/>
                  </a:lnTo>
                  <a:lnTo>
                    <a:pt x="0" y="427749"/>
                  </a:lnTo>
                  <a:lnTo>
                    <a:pt x="0" y="451155"/>
                  </a:lnTo>
                  <a:lnTo>
                    <a:pt x="0" y="472596"/>
                  </a:lnTo>
                  <a:lnTo>
                    <a:pt x="9270" y="520124"/>
                  </a:lnTo>
                  <a:lnTo>
                    <a:pt x="22982" y="562827"/>
                  </a:lnTo>
                  <a:lnTo>
                    <a:pt x="48474" y="605888"/>
                  </a:lnTo>
                  <a:lnTo>
                    <a:pt x="78602" y="646447"/>
                  </a:lnTo>
                  <a:lnTo>
                    <a:pt x="115875" y="683076"/>
                  </a:lnTo>
                  <a:lnTo>
                    <a:pt x="137119" y="702373"/>
                  </a:lnTo>
                  <a:lnTo>
                    <a:pt x="157784" y="719704"/>
                  </a:lnTo>
                  <a:lnTo>
                    <a:pt x="183276" y="736679"/>
                  </a:lnTo>
                  <a:lnTo>
                    <a:pt x="209155" y="754189"/>
                  </a:lnTo>
                  <a:lnTo>
                    <a:pt x="234648" y="769019"/>
                  </a:lnTo>
                  <a:lnTo>
                    <a:pt x="262265" y="784206"/>
                  </a:lnTo>
                  <a:lnTo>
                    <a:pt x="292586" y="796892"/>
                  </a:lnTo>
                  <a:lnTo>
                    <a:pt x="322713" y="812080"/>
                  </a:lnTo>
                  <a:lnTo>
                    <a:pt x="352841" y="824766"/>
                  </a:lnTo>
                  <a:lnTo>
                    <a:pt x="387604" y="835665"/>
                  </a:lnTo>
                  <a:lnTo>
                    <a:pt x="420242" y="846564"/>
                  </a:lnTo>
                  <a:lnTo>
                    <a:pt x="455005" y="857106"/>
                  </a:lnTo>
                  <a:lnTo>
                    <a:pt x="489961" y="865682"/>
                  </a:lnTo>
                  <a:lnTo>
                    <a:pt x="527234" y="874437"/>
                  </a:lnTo>
                  <a:lnTo>
                    <a:pt x="564314" y="880512"/>
                  </a:lnTo>
                  <a:lnTo>
                    <a:pt x="603905" y="887123"/>
                  </a:lnTo>
                  <a:lnTo>
                    <a:pt x="641178" y="891412"/>
                  </a:lnTo>
                  <a:lnTo>
                    <a:pt x="683087" y="895878"/>
                  </a:lnTo>
                  <a:lnTo>
                    <a:pt x="722678" y="898023"/>
                  </a:lnTo>
                  <a:lnTo>
                    <a:pt x="764200" y="900167"/>
                  </a:lnTo>
                  <a:lnTo>
                    <a:pt x="803791" y="900167"/>
                  </a:lnTo>
                  <a:lnTo>
                    <a:pt x="845699" y="900167"/>
                  </a:lnTo>
                  <a:lnTo>
                    <a:pt x="887607" y="898023"/>
                  </a:lnTo>
                  <a:lnTo>
                    <a:pt x="927198" y="895878"/>
                  </a:lnTo>
                  <a:lnTo>
                    <a:pt x="966210" y="891412"/>
                  </a:lnTo>
                  <a:lnTo>
                    <a:pt x="1005801" y="887123"/>
                  </a:lnTo>
                  <a:lnTo>
                    <a:pt x="1045391" y="880512"/>
                  </a:lnTo>
                  <a:lnTo>
                    <a:pt x="1082665" y="874437"/>
                  </a:lnTo>
                  <a:lnTo>
                    <a:pt x="1117428" y="865682"/>
                  </a:lnTo>
                  <a:lnTo>
                    <a:pt x="1154701" y="857106"/>
                  </a:lnTo>
                  <a:lnTo>
                    <a:pt x="1189657" y="846564"/>
                  </a:lnTo>
                  <a:lnTo>
                    <a:pt x="1222102" y="835665"/>
                  </a:lnTo>
                  <a:lnTo>
                    <a:pt x="1254547" y="824766"/>
                  </a:lnTo>
                  <a:lnTo>
                    <a:pt x="1287185" y="812080"/>
                  </a:lnTo>
                  <a:lnTo>
                    <a:pt x="1317313" y="796892"/>
                  </a:lnTo>
                  <a:lnTo>
                    <a:pt x="1347441" y="784206"/>
                  </a:lnTo>
                  <a:lnTo>
                    <a:pt x="1375251" y="769019"/>
                  </a:lnTo>
                  <a:lnTo>
                    <a:pt x="1401130" y="754189"/>
                  </a:lnTo>
                  <a:lnTo>
                    <a:pt x="1426623" y="736679"/>
                  </a:lnTo>
                  <a:lnTo>
                    <a:pt x="1449605" y="719704"/>
                  </a:lnTo>
                  <a:lnTo>
                    <a:pt x="1473166" y="702373"/>
                  </a:lnTo>
                  <a:lnTo>
                    <a:pt x="1512371" y="666102"/>
                  </a:lnTo>
                  <a:lnTo>
                    <a:pt x="1547133" y="625185"/>
                  </a:lnTo>
                  <a:lnTo>
                    <a:pt x="1575523" y="584090"/>
                  </a:lnTo>
                  <a:lnTo>
                    <a:pt x="1584407" y="562827"/>
                  </a:lnTo>
                  <a:lnTo>
                    <a:pt x="1593870" y="541386"/>
                  </a:lnTo>
                  <a:lnTo>
                    <a:pt x="1600822" y="520124"/>
                  </a:lnTo>
                  <a:lnTo>
                    <a:pt x="1605650" y="496181"/>
                  </a:lnTo>
                  <a:lnTo>
                    <a:pt x="1610286" y="472596"/>
                  </a:lnTo>
                  <a:lnTo>
                    <a:pt x="1610286" y="451155"/>
                  </a:lnTo>
                  <a:lnTo>
                    <a:pt x="1610286" y="427749"/>
                  </a:lnTo>
                  <a:lnTo>
                    <a:pt x="1605650" y="404163"/>
                  </a:lnTo>
                  <a:lnTo>
                    <a:pt x="1600822" y="382365"/>
                  </a:lnTo>
                  <a:lnTo>
                    <a:pt x="1593870" y="358780"/>
                  </a:lnTo>
                  <a:lnTo>
                    <a:pt x="1584407" y="337517"/>
                  </a:lnTo>
                  <a:lnTo>
                    <a:pt x="1575523" y="315719"/>
                  </a:lnTo>
                  <a:lnTo>
                    <a:pt x="1547133" y="275160"/>
                  </a:lnTo>
                  <a:lnTo>
                    <a:pt x="1512371" y="234064"/>
                  </a:lnTo>
                  <a:lnTo>
                    <a:pt x="1494024" y="217090"/>
                  </a:lnTo>
                  <a:lnTo>
                    <a:pt x="1473166" y="197436"/>
                  </a:lnTo>
                  <a:lnTo>
                    <a:pt x="1449605" y="180462"/>
                  </a:lnTo>
                  <a:lnTo>
                    <a:pt x="1426623" y="163488"/>
                  </a:lnTo>
                  <a:lnTo>
                    <a:pt x="1401130" y="146156"/>
                  </a:lnTo>
                  <a:lnTo>
                    <a:pt x="1375251" y="131326"/>
                  </a:lnTo>
                  <a:lnTo>
                    <a:pt x="1347441" y="115960"/>
                  </a:lnTo>
                  <a:lnTo>
                    <a:pt x="1317313" y="103453"/>
                  </a:lnTo>
                  <a:lnTo>
                    <a:pt x="1287185" y="88087"/>
                  </a:lnTo>
                  <a:lnTo>
                    <a:pt x="1254547" y="75401"/>
                  </a:lnTo>
                  <a:lnTo>
                    <a:pt x="1222102" y="64501"/>
                  </a:lnTo>
                  <a:lnTo>
                    <a:pt x="1189657" y="53602"/>
                  </a:lnTo>
                  <a:lnTo>
                    <a:pt x="1154701" y="43239"/>
                  </a:lnTo>
                  <a:lnTo>
                    <a:pt x="1117428" y="34484"/>
                  </a:lnTo>
                  <a:lnTo>
                    <a:pt x="1082665" y="25729"/>
                  </a:lnTo>
                  <a:lnTo>
                    <a:pt x="1005801" y="13221"/>
                  </a:lnTo>
                  <a:lnTo>
                    <a:pt x="966210" y="8755"/>
                  </a:lnTo>
                  <a:lnTo>
                    <a:pt x="927198" y="4466"/>
                  </a:lnTo>
                  <a:lnTo>
                    <a:pt x="887607" y="2322"/>
                  </a:lnTo>
                  <a:lnTo>
                    <a:pt x="845699" y="0"/>
                  </a:lnTo>
                  <a:lnTo>
                    <a:pt x="803791" y="0"/>
                  </a:lnTo>
                </a:path>
              </a:pathLst>
            </a:custGeom>
            <a:ln w="177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750054" y="1723715"/>
            <a:ext cx="574040" cy="1202055"/>
            <a:chOff x="750054" y="1723715"/>
            <a:chExt cx="574040" cy="1202055"/>
          </a:xfrm>
        </p:grpSpPr>
        <p:sp>
          <p:nvSpPr>
            <p:cNvPr id="14" name="object 14"/>
            <p:cNvSpPr/>
            <p:nvPr/>
          </p:nvSpPr>
          <p:spPr>
            <a:xfrm>
              <a:off x="759256" y="1732785"/>
              <a:ext cx="555625" cy="1183640"/>
            </a:xfrm>
            <a:custGeom>
              <a:avLst/>
              <a:gdLst/>
              <a:ahLst/>
              <a:cxnLst/>
              <a:rect l="l" t="t" r="r" b="b"/>
              <a:pathLst>
                <a:path w="555625" h="1183639">
                  <a:moveTo>
                    <a:pt x="278914" y="0"/>
                  </a:moveTo>
                  <a:lnTo>
                    <a:pt x="255353" y="0"/>
                  </a:lnTo>
                  <a:lnTo>
                    <a:pt x="236986" y="4288"/>
                  </a:lnTo>
                  <a:lnTo>
                    <a:pt x="215781" y="8576"/>
                  </a:lnTo>
                  <a:lnTo>
                    <a:pt x="197415" y="15187"/>
                  </a:lnTo>
                  <a:lnTo>
                    <a:pt x="178562" y="21262"/>
                  </a:lnTo>
                  <a:lnTo>
                    <a:pt x="162544" y="32161"/>
                  </a:lnTo>
                  <a:lnTo>
                    <a:pt x="146053" y="43060"/>
                  </a:lnTo>
                  <a:lnTo>
                    <a:pt x="132391" y="55746"/>
                  </a:lnTo>
                  <a:lnTo>
                    <a:pt x="118256" y="68790"/>
                  </a:lnTo>
                  <a:lnTo>
                    <a:pt x="88103" y="115960"/>
                  </a:lnTo>
                  <a:lnTo>
                    <a:pt x="72084" y="169563"/>
                  </a:lnTo>
                  <a:lnTo>
                    <a:pt x="72084" y="189038"/>
                  </a:lnTo>
                  <a:lnTo>
                    <a:pt x="72084" y="208335"/>
                  </a:lnTo>
                  <a:lnTo>
                    <a:pt x="76325" y="227453"/>
                  </a:lnTo>
                  <a:lnTo>
                    <a:pt x="81037" y="247108"/>
                  </a:lnTo>
                  <a:lnTo>
                    <a:pt x="88103" y="264082"/>
                  </a:lnTo>
                  <a:lnTo>
                    <a:pt x="97526" y="279269"/>
                  </a:lnTo>
                  <a:lnTo>
                    <a:pt x="106949" y="296422"/>
                  </a:lnTo>
                  <a:lnTo>
                    <a:pt x="118256" y="311610"/>
                  </a:lnTo>
                  <a:lnTo>
                    <a:pt x="132391" y="324296"/>
                  </a:lnTo>
                  <a:lnTo>
                    <a:pt x="146053" y="337339"/>
                  </a:lnTo>
                  <a:lnTo>
                    <a:pt x="197415" y="365212"/>
                  </a:lnTo>
                  <a:lnTo>
                    <a:pt x="236986" y="375754"/>
                  </a:lnTo>
                  <a:lnTo>
                    <a:pt x="278914" y="380042"/>
                  </a:lnTo>
                  <a:lnTo>
                    <a:pt x="299656" y="377898"/>
                  </a:lnTo>
                  <a:lnTo>
                    <a:pt x="339227" y="371823"/>
                  </a:lnTo>
                  <a:lnTo>
                    <a:pt x="376443" y="356457"/>
                  </a:lnTo>
                  <a:lnTo>
                    <a:pt x="422619" y="324296"/>
                  </a:lnTo>
                  <a:lnTo>
                    <a:pt x="436756" y="311610"/>
                  </a:lnTo>
                  <a:lnTo>
                    <a:pt x="448537" y="296422"/>
                  </a:lnTo>
                  <a:lnTo>
                    <a:pt x="457479" y="279269"/>
                  </a:lnTo>
                  <a:lnTo>
                    <a:pt x="466903" y="264082"/>
                  </a:lnTo>
                  <a:lnTo>
                    <a:pt x="473971" y="247108"/>
                  </a:lnTo>
                  <a:lnTo>
                    <a:pt x="478684" y="227453"/>
                  </a:lnTo>
                  <a:lnTo>
                    <a:pt x="483396" y="208335"/>
                  </a:lnTo>
                  <a:lnTo>
                    <a:pt x="483396" y="189038"/>
                  </a:lnTo>
                  <a:lnTo>
                    <a:pt x="483396" y="169563"/>
                  </a:lnTo>
                  <a:lnTo>
                    <a:pt x="478684" y="150266"/>
                  </a:lnTo>
                  <a:lnTo>
                    <a:pt x="457479" y="98807"/>
                  </a:lnTo>
                  <a:lnTo>
                    <a:pt x="422619" y="55746"/>
                  </a:lnTo>
                  <a:lnTo>
                    <a:pt x="408946" y="43060"/>
                  </a:lnTo>
                  <a:lnTo>
                    <a:pt x="392453" y="32161"/>
                  </a:lnTo>
                  <a:lnTo>
                    <a:pt x="376443" y="21262"/>
                  </a:lnTo>
                  <a:lnTo>
                    <a:pt x="357594" y="15187"/>
                  </a:lnTo>
                  <a:lnTo>
                    <a:pt x="339227" y="8576"/>
                  </a:lnTo>
                  <a:lnTo>
                    <a:pt x="318022" y="4288"/>
                  </a:lnTo>
                  <a:lnTo>
                    <a:pt x="299656" y="0"/>
                  </a:lnTo>
                  <a:lnTo>
                    <a:pt x="278914" y="0"/>
                  </a:lnTo>
                </a:path>
                <a:path w="555625" h="1183639">
                  <a:moveTo>
                    <a:pt x="92814" y="522089"/>
                  </a:moveTo>
                  <a:lnTo>
                    <a:pt x="92814" y="863538"/>
                  </a:lnTo>
                  <a:lnTo>
                    <a:pt x="92814" y="872115"/>
                  </a:lnTo>
                  <a:lnTo>
                    <a:pt x="88103" y="878726"/>
                  </a:lnTo>
                  <a:lnTo>
                    <a:pt x="55595" y="904455"/>
                  </a:lnTo>
                  <a:lnTo>
                    <a:pt x="43816" y="906599"/>
                  </a:lnTo>
                  <a:lnTo>
                    <a:pt x="34864" y="904455"/>
                  </a:lnTo>
                  <a:lnTo>
                    <a:pt x="25442" y="902311"/>
                  </a:lnTo>
                  <a:lnTo>
                    <a:pt x="18373" y="897844"/>
                  </a:lnTo>
                  <a:lnTo>
                    <a:pt x="11307" y="891412"/>
                  </a:lnTo>
                  <a:lnTo>
                    <a:pt x="7067" y="884801"/>
                  </a:lnTo>
                  <a:lnTo>
                    <a:pt x="2355" y="878726"/>
                  </a:lnTo>
                  <a:lnTo>
                    <a:pt x="0" y="869970"/>
                  </a:lnTo>
                  <a:lnTo>
                    <a:pt x="0" y="861215"/>
                  </a:lnTo>
                  <a:lnTo>
                    <a:pt x="0" y="494216"/>
                  </a:lnTo>
                  <a:lnTo>
                    <a:pt x="0" y="487784"/>
                  </a:lnTo>
                  <a:lnTo>
                    <a:pt x="0" y="481173"/>
                  </a:lnTo>
                  <a:lnTo>
                    <a:pt x="2355" y="474562"/>
                  </a:lnTo>
                  <a:lnTo>
                    <a:pt x="4711" y="468129"/>
                  </a:lnTo>
                  <a:lnTo>
                    <a:pt x="7067" y="462054"/>
                  </a:lnTo>
                  <a:lnTo>
                    <a:pt x="11307" y="455443"/>
                  </a:lnTo>
                  <a:lnTo>
                    <a:pt x="16019" y="451155"/>
                  </a:lnTo>
                  <a:lnTo>
                    <a:pt x="20729" y="444544"/>
                  </a:lnTo>
                  <a:lnTo>
                    <a:pt x="25442" y="440256"/>
                  </a:lnTo>
                  <a:lnTo>
                    <a:pt x="32508" y="435789"/>
                  </a:lnTo>
                  <a:lnTo>
                    <a:pt x="39575" y="431858"/>
                  </a:lnTo>
                  <a:lnTo>
                    <a:pt x="46172" y="429714"/>
                  </a:lnTo>
                  <a:lnTo>
                    <a:pt x="53238" y="425426"/>
                  </a:lnTo>
                  <a:lnTo>
                    <a:pt x="62661" y="425426"/>
                  </a:lnTo>
                  <a:lnTo>
                    <a:pt x="72084" y="423282"/>
                  </a:lnTo>
                  <a:lnTo>
                    <a:pt x="81037" y="423282"/>
                  </a:lnTo>
                  <a:lnTo>
                    <a:pt x="473971" y="423282"/>
                  </a:lnTo>
                  <a:lnTo>
                    <a:pt x="483396" y="423282"/>
                  </a:lnTo>
                  <a:lnTo>
                    <a:pt x="492338" y="423282"/>
                  </a:lnTo>
                  <a:lnTo>
                    <a:pt x="501762" y="425426"/>
                  </a:lnTo>
                  <a:lnTo>
                    <a:pt x="508831" y="429714"/>
                  </a:lnTo>
                  <a:lnTo>
                    <a:pt x="518255" y="431858"/>
                  </a:lnTo>
                  <a:lnTo>
                    <a:pt x="522504" y="435789"/>
                  </a:lnTo>
                  <a:lnTo>
                    <a:pt x="529573" y="440256"/>
                  </a:lnTo>
                  <a:lnTo>
                    <a:pt x="534285" y="444544"/>
                  </a:lnTo>
                  <a:lnTo>
                    <a:pt x="538978" y="451155"/>
                  </a:lnTo>
                  <a:lnTo>
                    <a:pt x="543690" y="457587"/>
                  </a:lnTo>
                  <a:lnTo>
                    <a:pt x="548402" y="462054"/>
                  </a:lnTo>
                  <a:lnTo>
                    <a:pt x="550758" y="468129"/>
                  </a:lnTo>
                  <a:lnTo>
                    <a:pt x="553115" y="474562"/>
                  </a:lnTo>
                  <a:lnTo>
                    <a:pt x="555007" y="481173"/>
                  </a:lnTo>
                  <a:lnTo>
                    <a:pt x="555007" y="487784"/>
                  </a:lnTo>
                  <a:lnTo>
                    <a:pt x="555007" y="494216"/>
                  </a:lnTo>
                  <a:lnTo>
                    <a:pt x="555007" y="861215"/>
                  </a:lnTo>
                  <a:lnTo>
                    <a:pt x="555007" y="867826"/>
                  </a:lnTo>
                  <a:lnTo>
                    <a:pt x="555007" y="872115"/>
                  </a:lnTo>
                  <a:lnTo>
                    <a:pt x="550758" y="880870"/>
                  </a:lnTo>
                  <a:lnTo>
                    <a:pt x="546046" y="889267"/>
                  </a:lnTo>
                  <a:lnTo>
                    <a:pt x="541334" y="895700"/>
                  </a:lnTo>
                  <a:lnTo>
                    <a:pt x="531929" y="900167"/>
                  </a:lnTo>
                  <a:lnTo>
                    <a:pt x="524860" y="902311"/>
                  </a:lnTo>
                  <a:lnTo>
                    <a:pt x="518255" y="904455"/>
                  </a:lnTo>
                  <a:lnTo>
                    <a:pt x="508831" y="906599"/>
                  </a:lnTo>
                  <a:lnTo>
                    <a:pt x="501762" y="904455"/>
                  </a:lnTo>
                  <a:lnTo>
                    <a:pt x="492338" y="902311"/>
                  </a:lnTo>
                  <a:lnTo>
                    <a:pt x="485269" y="900167"/>
                  </a:lnTo>
                  <a:lnTo>
                    <a:pt x="478684" y="893556"/>
                  </a:lnTo>
                  <a:lnTo>
                    <a:pt x="471615" y="886945"/>
                  </a:lnTo>
                  <a:lnTo>
                    <a:pt x="466903" y="880870"/>
                  </a:lnTo>
                  <a:lnTo>
                    <a:pt x="462191" y="872115"/>
                  </a:lnTo>
                  <a:lnTo>
                    <a:pt x="462191" y="867826"/>
                  </a:lnTo>
                  <a:lnTo>
                    <a:pt x="462191" y="861215"/>
                  </a:lnTo>
                  <a:lnTo>
                    <a:pt x="462191" y="522089"/>
                  </a:lnTo>
                  <a:lnTo>
                    <a:pt x="462191" y="1097603"/>
                  </a:lnTo>
                  <a:lnTo>
                    <a:pt x="489982" y="1097603"/>
                  </a:lnTo>
                  <a:lnTo>
                    <a:pt x="497050" y="1097603"/>
                  </a:lnTo>
                  <a:lnTo>
                    <a:pt x="504118" y="1097603"/>
                  </a:lnTo>
                  <a:lnTo>
                    <a:pt x="515899" y="1101891"/>
                  </a:lnTo>
                  <a:lnTo>
                    <a:pt x="522504" y="1106179"/>
                  </a:lnTo>
                  <a:lnTo>
                    <a:pt x="529573" y="1112790"/>
                  </a:lnTo>
                  <a:lnTo>
                    <a:pt x="536622" y="1118865"/>
                  </a:lnTo>
                  <a:lnTo>
                    <a:pt x="538978" y="1125476"/>
                  </a:lnTo>
                  <a:lnTo>
                    <a:pt x="541334" y="1134232"/>
                  </a:lnTo>
                  <a:lnTo>
                    <a:pt x="543690" y="1140664"/>
                  </a:lnTo>
                  <a:lnTo>
                    <a:pt x="543690" y="1149062"/>
                  </a:lnTo>
                  <a:lnTo>
                    <a:pt x="541334" y="1157638"/>
                  </a:lnTo>
                  <a:lnTo>
                    <a:pt x="504118" y="1183367"/>
                  </a:lnTo>
                  <a:lnTo>
                    <a:pt x="497050" y="1183367"/>
                  </a:lnTo>
                  <a:lnTo>
                    <a:pt x="489982" y="1183367"/>
                  </a:lnTo>
                  <a:lnTo>
                    <a:pt x="292587" y="1183367"/>
                  </a:lnTo>
                  <a:lnTo>
                    <a:pt x="292587" y="850852"/>
                  </a:lnTo>
                  <a:lnTo>
                    <a:pt x="292587" y="846385"/>
                  </a:lnTo>
                  <a:lnTo>
                    <a:pt x="292587" y="844241"/>
                  </a:lnTo>
                  <a:lnTo>
                    <a:pt x="290231" y="842097"/>
                  </a:lnTo>
                  <a:lnTo>
                    <a:pt x="287875" y="839953"/>
                  </a:lnTo>
                  <a:lnTo>
                    <a:pt x="283163" y="835486"/>
                  </a:lnTo>
                  <a:lnTo>
                    <a:pt x="276558" y="835486"/>
                  </a:lnTo>
                  <a:lnTo>
                    <a:pt x="271846" y="835486"/>
                  </a:lnTo>
                  <a:lnTo>
                    <a:pt x="267133" y="839953"/>
                  </a:lnTo>
                  <a:lnTo>
                    <a:pt x="262421" y="844241"/>
                  </a:lnTo>
                  <a:lnTo>
                    <a:pt x="262421" y="846385"/>
                  </a:lnTo>
                  <a:lnTo>
                    <a:pt x="262421" y="850852"/>
                  </a:lnTo>
                  <a:lnTo>
                    <a:pt x="262421" y="1183367"/>
                  </a:lnTo>
                  <a:lnTo>
                    <a:pt x="65017" y="1183367"/>
                  </a:lnTo>
                  <a:lnTo>
                    <a:pt x="53238" y="1183367"/>
                  </a:lnTo>
                  <a:lnTo>
                    <a:pt x="41931" y="1181223"/>
                  </a:lnTo>
                  <a:lnTo>
                    <a:pt x="13663" y="1149062"/>
                  </a:lnTo>
                  <a:lnTo>
                    <a:pt x="13663" y="1140664"/>
                  </a:lnTo>
                  <a:lnTo>
                    <a:pt x="13663" y="1131909"/>
                  </a:lnTo>
                  <a:lnTo>
                    <a:pt x="16019" y="1123332"/>
                  </a:lnTo>
                  <a:lnTo>
                    <a:pt x="20729" y="1117079"/>
                  </a:lnTo>
                  <a:lnTo>
                    <a:pt x="27798" y="1110646"/>
                  </a:lnTo>
                  <a:lnTo>
                    <a:pt x="34864" y="1104035"/>
                  </a:lnTo>
                  <a:lnTo>
                    <a:pt x="43816" y="1099747"/>
                  </a:lnTo>
                  <a:lnTo>
                    <a:pt x="53238" y="1097603"/>
                  </a:lnTo>
                  <a:lnTo>
                    <a:pt x="65017" y="1097603"/>
                  </a:lnTo>
                  <a:lnTo>
                    <a:pt x="92814" y="1097603"/>
                  </a:lnTo>
                  <a:lnTo>
                    <a:pt x="92814" y="522089"/>
                  </a:lnTo>
                </a:path>
              </a:pathLst>
            </a:custGeom>
            <a:ln w="181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31340" y="1732785"/>
              <a:ext cx="411480" cy="380365"/>
            </a:xfrm>
            <a:custGeom>
              <a:avLst/>
              <a:gdLst/>
              <a:ahLst/>
              <a:cxnLst/>
              <a:rect l="l" t="t" r="r" b="b"/>
              <a:pathLst>
                <a:path w="411480" h="380364">
                  <a:moveTo>
                    <a:pt x="227572" y="0"/>
                  </a:moveTo>
                  <a:lnTo>
                    <a:pt x="206830" y="0"/>
                  </a:lnTo>
                  <a:lnTo>
                    <a:pt x="183269" y="0"/>
                  </a:lnTo>
                  <a:lnTo>
                    <a:pt x="164902" y="4288"/>
                  </a:lnTo>
                  <a:lnTo>
                    <a:pt x="143697" y="8576"/>
                  </a:lnTo>
                  <a:lnTo>
                    <a:pt x="125331" y="15187"/>
                  </a:lnTo>
                  <a:lnTo>
                    <a:pt x="106478" y="21262"/>
                  </a:lnTo>
                  <a:lnTo>
                    <a:pt x="73969" y="43060"/>
                  </a:lnTo>
                  <a:lnTo>
                    <a:pt x="34865" y="83620"/>
                  </a:lnTo>
                  <a:lnTo>
                    <a:pt x="8953" y="133291"/>
                  </a:lnTo>
                  <a:lnTo>
                    <a:pt x="0" y="169563"/>
                  </a:lnTo>
                  <a:lnTo>
                    <a:pt x="0" y="208335"/>
                  </a:lnTo>
                  <a:lnTo>
                    <a:pt x="8953" y="247108"/>
                  </a:lnTo>
                  <a:lnTo>
                    <a:pt x="16019" y="264082"/>
                  </a:lnTo>
                  <a:lnTo>
                    <a:pt x="25442" y="279269"/>
                  </a:lnTo>
                  <a:lnTo>
                    <a:pt x="34865" y="296422"/>
                  </a:lnTo>
                  <a:lnTo>
                    <a:pt x="46172" y="311610"/>
                  </a:lnTo>
                  <a:lnTo>
                    <a:pt x="60307" y="324296"/>
                  </a:lnTo>
                  <a:lnTo>
                    <a:pt x="73969" y="337339"/>
                  </a:lnTo>
                  <a:lnTo>
                    <a:pt x="125331" y="365212"/>
                  </a:lnTo>
                  <a:lnTo>
                    <a:pt x="164902" y="375754"/>
                  </a:lnTo>
                  <a:lnTo>
                    <a:pt x="206830" y="380042"/>
                  </a:lnTo>
                  <a:lnTo>
                    <a:pt x="245938" y="375754"/>
                  </a:lnTo>
                  <a:lnTo>
                    <a:pt x="285510" y="365212"/>
                  </a:lnTo>
                  <a:lnTo>
                    <a:pt x="320369" y="347702"/>
                  </a:lnTo>
                  <a:lnTo>
                    <a:pt x="350535" y="324296"/>
                  </a:lnTo>
                  <a:lnTo>
                    <a:pt x="364672" y="311610"/>
                  </a:lnTo>
                  <a:lnTo>
                    <a:pt x="376453" y="296422"/>
                  </a:lnTo>
                  <a:lnTo>
                    <a:pt x="385394" y="279269"/>
                  </a:lnTo>
                  <a:lnTo>
                    <a:pt x="394819" y="264082"/>
                  </a:lnTo>
                  <a:lnTo>
                    <a:pt x="401887" y="247108"/>
                  </a:lnTo>
                  <a:lnTo>
                    <a:pt x="411312" y="208335"/>
                  </a:lnTo>
                  <a:lnTo>
                    <a:pt x="411312" y="169563"/>
                  </a:lnTo>
                  <a:lnTo>
                    <a:pt x="394819" y="115960"/>
                  </a:lnTo>
                  <a:lnTo>
                    <a:pt x="364672" y="68790"/>
                  </a:lnTo>
                  <a:lnTo>
                    <a:pt x="304359" y="21262"/>
                  </a:lnTo>
                  <a:lnTo>
                    <a:pt x="285510" y="15187"/>
                  </a:lnTo>
                  <a:lnTo>
                    <a:pt x="267143" y="8576"/>
                  </a:lnTo>
                  <a:lnTo>
                    <a:pt x="245938" y="4288"/>
                  </a:lnTo>
                  <a:lnTo>
                    <a:pt x="227572" y="0"/>
                  </a:lnTo>
                  <a:close/>
                </a:path>
              </a:pathLst>
            </a:custGeom>
            <a:solidFill>
              <a:srgbClr val="FFFFFF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31340" y="1732785"/>
              <a:ext cx="411480" cy="380365"/>
            </a:xfrm>
            <a:custGeom>
              <a:avLst/>
              <a:gdLst/>
              <a:ahLst/>
              <a:cxnLst/>
              <a:rect l="l" t="t" r="r" b="b"/>
              <a:pathLst>
                <a:path w="411480" h="380364">
                  <a:moveTo>
                    <a:pt x="206830" y="0"/>
                  </a:moveTo>
                  <a:lnTo>
                    <a:pt x="183269" y="0"/>
                  </a:lnTo>
                  <a:lnTo>
                    <a:pt x="164902" y="4288"/>
                  </a:lnTo>
                  <a:lnTo>
                    <a:pt x="143697" y="8576"/>
                  </a:lnTo>
                  <a:lnTo>
                    <a:pt x="125331" y="15187"/>
                  </a:lnTo>
                  <a:lnTo>
                    <a:pt x="106478" y="21262"/>
                  </a:lnTo>
                  <a:lnTo>
                    <a:pt x="90460" y="32161"/>
                  </a:lnTo>
                  <a:lnTo>
                    <a:pt x="73969" y="43060"/>
                  </a:lnTo>
                  <a:lnTo>
                    <a:pt x="60307" y="55746"/>
                  </a:lnTo>
                  <a:lnTo>
                    <a:pt x="46172" y="68790"/>
                  </a:lnTo>
                  <a:lnTo>
                    <a:pt x="16019" y="115960"/>
                  </a:lnTo>
                  <a:lnTo>
                    <a:pt x="0" y="169563"/>
                  </a:lnTo>
                  <a:lnTo>
                    <a:pt x="0" y="189038"/>
                  </a:lnTo>
                  <a:lnTo>
                    <a:pt x="0" y="208335"/>
                  </a:lnTo>
                  <a:lnTo>
                    <a:pt x="4241" y="227453"/>
                  </a:lnTo>
                  <a:lnTo>
                    <a:pt x="8953" y="247108"/>
                  </a:lnTo>
                  <a:lnTo>
                    <a:pt x="16019" y="264082"/>
                  </a:lnTo>
                  <a:lnTo>
                    <a:pt x="25442" y="279269"/>
                  </a:lnTo>
                  <a:lnTo>
                    <a:pt x="34865" y="296422"/>
                  </a:lnTo>
                  <a:lnTo>
                    <a:pt x="46172" y="311610"/>
                  </a:lnTo>
                  <a:lnTo>
                    <a:pt x="60307" y="324296"/>
                  </a:lnTo>
                  <a:lnTo>
                    <a:pt x="73969" y="337339"/>
                  </a:lnTo>
                  <a:lnTo>
                    <a:pt x="125331" y="365212"/>
                  </a:lnTo>
                  <a:lnTo>
                    <a:pt x="164902" y="375754"/>
                  </a:lnTo>
                  <a:lnTo>
                    <a:pt x="206830" y="380042"/>
                  </a:lnTo>
                  <a:lnTo>
                    <a:pt x="227572" y="377898"/>
                  </a:lnTo>
                  <a:lnTo>
                    <a:pt x="267143" y="371823"/>
                  </a:lnTo>
                  <a:lnTo>
                    <a:pt x="304359" y="356457"/>
                  </a:lnTo>
                  <a:lnTo>
                    <a:pt x="350535" y="324296"/>
                  </a:lnTo>
                  <a:lnTo>
                    <a:pt x="364672" y="311610"/>
                  </a:lnTo>
                  <a:lnTo>
                    <a:pt x="376453" y="296422"/>
                  </a:lnTo>
                  <a:lnTo>
                    <a:pt x="385394" y="279269"/>
                  </a:lnTo>
                  <a:lnTo>
                    <a:pt x="394819" y="264082"/>
                  </a:lnTo>
                  <a:lnTo>
                    <a:pt x="401887" y="247108"/>
                  </a:lnTo>
                  <a:lnTo>
                    <a:pt x="406600" y="227453"/>
                  </a:lnTo>
                  <a:lnTo>
                    <a:pt x="411312" y="208335"/>
                  </a:lnTo>
                  <a:lnTo>
                    <a:pt x="411312" y="189038"/>
                  </a:lnTo>
                  <a:lnTo>
                    <a:pt x="411312" y="169563"/>
                  </a:lnTo>
                  <a:lnTo>
                    <a:pt x="406600" y="150266"/>
                  </a:lnTo>
                  <a:lnTo>
                    <a:pt x="385394" y="98807"/>
                  </a:lnTo>
                  <a:lnTo>
                    <a:pt x="350535" y="55746"/>
                  </a:lnTo>
                  <a:lnTo>
                    <a:pt x="336862" y="43060"/>
                  </a:lnTo>
                  <a:lnTo>
                    <a:pt x="320369" y="32161"/>
                  </a:lnTo>
                  <a:lnTo>
                    <a:pt x="304359" y="21262"/>
                  </a:lnTo>
                  <a:lnTo>
                    <a:pt x="285510" y="15187"/>
                  </a:lnTo>
                  <a:lnTo>
                    <a:pt x="267143" y="8576"/>
                  </a:lnTo>
                  <a:lnTo>
                    <a:pt x="245938" y="4288"/>
                  </a:lnTo>
                  <a:lnTo>
                    <a:pt x="227572" y="0"/>
                  </a:lnTo>
                  <a:lnTo>
                    <a:pt x="206830" y="0"/>
                  </a:lnTo>
                </a:path>
              </a:pathLst>
            </a:custGeom>
            <a:ln w="180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59256" y="2156067"/>
              <a:ext cx="555625" cy="760095"/>
            </a:xfrm>
            <a:custGeom>
              <a:avLst/>
              <a:gdLst/>
              <a:ahLst/>
              <a:cxnLst/>
              <a:rect l="l" t="t" r="r" b="b"/>
              <a:pathLst>
                <a:path w="555625" h="760094">
                  <a:moveTo>
                    <a:pt x="462191" y="98807"/>
                  </a:moveTo>
                  <a:lnTo>
                    <a:pt x="92814" y="98807"/>
                  </a:lnTo>
                  <a:lnTo>
                    <a:pt x="92814" y="674321"/>
                  </a:lnTo>
                  <a:lnTo>
                    <a:pt x="53238" y="674321"/>
                  </a:lnTo>
                  <a:lnTo>
                    <a:pt x="43816" y="676465"/>
                  </a:lnTo>
                  <a:lnTo>
                    <a:pt x="34864" y="680753"/>
                  </a:lnTo>
                  <a:lnTo>
                    <a:pt x="27798" y="687364"/>
                  </a:lnTo>
                  <a:lnTo>
                    <a:pt x="20729" y="693796"/>
                  </a:lnTo>
                  <a:lnTo>
                    <a:pt x="16019" y="700050"/>
                  </a:lnTo>
                  <a:lnTo>
                    <a:pt x="13663" y="708626"/>
                  </a:lnTo>
                  <a:lnTo>
                    <a:pt x="13663" y="725779"/>
                  </a:lnTo>
                  <a:lnTo>
                    <a:pt x="41931" y="757941"/>
                  </a:lnTo>
                  <a:lnTo>
                    <a:pt x="53238" y="760085"/>
                  </a:lnTo>
                  <a:lnTo>
                    <a:pt x="262421" y="760085"/>
                  </a:lnTo>
                  <a:lnTo>
                    <a:pt x="262421" y="420959"/>
                  </a:lnTo>
                  <a:lnTo>
                    <a:pt x="267133" y="416671"/>
                  </a:lnTo>
                  <a:lnTo>
                    <a:pt x="271846" y="412204"/>
                  </a:lnTo>
                  <a:lnTo>
                    <a:pt x="462191" y="412204"/>
                  </a:lnTo>
                  <a:lnTo>
                    <a:pt x="462191" y="98807"/>
                  </a:lnTo>
                  <a:close/>
                </a:path>
                <a:path w="555625" h="760094">
                  <a:moveTo>
                    <a:pt x="462191" y="412204"/>
                  </a:moveTo>
                  <a:lnTo>
                    <a:pt x="283163" y="412204"/>
                  </a:lnTo>
                  <a:lnTo>
                    <a:pt x="287875" y="416671"/>
                  </a:lnTo>
                  <a:lnTo>
                    <a:pt x="292587" y="420959"/>
                  </a:lnTo>
                  <a:lnTo>
                    <a:pt x="292587" y="760085"/>
                  </a:lnTo>
                  <a:lnTo>
                    <a:pt x="504118" y="760085"/>
                  </a:lnTo>
                  <a:lnTo>
                    <a:pt x="513543" y="757941"/>
                  </a:lnTo>
                  <a:lnTo>
                    <a:pt x="543690" y="725779"/>
                  </a:lnTo>
                  <a:lnTo>
                    <a:pt x="543690" y="717382"/>
                  </a:lnTo>
                  <a:lnTo>
                    <a:pt x="541334" y="710949"/>
                  </a:lnTo>
                  <a:lnTo>
                    <a:pt x="538978" y="702194"/>
                  </a:lnTo>
                  <a:lnTo>
                    <a:pt x="536622" y="695583"/>
                  </a:lnTo>
                  <a:lnTo>
                    <a:pt x="529573" y="689508"/>
                  </a:lnTo>
                  <a:lnTo>
                    <a:pt x="522504" y="682897"/>
                  </a:lnTo>
                  <a:lnTo>
                    <a:pt x="515899" y="678609"/>
                  </a:lnTo>
                  <a:lnTo>
                    <a:pt x="504118" y="674321"/>
                  </a:lnTo>
                  <a:lnTo>
                    <a:pt x="462191" y="674321"/>
                  </a:lnTo>
                  <a:lnTo>
                    <a:pt x="462191" y="412204"/>
                  </a:lnTo>
                  <a:close/>
                </a:path>
                <a:path w="555625" h="760094">
                  <a:moveTo>
                    <a:pt x="492338" y="0"/>
                  </a:moveTo>
                  <a:lnTo>
                    <a:pt x="72084" y="0"/>
                  </a:lnTo>
                  <a:lnTo>
                    <a:pt x="62661" y="2144"/>
                  </a:lnTo>
                  <a:lnTo>
                    <a:pt x="53238" y="2144"/>
                  </a:lnTo>
                  <a:lnTo>
                    <a:pt x="46172" y="6432"/>
                  </a:lnTo>
                  <a:lnTo>
                    <a:pt x="39575" y="8576"/>
                  </a:lnTo>
                  <a:lnTo>
                    <a:pt x="32508" y="12507"/>
                  </a:lnTo>
                  <a:lnTo>
                    <a:pt x="25442" y="16974"/>
                  </a:lnTo>
                  <a:lnTo>
                    <a:pt x="20729" y="21262"/>
                  </a:lnTo>
                  <a:lnTo>
                    <a:pt x="16019" y="27873"/>
                  </a:lnTo>
                  <a:lnTo>
                    <a:pt x="11307" y="32161"/>
                  </a:lnTo>
                  <a:lnTo>
                    <a:pt x="7067" y="38772"/>
                  </a:lnTo>
                  <a:lnTo>
                    <a:pt x="4711" y="44847"/>
                  </a:lnTo>
                  <a:lnTo>
                    <a:pt x="2355" y="51279"/>
                  </a:lnTo>
                  <a:lnTo>
                    <a:pt x="0" y="57890"/>
                  </a:lnTo>
                  <a:lnTo>
                    <a:pt x="0" y="446688"/>
                  </a:lnTo>
                  <a:lnTo>
                    <a:pt x="2355" y="455443"/>
                  </a:lnTo>
                  <a:lnTo>
                    <a:pt x="7067" y="461518"/>
                  </a:lnTo>
                  <a:lnTo>
                    <a:pt x="11307" y="468129"/>
                  </a:lnTo>
                  <a:lnTo>
                    <a:pt x="18373" y="474562"/>
                  </a:lnTo>
                  <a:lnTo>
                    <a:pt x="25442" y="479028"/>
                  </a:lnTo>
                  <a:lnTo>
                    <a:pt x="34864" y="481173"/>
                  </a:lnTo>
                  <a:lnTo>
                    <a:pt x="43816" y="483317"/>
                  </a:lnTo>
                  <a:lnTo>
                    <a:pt x="85747" y="463662"/>
                  </a:lnTo>
                  <a:lnTo>
                    <a:pt x="88103" y="455443"/>
                  </a:lnTo>
                  <a:lnTo>
                    <a:pt x="92814" y="448832"/>
                  </a:lnTo>
                  <a:lnTo>
                    <a:pt x="92814" y="98807"/>
                  </a:lnTo>
                  <a:lnTo>
                    <a:pt x="555007" y="98807"/>
                  </a:lnTo>
                  <a:lnTo>
                    <a:pt x="555007" y="57890"/>
                  </a:lnTo>
                  <a:lnTo>
                    <a:pt x="553115" y="51279"/>
                  </a:lnTo>
                  <a:lnTo>
                    <a:pt x="550758" y="44847"/>
                  </a:lnTo>
                  <a:lnTo>
                    <a:pt x="548402" y="38772"/>
                  </a:lnTo>
                  <a:lnTo>
                    <a:pt x="543690" y="34305"/>
                  </a:lnTo>
                  <a:lnTo>
                    <a:pt x="538978" y="27873"/>
                  </a:lnTo>
                  <a:lnTo>
                    <a:pt x="534285" y="21262"/>
                  </a:lnTo>
                  <a:lnTo>
                    <a:pt x="529573" y="16974"/>
                  </a:lnTo>
                  <a:lnTo>
                    <a:pt x="522504" y="12507"/>
                  </a:lnTo>
                  <a:lnTo>
                    <a:pt x="518255" y="8576"/>
                  </a:lnTo>
                  <a:lnTo>
                    <a:pt x="508831" y="6432"/>
                  </a:lnTo>
                  <a:lnTo>
                    <a:pt x="501762" y="2144"/>
                  </a:lnTo>
                  <a:lnTo>
                    <a:pt x="492338" y="0"/>
                  </a:lnTo>
                  <a:close/>
                </a:path>
                <a:path w="555625" h="760094">
                  <a:moveTo>
                    <a:pt x="555007" y="98807"/>
                  </a:moveTo>
                  <a:lnTo>
                    <a:pt x="462191" y="98807"/>
                  </a:lnTo>
                  <a:lnTo>
                    <a:pt x="462191" y="448832"/>
                  </a:lnTo>
                  <a:lnTo>
                    <a:pt x="466903" y="457587"/>
                  </a:lnTo>
                  <a:lnTo>
                    <a:pt x="471615" y="463662"/>
                  </a:lnTo>
                  <a:lnTo>
                    <a:pt x="478684" y="470273"/>
                  </a:lnTo>
                  <a:lnTo>
                    <a:pt x="485269" y="476884"/>
                  </a:lnTo>
                  <a:lnTo>
                    <a:pt x="492338" y="479028"/>
                  </a:lnTo>
                  <a:lnTo>
                    <a:pt x="501762" y="481173"/>
                  </a:lnTo>
                  <a:lnTo>
                    <a:pt x="508831" y="483317"/>
                  </a:lnTo>
                  <a:lnTo>
                    <a:pt x="518255" y="481173"/>
                  </a:lnTo>
                  <a:lnTo>
                    <a:pt x="524860" y="479028"/>
                  </a:lnTo>
                  <a:lnTo>
                    <a:pt x="531929" y="476884"/>
                  </a:lnTo>
                  <a:lnTo>
                    <a:pt x="541334" y="472417"/>
                  </a:lnTo>
                  <a:lnTo>
                    <a:pt x="546046" y="465985"/>
                  </a:lnTo>
                  <a:lnTo>
                    <a:pt x="550758" y="457587"/>
                  </a:lnTo>
                  <a:lnTo>
                    <a:pt x="555007" y="448832"/>
                  </a:lnTo>
                  <a:lnTo>
                    <a:pt x="555007" y="98807"/>
                  </a:lnTo>
                  <a:close/>
                </a:path>
              </a:pathLst>
            </a:custGeom>
            <a:solidFill>
              <a:srgbClr val="FFFFFF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59256" y="2156067"/>
              <a:ext cx="555625" cy="760095"/>
            </a:xfrm>
            <a:custGeom>
              <a:avLst/>
              <a:gdLst/>
              <a:ahLst/>
              <a:cxnLst/>
              <a:rect l="l" t="t" r="r" b="b"/>
              <a:pathLst>
                <a:path w="555625" h="760094">
                  <a:moveTo>
                    <a:pt x="92814" y="98807"/>
                  </a:moveTo>
                  <a:lnTo>
                    <a:pt x="92814" y="440256"/>
                  </a:lnTo>
                  <a:lnTo>
                    <a:pt x="92814" y="448832"/>
                  </a:lnTo>
                  <a:lnTo>
                    <a:pt x="88103" y="455443"/>
                  </a:lnTo>
                  <a:lnTo>
                    <a:pt x="55595" y="481173"/>
                  </a:lnTo>
                  <a:lnTo>
                    <a:pt x="43816" y="483317"/>
                  </a:lnTo>
                  <a:lnTo>
                    <a:pt x="34864" y="481173"/>
                  </a:lnTo>
                  <a:lnTo>
                    <a:pt x="25442" y="479028"/>
                  </a:lnTo>
                  <a:lnTo>
                    <a:pt x="18373" y="474562"/>
                  </a:lnTo>
                  <a:lnTo>
                    <a:pt x="11307" y="468129"/>
                  </a:lnTo>
                  <a:lnTo>
                    <a:pt x="7067" y="461518"/>
                  </a:lnTo>
                  <a:lnTo>
                    <a:pt x="2355" y="455443"/>
                  </a:lnTo>
                  <a:lnTo>
                    <a:pt x="0" y="446688"/>
                  </a:lnTo>
                  <a:lnTo>
                    <a:pt x="0" y="437933"/>
                  </a:lnTo>
                  <a:lnTo>
                    <a:pt x="0" y="70934"/>
                  </a:lnTo>
                  <a:lnTo>
                    <a:pt x="0" y="64501"/>
                  </a:lnTo>
                  <a:lnTo>
                    <a:pt x="0" y="57890"/>
                  </a:lnTo>
                  <a:lnTo>
                    <a:pt x="2355" y="51279"/>
                  </a:lnTo>
                  <a:lnTo>
                    <a:pt x="4711" y="44847"/>
                  </a:lnTo>
                  <a:lnTo>
                    <a:pt x="7067" y="38772"/>
                  </a:lnTo>
                  <a:lnTo>
                    <a:pt x="11307" y="32161"/>
                  </a:lnTo>
                  <a:lnTo>
                    <a:pt x="16019" y="27873"/>
                  </a:lnTo>
                  <a:lnTo>
                    <a:pt x="20729" y="21262"/>
                  </a:lnTo>
                  <a:lnTo>
                    <a:pt x="25442" y="16974"/>
                  </a:lnTo>
                  <a:lnTo>
                    <a:pt x="32508" y="12507"/>
                  </a:lnTo>
                  <a:lnTo>
                    <a:pt x="39575" y="8576"/>
                  </a:lnTo>
                  <a:lnTo>
                    <a:pt x="46172" y="6432"/>
                  </a:lnTo>
                  <a:lnTo>
                    <a:pt x="53238" y="2144"/>
                  </a:lnTo>
                  <a:lnTo>
                    <a:pt x="62661" y="2144"/>
                  </a:lnTo>
                  <a:lnTo>
                    <a:pt x="72084" y="0"/>
                  </a:lnTo>
                  <a:lnTo>
                    <a:pt x="81037" y="0"/>
                  </a:lnTo>
                  <a:lnTo>
                    <a:pt x="473971" y="0"/>
                  </a:lnTo>
                  <a:lnTo>
                    <a:pt x="483396" y="0"/>
                  </a:lnTo>
                  <a:lnTo>
                    <a:pt x="492338" y="0"/>
                  </a:lnTo>
                  <a:lnTo>
                    <a:pt x="501762" y="2144"/>
                  </a:lnTo>
                  <a:lnTo>
                    <a:pt x="508831" y="6432"/>
                  </a:lnTo>
                  <a:lnTo>
                    <a:pt x="518255" y="8576"/>
                  </a:lnTo>
                  <a:lnTo>
                    <a:pt x="522504" y="12507"/>
                  </a:lnTo>
                  <a:lnTo>
                    <a:pt x="529573" y="16974"/>
                  </a:lnTo>
                  <a:lnTo>
                    <a:pt x="534285" y="21262"/>
                  </a:lnTo>
                  <a:lnTo>
                    <a:pt x="538978" y="27873"/>
                  </a:lnTo>
                  <a:lnTo>
                    <a:pt x="543690" y="34305"/>
                  </a:lnTo>
                  <a:lnTo>
                    <a:pt x="548402" y="38772"/>
                  </a:lnTo>
                  <a:lnTo>
                    <a:pt x="550758" y="44847"/>
                  </a:lnTo>
                  <a:lnTo>
                    <a:pt x="553115" y="51279"/>
                  </a:lnTo>
                  <a:lnTo>
                    <a:pt x="555007" y="57890"/>
                  </a:lnTo>
                  <a:lnTo>
                    <a:pt x="555007" y="64501"/>
                  </a:lnTo>
                  <a:lnTo>
                    <a:pt x="555007" y="70934"/>
                  </a:lnTo>
                  <a:lnTo>
                    <a:pt x="555007" y="437933"/>
                  </a:lnTo>
                  <a:lnTo>
                    <a:pt x="555007" y="444544"/>
                  </a:lnTo>
                  <a:lnTo>
                    <a:pt x="555007" y="448832"/>
                  </a:lnTo>
                  <a:lnTo>
                    <a:pt x="550758" y="457587"/>
                  </a:lnTo>
                  <a:lnTo>
                    <a:pt x="546046" y="465985"/>
                  </a:lnTo>
                  <a:lnTo>
                    <a:pt x="541334" y="472417"/>
                  </a:lnTo>
                  <a:lnTo>
                    <a:pt x="531929" y="476884"/>
                  </a:lnTo>
                  <a:lnTo>
                    <a:pt x="524860" y="479028"/>
                  </a:lnTo>
                  <a:lnTo>
                    <a:pt x="518255" y="481173"/>
                  </a:lnTo>
                  <a:lnTo>
                    <a:pt x="508831" y="483317"/>
                  </a:lnTo>
                  <a:lnTo>
                    <a:pt x="501762" y="481173"/>
                  </a:lnTo>
                  <a:lnTo>
                    <a:pt x="492338" y="479028"/>
                  </a:lnTo>
                  <a:lnTo>
                    <a:pt x="485269" y="476884"/>
                  </a:lnTo>
                  <a:lnTo>
                    <a:pt x="478684" y="470273"/>
                  </a:lnTo>
                  <a:lnTo>
                    <a:pt x="471615" y="463662"/>
                  </a:lnTo>
                  <a:lnTo>
                    <a:pt x="466903" y="457587"/>
                  </a:lnTo>
                  <a:lnTo>
                    <a:pt x="462191" y="448832"/>
                  </a:lnTo>
                  <a:lnTo>
                    <a:pt x="462191" y="444544"/>
                  </a:lnTo>
                  <a:lnTo>
                    <a:pt x="462191" y="437933"/>
                  </a:lnTo>
                  <a:lnTo>
                    <a:pt x="462191" y="98807"/>
                  </a:lnTo>
                  <a:lnTo>
                    <a:pt x="462191" y="674321"/>
                  </a:lnTo>
                  <a:lnTo>
                    <a:pt x="489982" y="674321"/>
                  </a:lnTo>
                  <a:lnTo>
                    <a:pt x="497050" y="674321"/>
                  </a:lnTo>
                  <a:lnTo>
                    <a:pt x="504118" y="674321"/>
                  </a:lnTo>
                  <a:lnTo>
                    <a:pt x="515899" y="678609"/>
                  </a:lnTo>
                  <a:lnTo>
                    <a:pt x="522504" y="682897"/>
                  </a:lnTo>
                  <a:lnTo>
                    <a:pt x="529573" y="689508"/>
                  </a:lnTo>
                  <a:lnTo>
                    <a:pt x="536622" y="695583"/>
                  </a:lnTo>
                  <a:lnTo>
                    <a:pt x="538978" y="702194"/>
                  </a:lnTo>
                  <a:lnTo>
                    <a:pt x="541334" y="710949"/>
                  </a:lnTo>
                  <a:lnTo>
                    <a:pt x="543690" y="717382"/>
                  </a:lnTo>
                  <a:lnTo>
                    <a:pt x="543690" y="725779"/>
                  </a:lnTo>
                  <a:lnTo>
                    <a:pt x="541334" y="734356"/>
                  </a:lnTo>
                  <a:lnTo>
                    <a:pt x="504118" y="760085"/>
                  </a:lnTo>
                  <a:lnTo>
                    <a:pt x="497050" y="760085"/>
                  </a:lnTo>
                  <a:lnTo>
                    <a:pt x="489982" y="760085"/>
                  </a:lnTo>
                  <a:lnTo>
                    <a:pt x="292587" y="760085"/>
                  </a:lnTo>
                  <a:lnTo>
                    <a:pt x="292587" y="427570"/>
                  </a:lnTo>
                  <a:lnTo>
                    <a:pt x="292587" y="423103"/>
                  </a:lnTo>
                  <a:lnTo>
                    <a:pt x="292587" y="420959"/>
                  </a:lnTo>
                  <a:lnTo>
                    <a:pt x="290231" y="418815"/>
                  </a:lnTo>
                  <a:lnTo>
                    <a:pt x="287875" y="416671"/>
                  </a:lnTo>
                  <a:lnTo>
                    <a:pt x="283163" y="412204"/>
                  </a:lnTo>
                  <a:lnTo>
                    <a:pt x="276558" y="412204"/>
                  </a:lnTo>
                  <a:lnTo>
                    <a:pt x="271846" y="412204"/>
                  </a:lnTo>
                  <a:lnTo>
                    <a:pt x="267133" y="416671"/>
                  </a:lnTo>
                  <a:lnTo>
                    <a:pt x="262421" y="420959"/>
                  </a:lnTo>
                  <a:lnTo>
                    <a:pt x="262421" y="423103"/>
                  </a:lnTo>
                  <a:lnTo>
                    <a:pt x="262421" y="427570"/>
                  </a:lnTo>
                  <a:lnTo>
                    <a:pt x="262421" y="760085"/>
                  </a:lnTo>
                  <a:lnTo>
                    <a:pt x="65017" y="760085"/>
                  </a:lnTo>
                  <a:lnTo>
                    <a:pt x="53238" y="760085"/>
                  </a:lnTo>
                  <a:lnTo>
                    <a:pt x="41931" y="757941"/>
                  </a:lnTo>
                  <a:lnTo>
                    <a:pt x="13663" y="725779"/>
                  </a:lnTo>
                  <a:lnTo>
                    <a:pt x="13663" y="717382"/>
                  </a:lnTo>
                  <a:lnTo>
                    <a:pt x="13663" y="708626"/>
                  </a:lnTo>
                  <a:lnTo>
                    <a:pt x="16019" y="700050"/>
                  </a:lnTo>
                  <a:lnTo>
                    <a:pt x="20729" y="693796"/>
                  </a:lnTo>
                  <a:lnTo>
                    <a:pt x="27798" y="687364"/>
                  </a:lnTo>
                  <a:lnTo>
                    <a:pt x="34864" y="680753"/>
                  </a:lnTo>
                  <a:lnTo>
                    <a:pt x="43816" y="676465"/>
                  </a:lnTo>
                  <a:lnTo>
                    <a:pt x="53238" y="674321"/>
                  </a:lnTo>
                  <a:lnTo>
                    <a:pt x="65017" y="674321"/>
                  </a:lnTo>
                  <a:lnTo>
                    <a:pt x="92814" y="674321"/>
                  </a:lnTo>
                  <a:lnTo>
                    <a:pt x="92814" y="98807"/>
                  </a:lnTo>
                </a:path>
              </a:pathLst>
            </a:custGeom>
            <a:ln w="183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/>
          <p:nvPr/>
        </p:nvSpPr>
        <p:spPr>
          <a:xfrm>
            <a:off x="2594825" y="1721850"/>
            <a:ext cx="950594" cy="2540"/>
          </a:xfrm>
          <a:custGeom>
            <a:avLst/>
            <a:gdLst/>
            <a:ahLst/>
            <a:cxnLst/>
            <a:rect l="l" t="t" r="r" b="b"/>
            <a:pathLst>
              <a:path w="950595" h="2539">
                <a:moveTo>
                  <a:pt x="950296" y="0"/>
                </a:moveTo>
                <a:lnTo>
                  <a:pt x="0" y="0"/>
                </a:lnTo>
                <a:lnTo>
                  <a:pt x="0" y="2179"/>
                </a:lnTo>
                <a:lnTo>
                  <a:pt x="950296" y="2179"/>
                </a:lnTo>
                <a:lnTo>
                  <a:pt x="950296" y="0"/>
                </a:lnTo>
                <a:close/>
              </a:path>
            </a:pathLst>
          </a:custGeom>
          <a:solidFill>
            <a:srgbClr val="000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582125" y="1456825"/>
            <a:ext cx="4260850" cy="86360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400" b="1" spc="50" dirty="0">
                <a:latin typeface="Arial"/>
                <a:cs typeface="Arial"/>
              </a:rPr>
              <a:t>Customer:</a:t>
            </a:r>
            <a:endParaRPr sz="1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100" spc="55" dirty="0">
                <a:latin typeface="Arial MT"/>
                <a:cs typeface="Arial MT"/>
              </a:rPr>
              <a:t>Requires </a:t>
            </a:r>
            <a:r>
              <a:rPr sz="1100" spc="65" dirty="0">
                <a:latin typeface="Arial MT"/>
                <a:cs typeface="Arial MT"/>
              </a:rPr>
              <a:t>a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spc="65" dirty="0">
                <a:latin typeface="Arial MT"/>
                <a:cs typeface="Arial MT"/>
              </a:rPr>
              <a:t>computer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spc="55" dirty="0">
                <a:latin typeface="Arial MT"/>
                <a:cs typeface="Arial MT"/>
              </a:rPr>
              <a:t>system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spc="55" dirty="0">
                <a:latin typeface="Arial MT"/>
                <a:cs typeface="Arial MT"/>
              </a:rPr>
              <a:t>to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i="1" spc="55" dirty="0">
                <a:latin typeface="Arial"/>
                <a:cs typeface="Arial"/>
              </a:rPr>
              <a:t>achieve</a:t>
            </a:r>
            <a:r>
              <a:rPr sz="1100" i="1" spc="45" dirty="0">
                <a:latin typeface="Arial"/>
                <a:cs typeface="Arial"/>
              </a:rPr>
              <a:t> </a:t>
            </a:r>
            <a:r>
              <a:rPr sz="1100" i="1" spc="70" dirty="0">
                <a:latin typeface="Arial"/>
                <a:cs typeface="Arial"/>
              </a:rPr>
              <a:t>some</a:t>
            </a:r>
            <a:r>
              <a:rPr sz="1100" i="1" spc="45" dirty="0">
                <a:latin typeface="Arial"/>
                <a:cs typeface="Arial"/>
              </a:rPr>
              <a:t> </a:t>
            </a:r>
            <a:r>
              <a:rPr sz="1100" i="1" spc="55" dirty="0">
                <a:latin typeface="Arial"/>
                <a:cs typeface="Arial"/>
              </a:rPr>
              <a:t>business</a:t>
            </a:r>
            <a:r>
              <a:rPr sz="1100" i="1" spc="60" dirty="0">
                <a:latin typeface="Arial"/>
                <a:cs typeface="Arial"/>
              </a:rPr>
              <a:t> </a:t>
            </a:r>
            <a:r>
              <a:rPr sz="1100" i="1" spc="45" dirty="0">
                <a:latin typeface="Arial"/>
                <a:cs typeface="Arial"/>
              </a:rPr>
              <a:t>goals</a:t>
            </a:r>
            <a:endParaRPr sz="1100" dirty="0">
              <a:latin typeface="Arial"/>
              <a:cs typeface="Arial"/>
            </a:endParaRPr>
          </a:p>
          <a:p>
            <a:pPr marL="12700" marR="533400">
              <a:lnSpc>
                <a:spcPct val="102400"/>
              </a:lnSpc>
              <a:spcBef>
                <a:spcPts val="70"/>
              </a:spcBef>
            </a:pPr>
            <a:r>
              <a:rPr sz="1100" spc="60" dirty="0">
                <a:latin typeface="Arial MT"/>
                <a:cs typeface="Arial MT"/>
              </a:rPr>
              <a:t>by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spc="60" dirty="0">
                <a:latin typeface="Arial MT"/>
                <a:cs typeface="Arial MT"/>
              </a:rPr>
              <a:t>user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spc="50" dirty="0">
                <a:latin typeface="Arial MT"/>
                <a:cs typeface="Arial MT"/>
              </a:rPr>
              <a:t>interaction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spc="50" dirty="0">
                <a:latin typeface="Arial MT"/>
                <a:cs typeface="Arial MT"/>
              </a:rPr>
              <a:t>or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spc="50" dirty="0">
                <a:latin typeface="Arial MT"/>
                <a:cs typeface="Arial MT"/>
              </a:rPr>
              <a:t>interaction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spc="50" dirty="0">
                <a:latin typeface="Arial MT"/>
                <a:cs typeface="Arial MT"/>
              </a:rPr>
              <a:t>with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spc="55" dirty="0">
                <a:latin typeface="Arial MT"/>
                <a:cs typeface="Arial MT"/>
              </a:rPr>
              <a:t>the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spc="50" dirty="0">
                <a:latin typeface="Arial MT"/>
                <a:cs typeface="Arial MT"/>
              </a:rPr>
              <a:t>environment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spc="65" dirty="0">
                <a:latin typeface="Arial MT"/>
                <a:cs typeface="Arial MT"/>
              </a:rPr>
              <a:t>a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spc="50" dirty="0">
                <a:latin typeface="Arial MT"/>
                <a:cs typeface="Arial MT"/>
              </a:rPr>
              <a:t>specified</a:t>
            </a:r>
            <a:r>
              <a:rPr sz="1100" spc="55" dirty="0">
                <a:latin typeface="Arial MT"/>
                <a:cs typeface="Arial MT"/>
              </a:rPr>
              <a:t> manner</a:t>
            </a:r>
            <a:endParaRPr sz="1100" dirty="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63606" y="2729651"/>
            <a:ext cx="2195830" cy="1355725"/>
          </a:xfrm>
          <a:prstGeom prst="rect">
            <a:avLst/>
          </a:prstGeom>
          <a:ln w="28591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320"/>
              </a:spcBef>
            </a:pPr>
            <a:r>
              <a:rPr sz="1400" b="1" spc="55" dirty="0">
                <a:latin typeface="Arial"/>
                <a:cs typeface="Arial"/>
              </a:rPr>
              <a:t>System-to-</a:t>
            </a:r>
            <a:r>
              <a:rPr sz="1400" b="1" spc="45" dirty="0">
                <a:latin typeface="Arial"/>
                <a:cs typeface="Arial"/>
              </a:rPr>
              <a:t>be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400">
              <a:latin typeface="Arial"/>
              <a:cs typeface="Arial"/>
            </a:endParaRPr>
          </a:p>
          <a:p>
            <a:pPr marL="496570">
              <a:lnSpc>
                <a:spcPct val="100000"/>
              </a:lnSpc>
            </a:pPr>
            <a:r>
              <a:rPr sz="1400" b="1" spc="55" dirty="0">
                <a:latin typeface="Arial"/>
                <a:cs typeface="Arial"/>
              </a:rPr>
              <a:t>Software-to-</a:t>
            </a:r>
            <a:r>
              <a:rPr sz="1400" b="1" spc="45" dirty="0">
                <a:latin typeface="Arial"/>
                <a:cs typeface="Arial"/>
              </a:rPr>
              <a:t>be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29722" y="3496337"/>
            <a:ext cx="4540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40" dirty="0">
                <a:latin typeface="Arial"/>
                <a:cs typeface="Arial"/>
              </a:rPr>
              <a:t>User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23" name="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80712" y="5283564"/>
            <a:ext cx="2453353" cy="1344811"/>
          </a:xfrm>
          <a:prstGeom prst="rect">
            <a:avLst/>
          </a:prstGeom>
        </p:spPr>
      </p:pic>
      <p:sp>
        <p:nvSpPr>
          <p:cNvPr id="24" name="object 24"/>
          <p:cNvSpPr/>
          <p:nvPr/>
        </p:nvSpPr>
        <p:spPr>
          <a:xfrm>
            <a:off x="4577014" y="4965364"/>
            <a:ext cx="2339975" cy="2540"/>
          </a:xfrm>
          <a:custGeom>
            <a:avLst/>
            <a:gdLst/>
            <a:ahLst/>
            <a:cxnLst/>
            <a:rect l="l" t="t" r="r" b="b"/>
            <a:pathLst>
              <a:path w="2339975" h="2539">
                <a:moveTo>
                  <a:pt x="2339723" y="0"/>
                </a:moveTo>
                <a:lnTo>
                  <a:pt x="0" y="0"/>
                </a:lnTo>
                <a:lnTo>
                  <a:pt x="0" y="2179"/>
                </a:lnTo>
                <a:lnTo>
                  <a:pt x="2339723" y="2179"/>
                </a:lnTo>
                <a:lnTo>
                  <a:pt x="2339723" y="0"/>
                </a:lnTo>
                <a:close/>
              </a:path>
            </a:pathLst>
          </a:custGeom>
          <a:solidFill>
            <a:srgbClr val="000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564314" y="4703240"/>
            <a:ext cx="4573905" cy="858519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1400" b="1" spc="60" dirty="0">
                <a:latin typeface="Arial"/>
                <a:cs typeface="Arial"/>
              </a:rPr>
              <a:t>Software</a:t>
            </a:r>
            <a:r>
              <a:rPr sz="1400" b="1" spc="40" dirty="0">
                <a:latin typeface="Arial"/>
                <a:cs typeface="Arial"/>
              </a:rPr>
              <a:t> </a:t>
            </a:r>
            <a:r>
              <a:rPr sz="1400" b="1" spc="55" dirty="0">
                <a:latin typeface="Arial"/>
                <a:cs typeface="Arial"/>
              </a:rPr>
              <a:t>Engineer’s</a:t>
            </a:r>
            <a:r>
              <a:rPr sz="1400" b="1" spc="45" dirty="0">
                <a:latin typeface="Arial"/>
                <a:cs typeface="Arial"/>
              </a:rPr>
              <a:t> </a:t>
            </a:r>
            <a:r>
              <a:rPr sz="1400" b="1" spc="30" dirty="0">
                <a:latin typeface="Arial"/>
                <a:cs typeface="Arial"/>
              </a:rPr>
              <a:t>task: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1100" spc="60" dirty="0">
                <a:latin typeface="Arial MT"/>
                <a:cs typeface="Arial MT"/>
              </a:rPr>
              <a:t>To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b="1" i="1" spc="60" dirty="0">
                <a:latin typeface="Arial"/>
                <a:cs typeface="Arial"/>
              </a:rPr>
              <a:t>understand</a:t>
            </a:r>
            <a:r>
              <a:rPr sz="1100" b="1" i="1" spc="65" dirty="0">
                <a:latin typeface="Arial"/>
                <a:cs typeface="Arial"/>
              </a:rPr>
              <a:t> </a:t>
            </a:r>
            <a:r>
              <a:rPr sz="1100" b="1" i="1" spc="70" dirty="0">
                <a:latin typeface="Arial"/>
                <a:cs typeface="Arial"/>
              </a:rPr>
              <a:t>how </a:t>
            </a:r>
            <a:r>
              <a:rPr sz="1100" spc="55" dirty="0">
                <a:latin typeface="Arial MT"/>
                <a:cs typeface="Arial MT"/>
              </a:rPr>
              <a:t>the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spc="55" dirty="0">
                <a:latin typeface="Arial MT"/>
                <a:cs typeface="Arial MT"/>
              </a:rPr>
              <a:t>system-</a:t>
            </a:r>
            <a:r>
              <a:rPr sz="1100" dirty="0">
                <a:latin typeface="Arial MT"/>
                <a:cs typeface="Arial MT"/>
              </a:rPr>
              <a:t>to-</a:t>
            </a:r>
            <a:r>
              <a:rPr sz="1100" spc="60" dirty="0">
                <a:latin typeface="Arial MT"/>
                <a:cs typeface="Arial MT"/>
              </a:rPr>
              <a:t>be</a:t>
            </a:r>
            <a:r>
              <a:rPr sz="1100" spc="80" dirty="0">
                <a:latin typeface="Arial MT"/>
                <a:cs typeface="Arial MT"/>
              </a:rPr>
              <a:t> </a:t>
            </a:r>
            <a:r>
              <a:rPr sz="1100" spc="65" dirty="0">
                <a:latin typeface="Arial MT"/>
                <a:cs typeface="Arial MT"/>
              </a:rPr>
              <a:t>needs </a:t>
            </a:r>
            <a:r>
              <a:rPr sz="1100" spc="55" dirty="0">
                <a:latin typeface="Arial MT"/>
                <a:cs typeface="Arial MT"/>
              </a:rPr>
              <a:t>to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spc="50" dirty="0">
                <a:latin typeface="Arial MT"/>
                <a:cs typeface="Arial MT"/>
              </a:rPr>
              <a:t>interact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with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02400"/>
              </a:lnSpc>
              <a:spcBef>
                <a:spcPts val="70"/>
              </a:spcBef>
            </a:pPr>
            <a:r>
              <a:rPr sz="1100" spc="55" dirty="0">
                <a:latin typeface="Arial MT"/>
                <a:cs typeface="Arial MT"/>
              </a:rPr>
              <a:t>the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spc="60" dirty="0">
                <a:latin typeface="Arial MT"/>
                <a:cs typeface="Arial MT"/>
              </a:rPr>
              <a:t>user</a:t>
            </a:r>
            <a:r>
              <a:rPr sz="1100" spc="50" dirty="0">
                <a:latin typeface="Arial MT"/>
                <a:cs typeface="Arial MT"/>
              </a:rPr>
              <a:t> or </a:t>
            </a:r>
            <a:r>
              <a:rPr sz="1100" spc="55" dirty="0">
                <a:latin typeface="Arial MT"/>
                <a:cs typeface="Arial MT"/>
              </a:rPr>
              <a:t>the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spc="60" dirty="0">
                <a:latin typeface="Arial MT"/>
                <a:cs typeface="Arial MT"/>
              </a:rPr>
              <a:t>environment </a:t>
            </a:r>
            <a:r>
              <a:rPr sz="1100" spc="65" dirty="0">
                <a:latin typeface="Arial MT"/>
                <a:cs typeface="Arial MT"/>
              </a:rPr>
              <a:t>so</a:t>
            </a:r>
            <a:r>
              <a:rPr sz="1100" spc="50" dirty="0">
                <a:latin typeface="Arial MT"/>
                <a:cs typeface="Arial MT"/>
              </a:rPr>
              <a:t> that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spc="50" dirty="0">
                <a:latin typeface="Arial MT"/>
                <a:cs typeface="Arial MT"/>
              </a:rPr>
              <a:t>customer’s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spc="55" dirty="0">
                <a:latin typeface="Arial MT"/>
                <a:cs typeface="Arial MT"/>
              </a:rPr>
              <a:t>requirement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is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spc="40" dirty="0">
                <a:latin typeface="Arial MT"/>
                <a:cs typeface="Arial MT"/>
              </a:rPr>
              <a:t>met </a:t>
            </a:r>
            <a:r>
              <a:rPr sz="1100" spc="60" dirty="0">
                <a:latin typeface="Arial MT"/>
                <a:cs typeface="Arial MT"/>
              </a:rPr>
              <a:t>and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b="1" i="1" spc="60" dirty="0">
                <a:latin typeface="Arial"/>
                <a:cs typeface="Arial"/>
              </a:rPr>
              <a:t>design </a:t>
            </a:r>
            <a:r>
              <a:rPr sz="1100" spc="55" dirty="0">
                <a:latin typeface="Arial MT"/>
                <a:cs typeface="Arial MT"/>
              </a:rPr>
              <a:t>the </a:t>
            </a:r>
            <a:r>
              <a:rPr sz="1100" spc="50" dirty="0">
                <a:latin typeface="Arial MT"/>
                <a:cs typeface="Arial MT"/>
              </a:rPr>
              <a:t>software-to-</a:t>
            </a:r>
            <a:r>
              <a:rPr sz="1100" spc="35" dirty="0">
                <a:latin typeface="Arial MT"/>
                <a:cs typeface="Arial MT"/>
              </a:rPr>
              <a:t>be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577014" y="5607881"/>
            <a:ext cx="4528820" cy="0"/>
          </a:xfrm>
          <a:custGeom>
            <a:avLst/>
            <a:gdLst/>
            <a:ahLst/>
            <a:cxnLst/>
            <a:rect l="l" t="t" r="r" b="b"/>
            <a:pathLst>
              <a:path w="4528820">
                <a:moveTo>
                  <a:pt x="0" y="0"/>
                </a:moveTo>
                <a:lnTo>
                  <a:pt x="4528615" y="0"/>
                </a:lnTo>
              </a:path>
            </a:pathLst>
          </a:custGeom>
          <a:ln w="87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507542" y="5734676"/>
            <a:ext cx="18357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55" dirty="0">
                <a:latin typeface="Arial"/>
                <a:cs typeface="Arial"/>
              </a:rPr>
              <a:t>Programmer’s</a:t>
            </a:r>
            <a:r>
              <a:rPr sz="1400" b="1" spc="75" dirty="0">
                <a:latin typeface="Arial"/>
                <a:cs typeface="Arial"/>
              </a:rPr>
              <a:t> </a:t>
            </a:r>
            <a:r>
              <a:rPr sz="1400" b="1" spc="40" dirty="0">
                <a:latin typeface="Arial"/>
                <a:cs typeface="Arial"/>
              </a:rPr>
              <a:t>task:</a:t>
            </a:r>
            <a:endParaRPr sz="14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520242" y="5944845"/>
            <a:ext cx="1793875" cy="2540"/>
          </a:xfrm>
          <a:custGeom>
            <a:avLst/>
            <a:gdLst/>
            <a:ahLst/>
            <a:cxnLst/>
            <a:rect l="l" t="t" r="r" b="b"/>
            <a:pathLst>
              <a:path w="1793875" h="2539">
                <a:moveTo>
                  <a:pt x="1793640" y="0"/>
                </a:moveTo>
                <a:lnTo>
                  <a:pt x="0" y="0"/>
                </a:lnTo>
                <a:lnTo>
                  <a:pt x="0" y="2179"/>
                </a:lnTo>
                <a:lnTo>
                  <a:pt x="1793640" y="2179"/>
                </a:lnTo>
                <a:lnTo>
                  <a:pt x="1793640" y="0"/>
                </a:lnTo>
                <a:close/>
              </a:path>
            </a:pathLst>
          </a:custGeom>
          <a:solidFill>
            <a:srgbClr val="000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507542" y="5990563"/>
            <a:ext cx="2416810" cy="37909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080">
              <a:lnSpc>
                <a:spcPct val="107600"/>
              </a:lnSpc>
              <a:spcBef>
                <a:spcPts val="30"/>
              </a:spcBef>
            </a:pPr>
            <a:r>
              <a:rPr sz="1100" spc="60" dirty="0">
                <a:latin typeface="Arial MT"/>
                <a:cs typeface="Arial MT"/>
              </a:rPr>
              <a:t>To</a:t>
            </a:r>
            <a:r>
              <a:rPr sz="1100" spc="95" dirty="0">
                <a:latin typeface="Arial MT"/>
                <a:cs typeface="Arial MT"/>
              </a:rPr>
              <a:t> </a:t>
            </a:r>
            <a:r>
              <a:rPr sz="1100" b="1" i="1" spc="65" dirty="0">
                <a:latin typeface="Arial"/>
                <a:cs typeface="Arial"/>
              </a:rPr>
              <a:t>implement</a:t>
            </a:r>
            <a:r>
              <a:rPr sz="1100" b="1" i="1" spc="95" dirty="0">
                <a:latin typeface="Arial"/>
                <a:cs typeface="Arial"/>
              </a:rPr>
              <a:t> </a:t>
            </a:r>
            <a:r>
              <a:rPr sz="1100" spc="55" dirty="0">
                <a:latin typeface="Arial MT"/>
                <a:cs typeface="Arial MT"/>
              </a:rPr>
              <a:t>the</a:t>
            </a:r>
            <a:r>
              <a:rPr sz="1100" spc="95" dirty="0">
                <a:latin typeface="Arial MT"/>
                <a:cs typeface="Arial MT"/>
              </a:rPr>
              <a:t> </a:t>
            </a:r>
            <a:r>
              <a:rPr sz="1100" spc="50" dirty="0">
                <a:latin typeface="Arial MT"/>
                <a:cs typeface="Arial MT"/>
              </a:rPr>
              <a:t>software-</a:t>
            </a:r>
            <a:r>
              <a:rPr sz="1100" dirty="0">
                <a:latin typeface="Arial MT"/>
                <a:cs typeface="Arial MT"/>
              </a:rPr>
              <a:t>to-</a:t>
            </a:r>
            <a:r>
              <a:rPr sz="1100" spc="55" dirty="0">
                <a:latin typeface="Arial MT"/>
                <a:cs typeface="Arial MT"/>
              </a:rPr>
              <a:t>be designed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spc="60" dirty="0">
                <a:latin typeface="Arial MT"/>
                <a:cs typeface="Arial MT"/>
              </a:rPr>
              <a:t>by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spc="60" dirty="0">
                <a:latin typeface="Arial MT"/>
                <a:cs typeface="Arial MT"/>
              </a:rPr>
              <a:t>the</a:t>
            </a:r>
            <a:r>
              <a:rPr sz="1100" spc="55" dirty="0">
                <a:latin typeface="Arial MT"/>
                <a:cs typeface="Arial MT"/>
              </a:rPr>
              <a:t> software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spc="45" dirty="0">
                <a:latin typeface="Arial MT"/>
                <a:cs typeface="Arial MT"/>
              </a:rPr>
              <a:t>engineer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495643" y="6263038"/>
            <a:ext cx="3420745" cy="365760"/>
            <a:chOff x="4495643" y="6263038"/>
            <a:chExt cx="3420745" cy="365760"/>
          </a:xfrm>
        </p:grpSpPr>
        <p:sp>
          <p:nvSpPr>
            <p:cNvPr id="31" name="object 31"/>
            <p:cNvSpPr/>
            <p:nvPr/>
          </p:nvSpPr>
          <p:spPr>
            <a:xfrm>
              <a:off x="4497833" y="6265228"/>
              <a:ext cx="1577975" cy="361315"/>
            </a:xfrm>
            <a:custGeom>
              <a:avLst/>
              <a:gdLst/>
              <a:ahLst/>
              <a:cxnLst/>
              <a:rect l="l" t="t" r="r" b="b"/>
              <a:pathLst>
                <a:path w="1577975" h="361315">
                  <a:moveTo>
                    <a:pt x="0" y="0"/>
                  </a:moveTo>
                  <a:lnTo>
                    <a:pt x="587876" y="360926"/>
                  </a:lnTo>
                  <a:lnTo>
                    <a:pt x="1577840" y="154304"/>
                  </a:lnTo>
                </a:path>
              </a:pathLst>
            </a:custGeom>
            <a:ln w="43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520242" y="6417799"/>
              <a:ext cx="2395855" cy="0"/>
            </a:xfrm>
            <a:custGeom>
              <a:avLst/>
              <a:gdLst/>
              <a:ahLst/>
              <a:cxnLst/>
              <a:rect l="l" t="t" r="r" b="b"/>
              <a:pathLst>
                <a:path w="2395854">
                  <a:moveTo>
                    <a:pt x="0" y="0"/>
                  </a:moveTo>
                  <a:lnTo>
                    <a:pt x="2395730" y="0"/>
                  </a:lnTo>
                </a:path>
              </a:pathLst>
            </a:custGeom>
            <a:ln w="87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/>
          <p:nvPr/>
        </p:nvSpPr>
        <p:spPr>
          <a:xfrm>
            <a:off x="7204882" y="2901322"/>
            <a:ext cx="1903095" cy="988694"/>
          </a:xfrm>
          <a:custGeom>
            <a:avLst/>
            <a:gdLst/>
            <a:ahLst/>
            <a:cxnLst/>
            <a:rect l="l" t="t" r="r" b="b"/>
            <a:pathLst>
              <a:path w="1903095" h="988695">
                <a:moveTo>
                  <a:pt x="1240642" y="861394"/>
                </a:moveTo>
                <a:lnTo>
                  <a:pt x="1226930" y="868005"/>
                </a:lnTo>
                <a:lnTo>
                  <a:pt x="1212832" y="876224"/>
                </a:lnTo>
                <a:lnTo>
                  <a:pt x="1196223" y="887123"/>
                </a:lnTo>
                <a:lnTo>
                  <a:pt x="1180194" y="895878"/>
                </a:lnTo>
                <a:lnTo>
                  <a:pt x="1163778" y="904097"/>
                </a:lnTo>
                <a:lnTo>
                  <a:pt x="1145431" y="912853"/>
                </a:lnTo>
                <a:lnTo>
                  <a:pt x="1129015" y="921608"/>
                </a:lnTo>
                <a:lnTo>
                  <a:pt x="1110475" y="928040"/>
                </a:lnTo>
                <a:lnTo>
                  <a:pt x="1105840" y="928040"/>
                </a:lnTo>
                <a:lnTo>
                  <a:pt x="1098694" y="930184"/>
                </a:lnTo>
                <a:lnTo>
                  <a:pt x="1055048" y="942870"/>
                </a:lnTo>
                <a:lnTo>
                  <a:pt x="1017774" y="951625"/>
                </a:lnTo>
                <a:lnTo>
                  <a:pt x="996531" y="958236"/>
                </a:lnTo>
                <a:lnTo>
                  <a:pt x="975866" y="962167"/>
                </a:lnTo>
                <a:lnTo>
                  <a:pt x="933958" y="970743"/>
                </a:lnTo>
                <a:lnTo>
                  <a:pt x="913100" y="975210"/>
                </a:lnTo>
                <a:lnTo>
                  <a:pt x="891856" y="979499"/>
                </a:lnTo>
                <a:lnTo>
                  <a:pt x="871192" y="981643"/>
                </a:lnTo>
                <a:lnTo>
                  <a:pt x="852845" y="983965"/>
                </a:lnTo>
                <a:lnTo>
                  <a:pt x="833918" y="983965"/>
                </a:lnTo>
                <a:lnTo>
                  <a:pt x="771345" y="983965"/>
                </a:lnTo>
                <a:lnTo>
                  <a:pt x="759565" y="986110"/>
                </a:lnTo>
                <a:lnTo>
                  <a:pt x="748170" y="986110"/>
                </a:lnTo>
                <a:lnTo>
                  <a:pt x="734072" y="986110"/>
                </a:lnTo>
                <a:lnTo>
                  <a:pt x="708579" y="988254"/>
                </a:lnTo>
                <a:lnTo>
                  <a:pt x="678452" y="988254"/>
                </a:lnTo>
                <a:lnTo>
                  <a:pt x="648324" y="988254"/>
                </a:lnTo>
                <a:lnTo>
                  <a:pt x="615879" y="988254"/>
                </a:lnTo>
                <a:lnTo>
                  <a:pt x="580923" y="986110"/>
                </a:lnTo>
                <a:lnTo>
                  <a:pt x="543843" y="981643"/>
                </a:lnTo>
                <a:lnTo>
                  <a:pt x="506569" y="977354"/>
                </a:lnTo>
                <a:lnTo>
                  <a:pt x="487643" y="973066"/>
                </a:lnTo>
                <a:lnTo>
                  <a:pt x="469296" y="970743"/>
                </a:lnTo>
                <a:lnTo>
                  <a:pt x="448052" y="966455"/>
                </a:lnTo>
                <a:lnTo>
                  <a:pt x="427388" y="960380"/>
                </a:lnTo>
                <a:lnTo>
                  <a:pt x="409041" y="955913"/>
                </a:lnTo>
                <a:lnTo>
                  <a:pt x="387797" y="949481"/>
                </a:lnTo>
                <a:lnTo>
                  <a:pt x="367132" y="942870"/>
                </a:lnTo>
                <a:lnTo>
                  <a:pt x="345888" y="934115"/>
                </a:lnTo>
                <a:lnTo>
                  <a:pt x="322713" y="925896"/>
                </a:lnTo>
                <a:lnTo>
                  <a:pt x="302049" y="917141"/>
                </a:lnTo>
                <a:lnTo>
                  <a:pt x="280805" y="906242"/>
                </a:lnTo>
                <a:lnTo>
                  <a:pt x="262458" y="898023"/>
                </a:lnTo>
                <a:lnTo>
                  <a:pt x="243725" y="887123"/>
                </a:lnTo>
                <a:lnTo>
                  <a:pt x="225378" y="876224"/>
                </a:lnTo>
                <a:lnTo>
                  <a:pt x="208769" y="865682"/>
                </a:lnTo>
                <a:lnTo>
                  <a:pt x="195057" y="854783"/>
                </a:lnTo>
                <a:lnTo>
                  <a:pt x="178641" y="842276"/>
                </a:lnTo>
                <a:lnTo>
                  <a:pt x="167247" y="831377"/>
                </a:lnTo>
                <a:lnTo>
                  <a:pt x="153149" y="818155"/>
                </a:lnTo>
                <a:lnTo>
                  <a:pt x="141368" y="807791"/>
                </a:lnTo>
                <a:lnTo>
                  <a:pt x="132484" y="794748"/>
                </a:lnTo>
                <a:lnTo>
                  <a:pt x="120703" y="783849"/>
                </a:lnTo>
                <a:lnTo>
                  <a:pt x="111240" y="771163"/>
                </a:lnTo>
                <a:lnTo>
                  <a:pt x="104674" y="758120"/>
                </a:lnTo>
                <a:lnTo>
                  <a:pt x="95211" y="747578"/>
                </a:lnTo>
                <a:lnTo>
                  <a:pt x="88258" y="734534"/>
                </a:lnTo>
                <a:lnTo>
                  <a:pt x="73967" y="710949"/>
                </a:lnTo>
                <a:lnTo>
                  <a:pt x="62766" y="689687"/>
                </a:lnTo>
                <a:lnTo>
                  <a:pt x="53302" y="665744"/>
                </a:lnTo>
                <a:lnTo>
                  <a:pt x="43839" y="646447"/>
                </a:lnTo>
                <a:lnTo>
                  <a:pt x="37273" y="627329"/>
                </a:lnTo>
                <a:lnTo>
                  <a:pt x="27810" y="607675"/>
                </a:lnTo>
                <a:lnTo>
                  <a:pt x="20857" y="592845"/>
                </a:lnTo>
                <a:lnTo>
                  <a:pt x="16029" y="584090"/>
                </a:lnTo>
                <a:lnTo>
                  <a:pt x="11394" y="577657"/>
                </a:lnTo>
                <a:lnTo>
                  <a:pt x="9076" y="571582"/>
                </a:lnTo>
                <a:lnTo>
                  <a:pt x="4248" y="562827"/>
                </a:lnTo>
                <a:lnTo>
                  <a:pt x="2510" y="554072"/>
                </a:lnTo>
                <a:lnTo>
                  <a:pt x="2510" y="543709"/>
                </a:lnTo>
                <a:lnTo>
                  <a:pt x="0" y="532810"/>
                </a:lnTo>
                <a:lnTo>
                  <a:pt x="0" y="521911"/>
                </a:lnTo>
                <a:lnTo>
                  <a:pt x="2510" y="511369"/>
                </a:lnTo>
                <a:lnTo>
                  <a:pt x="2510" y="498325"/>
                </a:lnTo>
                <a:lnTo>
                  <a:pt x="13711" y="444723"/>
                </a:lnTo>
                <a:lnTo>
                  <a:pt x="32638" y="384509"/>
                </a:lnTo>
                <a:lnTo>
                  <a:pt x="55620" y="324296"/>
                </a:lnTo>
                <a:lnTo>
                  <a:pt x="69718" y="296422"/>
                </a:lnTo>
                <a:lnTo>
                  <a:pt x="81112" y="268549"/>
                </a:lnTo>
                <a:lnTo>
                  <a:pt x="88258" y="255505"/>
                </a:lnTo>
                <a:lnTo>
                  <a:pt x="95211" y="242819"/>
                </a:lnTo>
                <a:lnTo>
                  <a:pt x="102356" y="231920"/>
                </a:lnTo>
                <a:lnTo>
                  <a:pt x="108923" y="218877"/>
                </a:lnTo>
                <a:lnTo>
                  <a:pt x="113558" y="208335"/>
                </a:lnTo>
                <a:lnTo>
                  <a:pt x="120703" y="199759"/>
                </a:lnTo>
                <a:lnTo>
                  <a:pt x="127849" y="191004"/>
                </a:lnTo>
                <a:lnTo>
                  <a:pt x="132484" y="182785"/>
                </a:lnTo>
                <a:lnTo>
                  <a:pt x="143685" y="167418"/>
                </a:lnTo>
                <a:lnTo>
                  <a:pt x="153149" y="154732"/>
                </a:lnTo>
                <a:lnTo>
                  <a:pt x="164929" y="143833"/>
                </a:lnTo>
                <a:lnTo>
                  <a:pt x="176324" y="132934"/>
                </a:lnTo>
                <a:lnTo>
                  <a:pt x="208769" y="109528"/>
                </a:lnTo>
                <a:lnTo>
                  <a:pt x="246042" y="92553"/>
                </a:lnTo>
                <a:lnTo>
                  <a:pt x="257823" y="85942"/>
                </a:lnTo>
                <a:lnTo>
                  <a:pt x="271921" y="79331"/>
                </a:lnTo>
                <a:lnTo>
                  <a:pt x="287951" y="75043"/>
                </a:lnTo>
                <a:lnTo>
                  <a:pt x="302049" y="68968"/>
                </a:lnTo>
                <a:lnTo>
                  <a:pt x="318078" y="60213"/>
                </a:lnTo>
                <a:lnTo>
                  <a:pt x="337005" y="53602"/>
                </a:lnTo>
                <a:lnTo>
                  <a:pt x="355352" y="45026"/>
                </a:lnTo>
                <a:lnTo>
                  <a:pt x="392625" y="34484"/>
                </a:lnTo>
                <a:lnTo>
                  <a:pt x="448052" y="25729"/>
                </a:lnTo>
                <a:lnTo>
                  <a:pt x="469296" y="23585"/>
                </a:lnTo>
                <a:lnTo>
                  <a:pt x="487643" y="23585"/>
                </a:lnTo>
                <a:lnTo>
                  <a:pt x="506569" y="23585"/>
                </a:lnTo>
                <a:lnTo>
                  <a:pt x="527234" y="23585"/>
                </a:lnTo>
                <a:lnTo>
                  <a:pt x="566825" y="25729"/>
                </a:lnTo>
                <a:lnTo>
                  <a:pt x="606416" y="27873"/>
                </a:lnTo>
                <a:lnTo>
                  <a:pt x="646007" y="30196"/>
                </a:lnTo>
                <a:lnTo>
                  <a:pt x="664354" y="30196"/>
                </a:lnTo>
                <a:lnTo>
                  <a:pt x="683280" y="32340"/>
                </a:lnTo>
                <a:lnTo>
                  <a:pt x="699309" y="34484"/>
                </a:lnTo>
                <a:lnTo>
                  <a:pt x="715725" y="36628"/>
                </a:lnTo>
                <a:lnTo>
                  <a:pt x="750681" y="45026"/>
                </a:lnTo>
                <a:lnTo>
                  <a:pt x="783126" y="51458"/>
                </a:lnTo>
                <a:lnTo>
                  <a:pt x="815571" y="60213"/>
                </a:lnTo>
                <a:lnTo>
                  <a:pt x="831601" y="62357"/>
                </a:lnTo>
                <a:lnTo>
                  <a:pt x="850527" y="66824"/>
                </a:lnTo>
                <a:lnTo>
                  <a:pt x="868874" y="68968"/>
                </a:lnTo>
                <a:lnTo>
                  <a:pt x="887801" y="70755"/>
                </a:lnTo>
                <a:lnTo>
                  <a:pt x="906147" y="70755"/>
                </a:lnTo>
                <a:lnTo>
                  <a:pt x="926812" y="70755"/>
                </a:lnTo>
                <a:lnTo>
                  <a:pt x="961768" y="62357"/>
                </a:lnTo>
                <a:lnTo>
                  <a:pt x="996531" y="55925"/>
                </a:lnTo>
                <a:lnTo>
                  <a:pt x="1028976" y="47170"/>
                </a:lnTo>
                <a:lnTo>
                  <a:pt x="1061614" y="40559"/>
                </a:lnTo>
                <a:lnTo>
                  <a:pt x="1094059" y="32340"/>
                </a:lnTo>
                <a:lnTo>
                  <a:pt x="1124766" y="25729"/>
                </a:lnTo>
                <a:lnTo>
                  <a:pt x="1154894" y="21441"/>
                </a:lnTo>
                <a:lnTo>
                  <a:pt x="1182704" y="14830"/>
                </a:lnTo>
                <a:lnTo>
                  <a:pt x="1208004" y="10541"/>
                </a:lnTo>
                <a:lnTo>
                  <a:pt x="1233496" y="6610"/>
                </a:lnTo>
                <a:lnTo>
                  <a:pt x="1257058" y="4466"/>
                </a:lnTo>
                <a:lnTo>
                  <a:pt x="1277722" y="2322"/>
                </a:lnTo>
                <a:lnTo>
                  <a:pt x="1296649" y="0"/>
                </a:lnTo>
                <a:lnTo>
                  <a:pt x="1314996" y="0"/>
                </a:lnTo>
                <a:lnTo>
                  <a:pt x="1322141" y="0"/>
                </a:lnTo>
                <a:lnTo>
                  <a:pt x="1329094" y="0"/>
                </a:lnTo>
                <a:lnTo>
                  <a:pt x="1335853" y="0"/>
                </a:lnTo>
                <a:lnTo>
                  <a:pt x="1342806" y="2322"/>
                </a:lnTo>
                <a:lnTo>
                  <a:pt x="1354586" y="2322"/>
                </a:lnTo>
                <a:lnTo>
                  <a:pt x="1368298" y="4466"/>
                </a:lnTo>
                <a:lnTo>
                  <a:pt x="1384714" y="4466"/>
                </a:lnTo>
                <a:lnTo>
                  <a:pt x="1400744" y="6610"/>
                </a:lnTo>
                <a:lnTo>
                  <a:pt x="1421988" y="6610"/>
                </a:lnTo>
                <a:lnTo>
                  <a:pt x="1440334" y="8755"/>
                </a:lnTo>
                <a:lnTo>
                  <a:pt x="1463896" y="10541"/>
                </a:lnTo>
                <a:lnTo>
                  <a:pt x="1487071" y="12685"/>
                </a:lnTo>
                <a:lnTo>
                  <a:pt x="1510053" y="16974"/>
                </a:lnTo>
                <a:lnTo>
                  <a:pt x="1535932" y="21441"/>
                </a:lnTo>
                <a:lnTo>
                  <a:pt x="1561425" y="27873"/>
                </a:lnTo>
                <a:lnTo>
                  <a:pt x="1589235" y="36628"/>
                </a:lnTo>
                <a:lnTo>
                  <a:pt x="1617045" y="45026"/>
                </a:lnTo>
                <a:lnTo>
                  <a:pt x="1647173" y="58069"/>
                </a:lnTo>
                <a:lnTo>
                  <a:pt x="1661271" y="64501"/>
                </a:lnTo>
                <a:lnTo>
                  <a:pt x="1674983" y="70755"/>
                </a:lnTo>
                <a:lnTo>
                  <a:pt x="1691399" y="79331"/>
                </a:lnTo>
                <a:lnTo>
                  <a:pt x="1707428" y="88087"/>
                </a:lnTo>
                <a:lnTo>
                  <a:pt x="1721719" y="94698"/>
                </a:lnTo>
                <a:lnTo>
                  <a:pt x="1735818" y="102917"/>
                </a:lnTo>
                <a:lnTo>
                  <a:pt x="1747019" y="111672"/>
                </a:lnTo>
                <a:lnTo>
                  <a:pt x="1758800" y="120427"/>
                </a:lnTo>
                <a:lnTo>
                  <a:pt x="1770580" y="128646"/>
                </a:lnTo>
                <a:lnTo>
                  <a:pt x="1779657" y="137401"/>
                </a:lnTo>
                <a:lnTo>
                  <a:pt x="1788927" y="146156"/>
                </a:lnTo>
                <a:lnTo>
                  <a:pt x="1798390" y="154732"/>
                </a:lnTo>
                <a:lnTo>
                  <a:pt x="1805536" y="160986"/>
                </a:lnTo>
                <a:lnTo>
                  <a:pt x="1812102" y="169563"/>
                </a:lnTo>
                <a:lnTo>
                  <a:pt x="1819248" y="178318"/>
                </a:lnTo>
                <a:lnTo>
                  <a:pt x="1823883" y="184929"/>
                </a:lnTo>
                <a:lnTo>
                  <a:pt x="1833346" y="201903"/>
                </a:lnTo>
                <a:lnTo>
                  <a:pt x="1842809" y="214946"/>
                </a:lnTo>
                <a:lnTo>
                  <a:pt x="1846865" y="229776"/>
                </a:lnTo>
                <a:lnTo>
                  <a:pt x="1854011" y="244964"/>
                </a:lnTo>
                <a:lnTo>
                  <a:pt x="1858646" y="257650"/>
                </a:lnTo>
                <a:lnTo>
                  <a:pt x="1861156" y="270693"/>
                </a:lnTo>
                <a:lnTo>
                  <a:pt x="1865791" y="283379"/>
                </a:lnTo>
                <a:lnTo>
                  <a:pt x="1870426" y="294278"/>
                </a:lnTo>
                <a:lnTo>
                  <a:pt x="1875255" y="306964"/>
                </a:lnTo>
                <a:lnTo>
                  <a:pt x="1881821" y="317863"/>
                </a:lnTo>
                <a:lnTo>
                  <a:pt x="1886456" y="328762"/>
                </a:lnTo>
                <a:lnTo>
                  <a:pt x="1891284" y="339126"/>
                </a:lnTo>
                <a:lnTo>
                  <a:pt x="1895919" y="352348"/>
                </a:lnTo>
                <a:lnTo>
                  <a:pt x="1900747" y="366999"/>
                </a:lnTo>
                <a:lnTo>
                  <a:pt x="1903065" y="382365"/>
                </a:lnTo>
                <a:lnTo>
                  <a:pt x="1903065" y="397195"/>
                </a:lnTo>
                <a:lnTo>
                  <a:pt x="1903065" y="414527"/>
                </a:lnTo>
                <a:lnTo>
                  <a:pt x="1903065" y="429357"/>
                </a:lnTo>
                <a:lnTo>
                  <a:pt x="1900747" y="446867"/>
                </a:lnTo>
                <a:lnTo>
                  <a:pt x="1898237" y="463841"/>
                </a:lnTo>
                <a:lnTo>
                  <a:pt x="1895919" y="481351"/>
                </a:lnTo>
                <a:lnTo>
                  <a:pt x="1891284" y="498325"/>
                </a:lnTo>
                <a:lnTo>
                  <a:pt x="1886456" y="515300"/>
                </a:lnTo>
                <a:lnTo>
                  <a:pt x="1881821" y="532810"/>
                </a:lnTo>
                <a:lnTo>
                  <a:pt x="1875255" y="547461"/>
                </a:lnTo>
                <a:lnTo>
                  <a:pt x="1868109" y="564971"/>
                </a:lnTo>
                <a:lnTo>
                  <a:pt x="1865791" y="577657"/>
                </a:lnTo>
                <a:lnTo>
                  <a:pt x="1863474" y="588557"/>
                </a:lnTo>
                <a:lnTo>
                  <a:pt x="1861156" y="601600"/>
                </a:lnTo>
                <a:lnTo>
                  <a:pt x="1856328" y="612142"/>
                </a:lnTo>
                <a:lnTo>
                  <a:pt x="1851693" y="623041"/>
                </a:lnTo>
                <a:lnTo>
                  <a:pt x="1846865" y="633940"/>
                </a:lnTo>
                <a:lnTo>
                  <a:pt x="1840299" y="642159"/>
                </a:lnTo>
                <a:lnTo>
                  <a:pt x="1833346" y="653058"/>
                </a:lnTo>
                <a:lnTo>
                  <a:pt x="1819248" y="670033"/>
                </a:lnTo>
                <a:lnTo>
                  <a:pt x="1803219" y="687543"/>
                </a:lnTo>
                <a:lnTo>
                  <a:pt x="1784292" y="704517"/>
                </a:lnTo>
                <a:lnTo>
                  <a:pt x="1765945" y="717560"/>
                </a:lnTo>
                <a:lnTo>
                  <a:pt x="1747019" y="732390"/>
                </a:lnTo>
                <a:lnTo>
                  <a:pt x="1726354" y="745434"/>
                </a:lnTo>
                <a:lnTo>
                  <a:pt x="1707428" y="758120"/>
                </a:lnTo>
                <a:lnTo>
                  <a:pt x="1689081" y="771163"/>
                </a:lnTo>
                <a:lnTo>
                  <a:pt x="1673052" y="782062"/>
                </a:lnTo>
                <a:lnTo>
                  <a:pt x="1656636" y="792604"/>
                </a:lnTo>
                <a:lnTo>
                  <a:pt x="1642538" y="803503"/>
                </a:lnTo>
                <a:lnTo>
                  <a:pt x="1635971" y="809935"/>
                </a:lnTo>
                <a:lnTo>
                  <a:pt x="1631143" y="816010"/>
                </a:lnTo>
                <a:lnTo>
                  <a:pt x="1624191" y="820477"/>
                </a:lnTo>
                <a:lnTo>
                  <a:pt x="1617045" y="824766"/>
                </a:lnTo>
                <a:lnTo>
                  <a:pt x="1609899" y="831377"/>
                </a:lnTo>
                <a:lnTo>
                  <a:pt x="1601015" y="835665"/>
                </a:lnTo>
                <a:lnTo>
                  <a:pt x="1589235" y="839953"/>
                </a:lnTo>
                <a:lnTo>
                  <a:pt x="1577454" y="843884"/>
                </a:lnTo>
                <a:lnTo>
                  <a:pt x="1566060" y="848351"/>
                </a:lnTo>
                <a:lnTo>
                  <a:pt x="1551961" y="852639"/>
                </a:lnTo>
                <a:lnTo>
                  <a:pt x="1537863" y="854783"/>
                </a:lnTo>
                <a:lnTo>
                  <a:pt x="1524151" y="859250"/>
                </a:lnTo>
                <a:lnTo>
                  <a:pt x="1494024" y="863538"/>
                </a:lnTo>
                <a:lnTo>
                  <a:pt x="1463896" y="870149"/>
                </a:lnTo>
                <a:lnTo>
                  <a:pt x="1431451" y="871936"/>
                </a:lnTo>
                <a:lnTo>
                  <a:pt x="1400744" y="874080"/>
                </a:lnTo>
                <a:lnTo>
                  <a:pt x="1370616" y="876224"/>
                </a:lnTo>
                <a:lnTo>
                  <a:pt x="1340488" y="876224"/>
                </a:lnTo>
                <a:lnTo>
                  <a:pt x="1326776" y="876224"/>
                </a:lnTo>
                <a:lnTo>
                  <a:pt x="1312678" y="876224"/>
                </a:lnTo>
                <a:lnTo>
                  <a:pt x="1300897" y="876224"/>
                </a:lnTo>
                <a:lnTo>
                  <a:pt x="1289503" y="874080"/>
                </a:lnTo>
                <a:lnTo>
                  <a:pt x="1277722" y="871936"/>
                </a:lnTo>
                <a:lnTo>
                  <a:pt x="1268452" y="870149"/>
                </a:lnTo>
                <a:lnTo>
                  <a:pt x="1259375" y="870149"/>
                </a:lnTo>
                <a:lnTo>
                  <a:pt x="1252423" y="865682"/>
                </a:lnTo>
                <a:lnTo>
                  <a:pt x="1245277" y="863538"/>
                </a:lnTo>
                <a:lnTo>
                  <a:pt x="1240642" y="861394"/>
                </a:lnTo>
              </a:path>
            </a:pathLst>
          </a:custGeom>
          <a:ln w="177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4" name="object 34"/>
          <p:cNvGrpSpPr/>
          <p:nvPr/>
        </p:nvGrpSpPr>
        <p:grpSpPr>
          <a:xfrm>
            <a:off x="2722746" y="3115122"/>
            <a:ext cx="4503420" cy="1206500"/>
            <a:chOff x="2722746" y="3115122"/>
            <a:chExt cx="4503420" cy="1206500"/>
          </a:xfrm>
        </p:grpSpPr>
        <p:sp>
          <p:nvSpPr>
            <p:cNvPr id="35" name="object 35"/>
            <p:cNvSpPr/>
            <p:nvPr/>
          </p:nvSpPr>
          <p:spPr>
            <a:xfrm>
              <a:off x="2957844" y="3116448"/>
              <a:ext cx="708660" cy="180975"/>
            </a:xfrm>
            <a:custGeom>
              <a:avLst/>
              <a:gdLst/>
              <a:ahLst/>
              <a:cxnLst/>
              <a:rect l="l" t="t" r="r" b="b"/>
              <a:pathLst>
                <a:path w="708660" h="180975">
                  <a:moveTo>
                    <a:pt x="592317" y="0"/>
                  </a:moveTo>
                  <a:lnTo>
                    <a:pt x="592317" y="180462"/>
                  </a:lnTo>
                  <a:lnTo>
                    <a:pt x="697299" y="98986"/>
                  </a:lnTo>
                  <a:lnTo>
                    <a:pt x="615299" y="98986"/>
                  </a:lnTo>
                  <a:lnTo>
                    <a:pt x="619935" y="94698"/>
                  </a:lnTo>
                  <a:lnTo>
                    <a:pt x="619935" y="85942"/>
                  </a:lnTo>
                  <a:lnTo>
                    <a:pt x="617617" y="83798"/>
                  </a:lnTo>
                  <a:lnTo>
                    <a:pt x="615299" y="81476"/>
                  </a:lnTo>
                  <a:lnTo>
                    <a:pt x="697299" y="81476"/>
                  </a:lnTo>
                  <a:lnTo>
                    <a:pt x="592317" y="0"/>
                  </a:lnTo>
                  <a:close/>
                </a:path>
                <a:path w="708660" h="180975">
                  <a:moveTo>
                    <a:pt x="592317" y="81476"/>
                  </a:moveTo>
                  <a:lnTo>
                    <a:pt x="6566" y="81476"/>
                  </a:lnTo>
                  <a:lnTo>
                    <a:pt x="4248" y="83798"/>
                  </a:lnTo>
                  <a:lnTo>
                    <a:pt x="1931" y="85942"/>
                  </a:lnTo>
                  <a:lnTo>
                    <a:pt x="0" y="90231"/>
                  </a:lnTo>
                  <a:lnTo>
                    <a:pt x="1931" y="94698"/>
                  </a:lnTo>
                  <a:lnTo>
                    <a:pt x="6566" y="98986"/>
                  </a:lnTo>
                  <a:lnTo>
                    <a:pt x="592317" y="98986"/>
                  </a:lnTo>
                  <a:lnTo>
                    <a:pt x="592317" y="81476"/>
                  </a:lnTo>
                  <a:close/>
                </a:path>
                <a:path w="708660" h="180975">
                  <a:moveTo>
                    <a:pt x="697299" y="81476"/>
                  </a:moveTo>
                  <a:lnTo>
                    <a:pt x="615299" y="81476"/>
                  </a:lnTo>
                  <a:lnTo>
                    <a:pt x="617617" y="83798"/>
                  </a:lnTo>
                  <a:lnTo>
                    <a:pt x="619935" y="85942"/>
                  </a:lnTo>
                  <a:lnTo>
                    <a:pt x="619935" y="94698"/>
                  </a:lnTo>
                  <a:lnTo>
                    <a:pt x="615299" y="98986"/>
                  </a:lnTo>
                  <a:lnTo>
                    <a:pt x="697299" y="98986"/>
                  </a:lnTo>
                  <a:lnTo>
                    <a:pt x="708579" y="90231"/>
                  </a:lnTo>
                  <a:lnTo>
                    <a:pt x="697299" y="81476"/>
                  </a:lnTo>
                  <a:close/>
                </a:path>
              </a:pathLst>
            </a:custGeom>
            <a:solidFill>
              <a:srgbClr val="000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957844" y="3116448"/>
              <a:ext cx="708660" cy="180975"/>
            </a:xfrm>
            <a:custGeom>
              <a:avLst/>
              <a:gdLst/>
              <a:ahLst/>
              <a:cxnLst/>
              <a:rect l="l" t="t" r="r" b="b"/>
              <a:pathLst>
                <a:path w="708660" h="180975">
                  <a:moveTo>
                    <a:pt x="11394" y="81476"/>
                  </a:moveTo>
                  <a:lnTo>
                    <a:pt x="611051" y="81476"/>
                  </a:lnTo>
                  <a:lnTo>
                    <a:pt x="615299" y="81476"/>
                  </a:lnTo>
                  <a:lnTo>
                    <a:pt x="617617" y="83798"/>
                  </a:lnTo>
                  <a:lnTo>
                    <a:pt x="619935" y="85942"/>
                  </a:lnTo>
                  <a:lnTo>
                    <a:pt x="619935" y="90231"/>
                  </a:lnTo>
                  <a:lnTo>
                    <a:pt x="619935" y="94698"/>
                  </a:lnTo>
                  <a:lnTo>
                    <a:pt x="617617" y="96842"/>
                  </a:lnTo>
                  <a:lnTo>
                    <a:pt x="615299" y="98986"/>
                  </a:lnTo>
                  <a:lnTo>
                    <a:pt x="611051" y="98986"/>
                  </a:lnTo>
                  <a:lnTo>
                    <a:pt x="11394" y="98986"/>
                  </a:lnTo>
                  <a:lnTo>
                    <a:pt x="6566" y="98986"/>
                  </a:lnTo>
                  <a:lnTo>
                    <a:pt x="4248" y="96842"/>
                  </a:lnTo>
                  <a:lnTo>
                    <a:pt x="1931" y="94698"/>
                  </a:lnTo>
                  <a:lnTo>
                    <a:pt x="0" y="90231"/>
                  </a:lnTo>
                  <a:lnTo>
                    <a:pt x="1931" y="85942"/>
                  </a:lnTo>
                  <a:lnTo>
                    <a:pt x="4248" y="83798"/>
                  </a:lnTo>
                  <a:lnTo>
                    <a:pt x="6566" y="81476"/>
                  </a:lnTo>
                  <a:lnTo>
                    <a:pt x="11394" y="81476"/>
                  </a:lnTo>
                  <a:close/>
                </a:path>
                <a:path w="708660" h="180975">
                  <a:moveTo>
                    <a:pt x="592317" y="0"/>
                  </a:moveTo>
                  <a:lnTo>
                    <a:pt x="708579" y="90231"/>
                  </a:lnTo>
                  <a:lnTo>
                    <a:pt x="592317" y="180462"/>
                  </a:lnTo>
                  <a:lnTo>
                    <a:pt x="59231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969239" y="3537586"/>
              <a:ext cx="706120" cy="180975"/>
            </a:xfrm>
            <a:custGeom>
              <a:avLst/>
              <a:gdLst/>
              <a:ahLst/>
              <a:cxnLst/>
              <a:rect l="l" t="t" r="r" b="b"/>
              <a:pathLst>
                <a:path w="706120" h="180975">
                  <a:moveTo>
                    <a:pt x="116261" y="0"/>
                  </a:moveTo>
                  <a:lnTo>
                    <a:pt x="0" y="90231"/>
                  </a:lnTo>
                  <a:lnTo>
                    <a:pt x="116261" y="180462"/>
                  </a:lnTo>
                  <a:lnTo>
                    <a:pt x="116261" y="98450"/>
                  </a:lnTo>
                  <a:lnTo>
                    <a:pt x="92700" y="98450"/>
                  </a:lnTo>
                  <a:lnTo>
                    <a:pt x="88451" y="96306"/>
                  </a:lnTo>
                  <a:lnTo>
                    <a:pt x="86134" y="92375"/>
                  </a:lnTo>
                  <a:lnTo>
                    <a:pt x="86134" y="85942"/>
                  </a:lnTo>
                  <a:lnTo>
                    <a:pt x="88451" y="83620"/>
                  </a:lnTo>
                  <a:lnTo>
                    <a:pt x="92700" y="81476"/>
                  </a:lnTo>
                  <a:lnTo>
                    <a:pt x="116261" y="81476"/>
                  </a:lnTo>
                  <a:lnTo>
                    <a:pt x="116261" y="0"/>
                  </a:lnTo>
                  <a:close/>
                </a:path>
                <a:path w="706120" h="180975">
                  <a:moveTo>
                    <a:pt x="116261" y="81476"/>
                  </a:moveTo>
                  <a:lnTo>
                    <a:pt x="92700" y="81476"/>
                  </a:lnTo>
                  <a:lnTo>
                    <a:pt x="88451" y="83620"/>
                  </a:lnTo>
                  <a:lnTo>
                    <a:pt x="86134" y="85942"/>
                  </a:lnTo>
                  <a:lnTo>
                    <a:pt x="86134" y="92375"/>
                  </a:lnTo>
                  <a:lnTo>
                    <a:pt x="88451" y="96306"/>
                  </a:lnTo>
                  <a:lnTo>
                    <a:pt x="92700" y="98450"/>
                  </a:lnTo>
                  <a:lnTo>
                    <a:pt x="116261" y="98450"/>
                  </a:lnTo>
                  <a:lnTo>
                    <a:pt x="116261" y="81476"/>
                  </a:lnTo>
                  <a:close/>
                </a:path>
                <a:path w="706120" h="180975">
                  <a:moveTo>
                    <a:pt x="699502" y="81476"/>
                  </a:moveTo>
                  <a:lnTo>
                    <a:pt x="116261" y="81476"/>
                  </a:lnTo>
                  <a:lnTo>
                    <a:pt x="116261" y="98450"/>
                  </a:lnTo>
                  <a:lnTo>
                    <a:pt x="699502" y="98450"/>
                  </a:lnTo>
                  <a:lnTo>
                    <a:pt x="704331" y="96306"/>
                  </a:lnTo>
                  <a:lnTo>
                    <a:pt x="704331" y="92375"/>
                  </a:lnTo>
                  <a:lnTo>
                    <a:pt x="706069" y="90231"/>
                  </a:lnTo>
                  <a:lnTo>
                    <a:pt x="704331" y="85942"/>
                  </a:lnTo>
                  <a:lnTo>
                    <a:pt x="704331" y="83620"/>
                  </a:lnTo>
                  <a:lnTo>
                    <a:pt x="699502" y="81476"/>
                  </a:lnTo>
                  <a:close/>
                </a:path>
              </a:pathLst>
            </a:custGeom>
            <a:solidFill>
              <a:srgbClr val="000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969239" y="3537586"/>
              <a:ext cx="706120" cy="180975"/>
            </a:xfrm>
            <a:custGeom>
              <a:avLst/>
              <a:gdLst/>
              <a:ahLst/>
              <a:cxnLst/>
              <a:rect l="l" t="t" r="r" b="b"/>
              <a:pathLst>
                <a:path w="706120" h="180975">
                  <a:moveTo>
                    <a:pt x="697185" y="98450"/>
                  </a:moveTo>
                  <a:lnTo>
                    <a:pt x="95018" y="98450"/>
                  </a:lnTo>
                  <a:lnTo>
                    <a:pt x="92700" y="98450"/>
                  </a:lnTo>
                  <a:lnTo>
                    <a:pt x="88451" y="96306"/>
                  </a:lnTo>
                  <a:lnTo>
                    <a:pt x="86134" y="92375"/>
                  </a:lnTo>
                  <a:lnTo>
                    <a:pt x="86134" y="90231"/>
                  </a:lnTo>
                  <a:lnTo>
                    <a:pt x="86134" y="85942"/>
                  </a:lnTo>
                  <a:lnTo>
                    <a:pt x="88451" y="83620"/>
                  </a:lnTo>
                  <a:lnTo>
                    <a:pt x="92700" y="81476"/>
                  </a:lnTo>
                  <a:lnTo>
                    <a:pt x="95018" y="81476"/>
                  </a:lnTo>
                  <a:lnTo>
                    <a:pt x="697185" y="81476"/>
                  </a:lnTo>
                  <a:lnTo>
                    <a:pt x="699502" y="81476"/>
                  </a:lnTo>
                  <a:lnTo>
                    <a:pt x="704331" y="83620"/>
                  </a:lnTo>
                  <a:lnTo>
                    <a:pt x="704331" y="85942"/>
                  </a:lnTo>
                  <a:lnTo>
                    <a:pt x="706069" y="90231"/>
                  </a:lnTo>
                  <a:lnTo>
                    <a:pt x="704331" y="92375"/>
                  </a:lnTo>
                  <a:lnTo>
                    <a:pt x="704331" y="96306"/>
                  </a:lnTo>
                  <a:lnTo>
                    <a:pt x="699502" y="98450"/>
                  </a:lnTo>
                  <a:lnTo>
                    <a:pt x="697185" y="98450"/>
                  </a:lnTo>
                  <a:close/>
                </a:path>
                <a:path w="706120" h="180975">
                  <a:moveTo>
                    <a:pt x="116261" y="180462"/>
                  </a:moveTo>
                  <a:lnTo>
                    <a:pt x="0" y="90231"/>
                  </a:lnTo>
                  <a:lnTo>
                    <a:pt x="116261" y="0"/>
                  </a:lnTo>
                  <a:lnTo>
                    <a:pt x="116261" y="1804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957844" y="3116448"/>
              <a:ext cx="708660" cy="180975"/>
            </a:xfrm>
            <a:custGeom>
              <a:avLst/>
              <a:gdLst/>
              <a:ahLst/>
              <a:cxnLst/>
              <a:rect l="l" t="t" r="r" b="b"/>
              <a:pathLst>
                <a:path w="708660" h="180975">
                  <a:moveTo>
                    <a:pt x="592317" y="0"/>
                  </a:moveTo>
                  <a:lnTo>
                    <a:pt x="592317" y="180462"/>
                  </a:lnTo>
                  <a:lnTo>
                    <a:pt x="697299" y="98986"/>
                  </a:lnTo>
                  <a:lnTo>
                    <a:pt x="615299" y="98986"/>
                  </a:lnTo>
                  <a:lnTo>
                    <a:pt x="619935" y="94698"/>
                  </a:lnTo>
                  <a:lnTo>
                    <a:pt x="619935" y="85942"/>
                  </a:lnTo>
                  <a:lnTo>
                    <a:pt x="617617" y="83798"/>
                  </a:lnTo>
                  <a:lnTo>
                    <a:pt x="615299" y="81476"/>
                  </a:lnTo>
                  <a:lnTo>
                    <a:pt x="697299" y="81476"/>
                  </a:lnTo>
                  <a:lnTo>
                    <a:pt x="592317" y="0"/>
                  </a:lnTo>
                  <a:close/>
                </a:path>
                <a:path w="708660" h="180975">
                  <a:moveTo>
                    <a:pt x="592317" y="81476"/>
                  </a:moveTo>
                  <a:lnTo>
                    <a:pt x="6566" y="81476"/>
                  </a:lnTo>
                  <a:lnTo>
                    <a:pt x="4248" y="83798"/>
                  </a:lnTo>
                  <a:lnTo>
                    <a:pt x="1931" y="85942"/>
                  </a:lnTo>
                  <a:lnTo>
                    <a:pt x="0" y="90231"/>
                  </a:lnTo>
                  <a:lnTo>
                    <a:pt x="1931" y="94698"/>
                  </a:lnTo>
                  <a:lnTo>
                    <a:pt x="6566" y="98986"/>
                  </a:lnTo>
                  <a:lnTo>
                    <a:pt x="592317" y="98986"/>
                  </a:lnTo>
                  <a:lnTo>
                    <a:pt x="592317" y="81476"/>
                  </a:lnTo>
                  <a:close/>
                </a:path>
                <a:path w="708660" h="180975">
                  <a:moveTo>
                    <a:pt x="697299" y="81476"/>
                  </a:moveTo>
                  <a:lnTo>
                    <a:pt x="615299" y="81476"/>
                  </a:lnTo>
                  <a:lnTo>
                    <a:pt x="617617" y="83798"/>
                  </a:lnTo>
                  <a:lnTo>
                    <a:pt x="619935" y="85942"/>
                  </a:lnTo>
                  <a:lnTo>
                    <a:pt x="619935" y="94698"/>
                  </a:lnTo>
                  <a:lnTo>
                    <a:pt x="615299" y="98986"/>
                  </a:lnTo>
                  <a:lnTo>
                    <a:pt x="697299" y="98986"/>
                  </a:lnTo>
                  <a:lnTo>
                    <a:pt x="708579" y="90231"/>
                  </a:lnTo>
                  <a:lnTo>
                    <a:pt x="697299" y="81476"/>
                  </a:lnTo>
                  <a:close/>
                </a:path>
              </a:pathLst>
            </a:custGeom>
            <a:solidFill>
              <a:srgbClr val="000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957844" y="3116448"/>
              <a:ext cx="708660" cy="180975"/>
            </a:xfrm>
            <a:custGeom>
              <a:avLst/>
              <a:gdLst/>
              <a:ahLst/>
              <a:cxnLst/>
              <a:rect l="l" t="t" r="r" b="b"/>
              <a:pathLst>
                <a:path w="708660" h="180975">
                  <a:moveTo>
                    <a:pt x="11394" y="81476"/>
                  </a:moveTo>
                  <a:lnTo>
                    <a:pt x="611051" y="81476"/>
                  </a:lnTo>
                  <a:lnTo>
                    <a:pt x="615299" y="81476"/>
                  </a:lnTo>
                  <a:lnTo>
                    <a:pt x="617617" y="83798"/>
                  </a:lnTo>
                  <a:lnTo>
                    <a:pt x="619935" y="85942"/>
                  </a:lnTo>
                  <a:lnTo>
                    <a:pt x="619935" y="90231"/>
                  </a:lnTo>
                  <a:lnTo>
                    <a:pt x="619935" y="94698"/>
                  </a:lnTo>
                  <a:lnTo>
                    <a:pt x="617617" y="96842"/>
                  </a:lnTo>
                  <a:lnTo>
                    <a:pt x="615299" y="98986"/>
                  </a:lnTo>
                  <a:lnTo>
                    <a:pt x="611051" y="98986"/>
                  </a:lnTo>
                  <a:lnTo>
                    <a:pt x="11394" y="98986"/>
                  </a:lnTo>
                  <a:lnTo>
                    <a:pt x="6566" y="98986"/>
                  </a:lnTo>
                  <a:lnTo>
                    <a:pt x="4248" y="96842"/>
                  </a:lnTo>
                  <a:lnTo>
                    <a:pt x="1931" y="94698"/>
                  </a:lnTo>
                  <a:lnTo>
                    <a:pt x="0" y="90231"/>
                  </a:lnTo>
                  <a:lnTo>
                    <a:pt x="1931" y="85942"/>
                  </a:lnTo>
                  <a:lnTo>
                    <a:pt x="4248" y="83798"/>
                  </a:lnTo>
                  <a:lnTo>
                    <a:pt x="6566" y="81476"/>
                  </a:lnTo>
                  <a:lnTo>
                    <a:pt x="11394" y="81476"/>
                  </a:lnTo>
                  <a:close/>
                </a:path>
                <a:path w="708660" h="180975">
                  <a:moveTo>
                    <a:pt x="592317" y="0"/>
                  </a:moveTo>
                  <a:lnTo>
                    <a:pt x="708579" y="90231"/>
                  </a:lnTo>
                  <a:lnTo>
                    <a:pt x="592317" y="180462"/>
                  </a:lnTo>
                  <a:lnTo>
                    <a:pt x="59231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969239" y="3537586"/>
              <a:ext cx="706120" cy="180975"/>
            </a:xfrm>
            <a:custGeom>
              <a:avLst/>
              <a:gdLst/>
              <a:ahLst/>
              <a:cxnLst/>
              <a:rect l="l" t="t" r="r" b="b"/>
              <a:pathLst>
                <a:path w="706120" h="180975">
                  <a:moveTo>
                    <a:pt x="116261" y="0"/>
                  </a:moveTo>
                  <a:lnTo>
                    <a:pt x="0" y="90231"/>
                  </a:lnTo>
                  <a:lnTo>
                    <a:pt x="116261" y="180462"/>
                  </a:lnTo>
                  <a:lnTo>
                    <a:pt x="116261" y="98450"/>
                  </a:lnTo>
                  <a:lnTo>
                    <a:pt x="92700" y="98450"/>
                  </a:lnTo>
                  <a:lnTo>
                    <a:pt x="88451" y="96306"/>
                  </a:lnTo>
                  <a:lnTo>
                    <a:pt x="86134" y="92375"/>
                  </a:lnTo>
                  <a:lnTo>
                    <a:pt x="86134" y="85942"/>
                  </a:lnTo>
                  <a:lnTo>
                    <a:pt x="88451" y="83620"/>
                  </a:lnTo>
                  <a:lnTo>
                    <a:pt x="92700" y="81476"/>
                  </a:lnTo>
                  <a:lnTo>
                    <a:pt x="116261" y="81476"/>
                  </a:lnTo>
                  <a:lnTo>
                    <a:pt x="116261" y="0"/>
                  </a:lnTo>
                  <a:close/>
                </a:path>
                <a:path w="706120" h="180975">
                  <a:moveTo>
                    <a:pt x="116261" y="81476"/>
                  </a:moveTo>
                  <a:lnTo>
                    <a:pt x="92700" y="81476"/>
                  </a:lnTo>
                  <a:lnTo>
                    <a:pt x="88451" y="83620"/>
                  </a:lnTo>
                  <a:lnTo>
                    <a:pt x="86134" y="85942"/>
                  </a:lnTo>
                  <a:lnTo>
                    <a:pt x="86134" y="92375"/>
                  </a:lnTo>
                  <a:lnTo>
                    <a:pt x="88451" y="96306"/>
                  </a:lnTo>
                  <a:lnTo>
                    <a:pt x="92700" y="98450"/>
                  </a:lnTo>
                  <a:lnTo>
                    <a:pt x="116261" y="98450"/>
                  </a:lnTo>
                  <a:lnTo>
                    <a:pt x="116261" y="81476"/>
                  </a:lnTo>
                  <a:close/>
                </a:path>
                <a:path w="706120" h="180975">
                  <a:moveTo>
                    <a:pt x="699502" y="81476"/>
                  </a:moveTo>
                  <a:lnTo>
                    <a:pt x="116261" y="81476"/>
                  </a:lnTo>
                  <a:lnTo>
                    <a:pt x="116261" y="98450"/>
                  </a:lnTo>
                  <a:lnTo>
                    <a:pt x="699502" y="98450"/>
                  </a:lnTo>
                  <a:lnTo>
                    <a:pt x="704331" y="96306"/>
                  </a:lnTo>
                  <a:lnTo>
                    <a:pt x="704331" y="92375"/>
                  </a:lnTo>
                  <a:lnTo>
                    <a:pt x="706069" y="90231"/>
                  </a:lnTo>
                  <a:lnTo>
                    <a:pt x="704331" y="85942"/>
                  </a:lnTo>
                  <a:lnTo>
                    <a:pt x="704331" y="83620"/>
                  </a:lnTo>
                  <a:lnTo>
                    <a:pt x="699502" y="81476"/>
                  </a:lnTo>
                  <a:close/>
                </a:path>
              </a:pathLst>
            </a:custGeom>
            <a:solidFill>
              <a:srgbClr val="000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969239" y="3537586"/>
              <a:ext cx="706120" cy="180975"/>
            </a:xfrm>
            <a:custGeom>
              <a:avLst/>
              <a:gdLst/>
              <a:ahLst/>
              <a:cxnLst/>
              <a:rect l="l" t="t" r="r" b="b"/>
              <a:pathLst>
                <a:path w="706120" h="180975">
                  <a:moveTo>
                    <a:pt x="697185" y="98450"/>
                  </a:moveTo>
                  <a:lnTo>
                    <a:pt x="95018" y="98450"/>
                  </a:lnTo>
                  <a:lnTo>
                    <a:pt x="92700" y="98450"/>
                  </a:lnTo>
                  <a:lnTo>
                    <a:pt x="88451" y="96306"/>
                  </a:lnTo>
                  <a:lnTo>
                    <a:pt x="86134" y="92375"/>
                  </a:lnTo>
                  <a:lnTo>
                    <a:pt x="86134" y="90231"/>
                  </a:lnTo>
                  <a:lnTo>
                    <a:pt x="86134" y="85942"/>
                  </a:lnTo>
                  <a:lnTo>
                    <a:pt x="88451" y="83620"/>
                  </a:lnTo>
                  <a:lnTo>
                    <a:pt x="92700" y="81476"/>
                  </a:lnTo>
                  <a:lnTo>
                    <a:pt x="95018" y="81476"/>
                  </a:lnTo>
                  <a:lnTo>
                    <a:pt x="697185" y="81476"/>
                  </a:lnTo>
                  <a:lnTo>
                    <a:pt x="699502" y="81476"/>
                  </a:lnTo>
                  <a:lnTo>
                    <a:pt x="704331" y="83620"/>
                  </a:lnTo>
                  <a:lnTo>
                    <a:pt x="704331" y="85942"/>
                  </a:lnTo>
                  <a:lnTo>
                    <a:pt x="706069" y="90231"/>
                  </a:lnTo>
                  <a:lnTo>
                    <a:pt x="704331" y="92375"/>
                  </a:lnTo>
                  <a:lnTo>
                    <a:pt x="704331" y="96306"/>
                  </a:lnTo>
                  <a:lnTo>
                    <a:pt x="699502" y="98450"/>
                  </a:lnTo>
                  <a:lnTo>
                    <a:pt x="697185" y="98450"/>
                  </a:lnTo>
                  <a:close/>
                </a:path>
                <a:path w="706120" h="180975">
                  <a:moveTo>
                    <a:pt x="116261" y="180462"/>
                  </a:moveTo>
                  <a:lnTo>
                    <a:pt x="0" y="90231"/>
                  </a:lnTo>
                  <a:lnTo>
                    <a:pt x="116261" y="0"/>
                  </a:lnTo>
                  <a:lnTo>
                    <a:pt x="116261" y="1804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724934" y="4103987"/>
              <a:ext cx="1013460" cy="215265"/>
            </a:xfrm>
            <a:custGeom>
              <a:avLst/>
              <a:gdLst/>
              <a:ahLst/>
              <a:cxnLst/>
              <a:rect l="l" t="t" r="r" b="b"/>
              <a:pathLst>
                <a:path w="1013460" h="215264">
                  <a:moveTo>
                    <a:pt x="0" y="0"/>
                  </a:moveTo>
                  <a:lnTo>
                    <a:pt x="0" y="10899"/>
                  </a:lnTo>
                  <a:lnTo>
                    <a:pt x="2317" y="21798"/>
                  </a:lnTo>
                  <a:lnTo>
                    <a:pt x="4635" y="32340"/>
                  </a:lnTo>
                  <a:lnTo>
                    <a:pt x="9270" y="41095"/>
                  </a:lnTo>
                  <a:lnTo>
                    <a:pt x="14098" y="51994"/>
                  </a:lnTo>
                  <a:lnTo>
                    <a:pt x="41908" y="82012"/>
                  </a:lnTo>
                  <a:lnTo>
                    <a:pt x="51371" y="88087"/>
                  </a:lnTo>
                  <a:lnTo>
                    <a:pt x="60255" y="94698"/>
                  </a:lnTo>
                  <a:lnTo>
                    <a:pt x="72036" y="98986"/>
                  </a:lnTo>
                  <a:lnTo>
                    <a:pt x="81499" y="103274"/>
                  </a:lnTo>
                  <a:lnTo>
                    <a:pt x="92700" y="105597"/>
                  </a:lnTo>
                  <a:lnTo>
                    <a:pt x="104481" y="107741"/>
                  </a:lnTo>
                  <a:lnTo>
                    <a:pt x="118579" y="107741"/>
                  </a:lnTo>
                  <a:lnTo>
                    <a:pt x="388183" y="107741"/>
                  </a:lnTo>
                  <a:lnTo>
                    <a:pt x="399384" y="107741"/>
                  </a:lnTo>
                  <a:lnTo>
                    <a:pt x="411165" y="109885"/>
                  </a:lnTo>
                  <a:lnTo>
                    <a:pt x="422946" y="112029"/>
                  </a:lnTo>
                  <a:lnTo>
                    <a:pt x="434340" y="115960"/>
                  </a:lnTo>
                  <a:lnTo>
                    <a:pt x="443803" y="120427"/>
                  </a:lnTo>
                  <a:lnTo>
                    <a:pt x="453073" y="124715"/>
                  </a:lnTo>
                  <a:lnTo>
                    <a:pt x="462150" y="131326"/>
                  </a:lnTo>
                  <a:lnTo>
                    <a:pt x="471614" y="139902"/>
                  </a:lnTo>
                  <a:lnTo>
                    <a:pt x="478566" y="146156"/>
                  </a:lnTo>
                  <a:lnTo>
                    <a:pt x="485712" y="154732"/>
                  </a:lnTo>
                  <a:lnTo>
                    <a:pt x="492664" y="163488"/>
                  </a:lnTo>
                  <a:lnTo>
                    <a:pt x="496913" y="172243"/>
                  </a:lnTo>
                  <a:lnTo>
                    <a:pt x="499424" y="182606"/>
                  </a:lnTo>
                  <a:lnTo>
                    <a:pt x="504059" y="193505"/>
                  </a:lnTo>
                  <a:lnTo>
                    <a:pt x="506376" y="204047"/>
                  </a:lnTo>
                  <a:lnTo>
                    <a:pt x="506376" y="214946"/>
                  </a:lnTo>
                  <a:lnTo>
                    <a:pt x="506376" y="204047"/>
                  </a:lnTo>
                  <a:lnTo>
                    <a:pt x="520475" y="163488"/>
                  </a:lnTo>
                  <a:lnTo>
                    <a:pt x="541332" y="139902"/>
                  </a:lnTo>
                  <a:lnTo>
                    <a:pt x="548285" y="131326"/>
                  </a:lnTo>
                  <a:lnTo>
                    <a:pt x="557748" y="124715"/>
                  </a:lnTo>
                  <a:lnTo>
                    <a:pt x="569142" y="120427"/>
                  </a:lnTo>
                  <a:lnTo>
                    <a:pt x="578412" y="115960"/>
                  </a:lnTo>
                  <a:lnTo>
                    <a:pt x="590193" y="112029"/>
                  </a:lnTo>
                  <a:lnTo>
                    <a:pt x="601588" y="109885"/>
                  </a:lnTo>
                  <a:lnTo>
                    <a:pt x="613368" y="107741"/>
                  </a:lnTo>
                  <a:lnTo>
                    <a:pt x="625149" y="107741"/>
                  </a:lnTo>
                  <a:lnTo>
                    <a:pt x="894560" y="107741"/>
                  </a:lnTo>
                  <a:lnTo>
                    <a:pt x="905954" y="107741"/>
                  </a:lnTo>
                  <a:lnTo>
                    <a:pt x="917735" y="105597"/>
                  </a:lnTo>
                  <a:lnTo>
                    <a:pt x="961961" y="88087"/>
                  </a:lnTo>
                  <a:lnTo>
                    <a:pt x="969107" y="82012"/>
                  </a:lnTo>
                  <a:lnTo>
                    <a:pt x="977990" y="75401"/>
                  </a:lnTo>
                  <a:lnTo>
                    <a:pt x="985136" y="68968"/>
                  </a:lnTo>
                  <a:lnTo>
                    <a:pt x="992089" y="60213"/>
                  </a:lnTo>
                  <a:lnTo>
                    <a:pt x="999234" y="51994"/>
                  </a:lnTo>
                  <a:lnTo>
                    <a:pt x="1003869" y="41095"/>
                  </a:lnTo>
                  <a:lnTo>
                    <a:pt x="1008118" y="32340"/>
                  </a:lnTo>
                  <a:lnTo>
                    <a:pt x="1010436" y="21798"/>
                  </a:lnTo>
                  <a:lnTo>
                    <a:pt x="1012946" y="10899"/>
                  </a:lnTo>
                  <a:lnTo>
                    <a:pt x="1012946" y="0"/>
                  </a:lnTo>
                </a:path>
              </a:pathLst>
            </a:custGeom>
            <a:ln w="43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263778" y="3116448"/>
              <a:ext cx="709295" cy="180975"/>
            </a:xfrm>
            <a:custGeom>
              <a:avLst/>
              <a:gdLst/>
              <a:ahLst/>
              <a:cxnLst/>
              <a:rect l="l" t="t" r="r" b="b"/>
              <a:pathLst>
                <a:path w="709295" h="180975">
                  <a:moveTo>
                    <a:pt x="592704" y="0"/>
                  </a:moveTo>
                  <a:lnTo>
                    <a:pt x="592704" y="180462"/>
                  </a:lnTo>
                  <a:lnTo>
                    <a:pt x="697859" y="98986"/>
                  </a:lnTo>
                  <a:lnTo>
                    <a:pt x="613561" y="98986"/>
                  </a:lnTo>
                  <a:lnTo>
                    <a:pt x="618196" y="96842"/>
                  </a:lnTo>
                  <a:lnTo>
                    <a:pt x="620514" y="94698"/>
                  </a:lnTo>
                  <a:lnTo>
                    <a:pt x="620514" y="85942"/>
                  </a:lnTo>
                  <a:lnTo>
                    <a:pt x="618196" y="83798"/>
                  </a:lnTo>
                  <a:lnTo>
                    <a:pt x="613561" y="81476"/>
                  </a:lnTo>
                  <a:lnTo>
                    <a:pt x="697859" y="81476"/>
                  </a:lnTo>
                  <a:lnTo>
                    <a:pt x="592704" y="0"/>
                  </a:lnTo>
                  <a:close/>
                </a:path>
                <a:path w="709295" h="180975">
                  <a:moveTo>
                    <a:pt x="592704" y="81476"/>
                  </a:moveTo>
                  <a:lnTo>
                    <a:pt x="7145" y="81476"/>
                  </a:lnTo>
                  <a:lnTo>
                    <a:pt x="4828" y="83798"/>
                  </a:lnTo>
                  <a:lnTo>
                    <a:pt x="2510" y="85942"/>
                  </a:lnTo>
                  <a:lnTo>
                    <a:pt x="0" y="90231"/>
                  </a:lnTo>
                  <a:lnTo>
                    <a:pt x="2510" y="94698"/>
                  </a:lnTo>
                  <a:lnTo>
                    <a:pt x="7145" y="98986"/>
                  </a:lnTo>
                  <a:lnTo>
                    <a:pt x="592704" y="98986"/>
                  </a:lnTo>
                  <a:lnTo>
                    <a:pt x="592704" y="81476"/>
                  </a:lnTo>
                  <a:close/>
                </a:path>
                <a:path w="709295" h="180975">
                  <a:moveTo>
                    <a:pt x="697859" y="81476"/>
                  </a:moveTo>
                  <a:lnTo>
                    <a:pt x="613561" y="81476"/>
                  </a:lnTo>
                  <a:lnTo>
                    <a:pt x="618196" y="83798"/>
                  </a:lnTo>
                  <a:lnTo>
                    <a:pt x="620514" y="85942"/>
                  </a:lnTo>
                  <a:lnTo>
                    <a:pt x="620514" y="94698"/>
                  </a:lnTo>
                  <a:lnTo>
                    <a:pt x="618196" y="96842"/>
                  </a:lnTo>
                  <a:lnTo>
                    <a:pt x="613561" y="98986"/>
                  </a:lnTo>
                  <a:lnTo>
                    <a:pt x="697859" y="98986"/>
                  </a:lnTo>
                  <a:lnTo>
                    <a:pt x="709159" y="90231"/>
                  </a:lnTo>
                  <a:lnTo>
                    <a:pt x="697859" y="81476"/>
                  </a:lnTo>
                  <a:close/>
                </a:path>
              </a:pathLst>
            </a:custGeom>
            <a:solidFill>
              <a:srgbClr val="000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263778" y="3116448"/>
              <a:ext cx="709295" cy="180975"/>
            </a:xfrm>
            <a:custGeom>
              <a:avLst/>
              <a:gdLst/>
              <a:ahLst/>
              <a:cxnLst/>
              <a:rect l="l" t="t" r="r" b="b"/>
              <a:pathLst>
                <a:path w="709295" h="180975">
                  <a:moveTo>
                    <a:pt x="11780" y="81476"/>
                  </a:moveTo>
                  <a:lnTo>
                    <a:pt x="611630" y="81476"/>
                  </a:lnTo>
                  <a:lnTo>
                    <a:pt x="613561" y="81476"/>
                  </a:lnTo>
                  <a:lnTo>
                    <a:pt x="618196" y="83798"/>
                  </a:lnTo>
                  <a:lnTo>
                    <a:pt x="620514" y="85942"/>
                  </a:lnTo>
                  <a:lnTo>
                    <a:pt x="620514" y="90231"/>
                  </a:lnTo>
                  <a:lnTo>
                    <a:pt x="620514" y="94698"/>
                  </a:lnTo>
                  <a:lnTo>
                    <a:pt x="618196" y="96842"/>
                  </a:lnTo>
                  <a:lnTo>
                    <a:pt x="613561" y="98986"/>
                  </a:lnTo>
                  <a:lnTo>
                    <a:pt x="611630" y="98986"/>
                  </a:lnTo>
                  <a:lnTo>
                    <a:pt x="11780" y="98986"/>
                  </a:lnTo>
                  <a:lnTo>
                    <a:pt x="7145" y="98986"/>
                  </a:lnTo>
                  <a:lnTo>
                    <a:pt x="4828" y="96842"/>
                  </a:lnTo>
                  <a:lnTo>
                    <a:pt x="2510" y="94698"/>
                  </a:lnTo>
                  <a:lnTo>
                    <a:pt x="0" y="90231"/>
                  </a:lnTo>
                  <a:lnTo>
                    <a:pt x="2510" y="85942"/>
                  </a:lnTo>
                  <a:lnTo>
                    <a:pt x="4828" y="83798"/>
                  </a:lnTo>
                  <a:lnTo>
                    <a:pt x="7145" y="81476"/>
                  </a:lnTo>
                  <a:lnTo>
                    <a:pt x="11780" y="81476"/>
                  </a:lnTo>
                  <a:close/>
                </a:path>
                <a:path w="709295" h="180975">
                  <a:moveTo>
                    <a:pt x="592704" y="0"/>
                  </a:moveTo>
                  <a:lnTo>
                    <a:pt x="709159" y="90231"/>
                  </a:lnTo>
                  <a:lnTo>
                    <a:pt x="592704" y="180462"/>
                  </a:lnTo>
                  <a:lnTo>
                    <a:pt x="592704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75559" y="3537586"/>
              <a:ext cx="706755" cy="180975"/>
            </a:xfrm>
            <a:custGeom>
              <a:avLst/>
              <a:gdLst/>
              <a:ahLst/>
              <a:cxnLst/>
              <a:rect l="l" t="t" r="r" b="b"/>
              <a:pathLst>
                <a:path w="706754" h="180975">
                  <a:moveTo>
                    <a:pt x="116455" y="0"/>
                  </a:moveTo>
                  <a:lnTo>
                    <a:pt x="0" y="90231"/>
                  </a:lnTo>
                  <a:lnTo>
                    <a:pt x="116455" y="180462"/>
                  </a:lnTo>
                  <a:lnTo>
                    <a:pt x="116455" y="98450"/>
                  </a:lnTo>
                  <a:lnTo>
                    <a:pt x="92893" y="98450"/>
                  </a:lnTo>
                  <a:lnTo>
                    <a:pt x="88644" y="96306"/>
                  </a:lnTo>
                  <a:lnTo>
                    <a:pt x="86327" y="92375"/>
                  </a:lnTo>
                  <a:lnTo>
                    <a:pt x="86327" y="85942"/>
                  </a:lnTo>
                  <a:lnTo>
                    <a:pt x="88644" y="83620"/>
                  </a:lnTo>
                  <a:lnTo>
                    <a:pt x="92893" y="81476"/>
                  </a:lnTo>
                  <a:lnTo>
                    <a:pt x="116455" y="81476"/>
                  </a:lnTo>
                  <a:lnTo>
                    <a:pt x="116455" y="0"/>
                  </a:lnTo>
                  <a:close/>
                </a:path>
                <a:path w="706754" h="180975">
                  <a:moveTo>
                    <a:pt x="116455" y="81476"/>
                  </a:moveTo>
                  <a:lnTo>
                    <a:pt x="92893" y="81476"/>
                  </a:lnTo>
                  <a:lnTo>
                    <a:pt x="88644" y="83620"/>
                  </a:lnTo>
                  <a:lnTo>
                    <a:pt x="86327" y="85942"/>
                  </a:lnTo>
                  <a:lnTo>
                    <a:pt x="86327" y="92375"/>
                  </a:lnTo>
                  <a:lnTo>
                    <a:pt x="88644" y="96306"/>
                  </a:lnTo>
                  <a:lnTo>
                    <a:pt x="92893" y="98450"/>
                  </a:lnTo>
                  <a:lnTo>
                    <a:pt x="116455" y="98450"/>
                  </a:lnTo>
                  <a:lnTo>
                    <a:pt x="116455" y="81476"/>
                  </a:lnTo>
                  <a:close/>
                </a:path>
                <a:path w="706754" h="180975">
                  <a:moveTo>
                    <a:pt x="699696" y="81476"/>
                  </a:moveTo>
                  <a:lnTo>
                    <a:pt x="116455" y="81476"/>
                  </a:lnTo>
                  <a:lnTo>
                    <a:pt x="116455" y="98450"/>
                  </a:lnTo>
                  <a:lnTo>
                    <a:pt x="699696" y="98450"/>
                  </a:lnTo>
                  <a:lnTo>
                    <a:pt x="702013" y="96306"/>
                  </a:lnTo>
                  <a:lnTo>
                    <a:pt x="703944" y="92375"/>
                  </a:lnTo>
                  <a:lnTo>
                    <a:pt x="706262" y="90231"/>
                  </a:lnTo>
                  <a:lnTo>
                    <a:pt x="703944" y="85942"/>
                  </a:lnTo>
                  <a:lnTo>
                    <a:pt x="702013" y="83620"/>
                  </a:lnTo>
                  <a:lnTo>
                    <a:pt x="699696" y="81476"/>
                  </a:lnTo>
                  <a:close/>
                </a:path>
              </a:pathLst>
            </a:custGeom>
            <a:solidFill>
              <a:srgbClr val="000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275559" y="3537586"/>
              <a:ext cx="706755" cy="180975"/>
            </a:xfrm>
            <a:custGeom>
              <a:avLst/>
              <a:gdLst/>
              <a:ahLst/>
              <a:cxnLst/>
              <a:rect l="l" t="t" r="r" b="b"/>
              <a:pathLst>
                <a:path w="706754" h="180975">
                  <a:moveTo>
                    <a:pt x="697378" y="98450"/>
                  </a:moveTo>
                  <a:lnTo>
                    <a:pt x="95211" y="98450"/>
                  </a:lnTo>
                  <a:lnTo>
                    <a:pt x="92893" y="98450"/>
                  </a:lnTo>
                  <a:lnTo>
                    <a:pt x="88644" y="96306"/>
                  </a:lnTo>
                  <a:lnTo>
                    <a:pt x="86327" y="92375"/>
                  </a:lnTo>
                  <a:lnTo>
                    <a:pt x="86327" y="90231"/>
                  </a:lnTo>
                  <a:lnTo>
                    <a:pt x="86327" y="85942"/>
                  </a:lnTo>
                  <a:lnTo>
                    <a:pt x="88644" y="83620"/>
                  </a:lnTo>
                  <a:lnTo>
                    <a:pt x="92893" y="81476"/>
                  </a:lnTo>
                  <a:lnTo>
                    <a:pt x="95211" y="81476"/>
                  </a:lnTo>
                  <a:lnTo>
                    <a:pt x="697378" y="81476"/>
                  </a:lnTo>
                  <a:lnTo>
                    <a:pt x="699696" y="81476"/>
                  </a:lnTo>
                  <a:lnTo>
                    <a:pt x="702013" y="83620"/>
                  </a:lnTo>
                  <a:lnTo>
                    <a:pt x="703944" y="85942"/>
                  </a:lnTo>
                  <a:lnTo>
                    <a:pt x="706262" y="90231"/>
                  </a:lnTo>
                  <a:lnTo>
                    <a:pt x="703944" y="92375"/>
                  </a:lnTo>
                  <a:lnTo>
                    <a:pt x="702013" y="96306"/>
                  </a:lnTo>
                  <a:lnTo>
                    <a:pt x="699696" y="98450"/>
                  </a:lnTo>
                  <a:lnTo>
                    <a:pt x="697378" y="98450"/>
                  </a:lnTo>
                  <a:close/>
                </a:path>
                <a:path w="706754" h="180975">
                  <a:moveTo>
                    <a:pt x="116455" y="180462"/>
                  </a:moveTo>
                  <a:lnTo>
                    <a:pt x="0" y="90231"/>
                  </a:lnTo>
                  <a:lnTo>
                    <a:pt x="116455" y="0"/>
                  </a:lnTo>
                  <a:lnTo>
                    <a:pt x="116455" y="1804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263778" y="3116448"/>
              <a:ext cx="709295" cy="180975"/>
            </a:xfrm>
            <a:custGeom>
              <a:avLst/>
              <a:gdLst/>
              <a:ahLst/>
              <a:cxnLst/>
              <a:rect l="l" t="t" r="r" b="b"/>
              <a:pathLst>
                <a:path w="709295" h="180975">
                  <a:moveTo>
                    <a:pt x="592704" y="0"/>
                  </a:moveTo>
                  <a:lnTo>
                    <a:pt x="592704" y="180462"/>
                  </a:lnTo>
                  <a:lnTo>
                    <a:pt x="697859" y="98986"/>
                  </a:lnTo>
                  <a:lnTo>
                    <a:pt x="613561" y="98986"/>
                  </a:lnTo>
                  <a:lnTo>
                    <a:pt x="618196" y="96842"/>
                  </a:lnTo>
                  <a:lnTo>
                    <a:pt x="620514" y="94698"/>
                  </a:lnTo>
                  <a:lnTo>
                    <a:pt x="620514" y="85942"/>
                  </a:lnTo>
                  <a:lnTo>
                    <a:pt x="618196" y="83798"/>
                  </a:lnTo>
                  <a:lnTo>
                    <a:pt x="613561" y="81476"/>
                  </a:lnTo>
                  <a:lnTo>
                    <a:pt x="697859" y="81476"/>
                  </a:lnTo>
                  <a:lnTo>
                    <a:pt x="592704" y="0"/>
                  </a:lnTo>
                  <a:close/>
                </a:path>
                <a:path w="709295" h="180975">
                  <a:moveTo>
                    <a:pt x="592704" y="81476"/>
                  </a:moveTo>
                  <a:lnTo>
                    <a:pt x="7145" y="81476"/>
                  </a:lnTo>
                  <a:lnTo>
                    <a:pt x="4828" y="83798"/>
                  </a:lnTo>
                  <a:lnTo>
                    <a:pt x="2510" y="85942"/>
                  </a:lnTo>
                  <a:lnTo>
                    <a:pt x="0" y="90231"/>
                  </a:lnTo>
                  <a:lnTo>
                    <a:pt x="2510" y="94698"/>
                  </a:lnTo>
                  <a:lnTo>
                    <a:pt x="7145" y="98986"/>
                  </a:lnTo>
                  <a:lnTo>
                    <a:pt x="592704" y="98986"/>
                  </a:lnTo>
                  <a:lnTo>
                    <a:pt x="592704" y="81476"/>
                  </a:lnTo>
                  <a:close/>
                </a:path>
                <a:path w="709295" h="180975">
                  <a:moveTo>
                    <a:pt x="697859" y="81476"/>
                  </a:moveTo>
                  <a:lnTo>
                    <a:pt x="613561" y="81476"/>
                  </a:lnTo>
                  <a:lnTo>
                    <a:pt x="618196" y="83798"/>
                  </a:lnTo>
                  <a:lnTo>
                    <a:pt x="620514" y="85942"/>
                  </a:lnTo>
                  <a:lnTo>
                    <a:pt x="620514" y="94698"/>
                  </a:lnTo>
                  <a:lnTo>
                    <a:pt x="618196" y="96842"/>
                  </a:lnTo>
                  <a:lnTo>
                    <a:pt x="613561" y="98986"/>
                  </a:lnTo>
                  <a:lnTo>
                    <a:pt x="697859" y="98986"/>
                  </a:lnTo>
                  <a:lnTo>
                    <a:pt x="709159" y="90231"/>
                  </a:lnTo>
                  <a:lnTo>
                    <a:pt x="697859" y="81476"/>
                  </a:lnTo>
                  <a:close/>
                </a:path>
              </a:pathLst>
            </a:custGeom>
            <a:solidFill>
              <a:srgbClr val="000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263778" y="3116448"/>
              <a:ext cx="709295" cy="180975"/>
            </a:xfrm>
            <a:custGeom>
              <a:avLst/>
              <a:gdLst/>
              <a:ahLst/>
              <a:cxnLst/>
              <a:rect l="l" t="t" r="r" b="b"/>
              <a:pathLst>
                <a:path w="709295" h="180975">
                  <a:moveTo>
                    <a:pt x="11780" y="81476"/>
                  </a:moveTo>
                  <a:lnTo>
                    <a:pt x="611630" y="81476"/>
                  </a:lnTo>
                  <a:lnTo>
                    <a:pt x="613561" y="81476"/>
                  </a:lnTo>
                  <a:lnTo>
                    <a:pt x="618196" y="83798"/>
                  </a:lnTo>
                  <a:lnTo>
                    <a:pt x="620514" y="85942"/>
                  </a:lnTo>
                  <a:lnTo>
                    <a:pt x="620514" y="90231"/>
                  </a:lnTo>
                  <a:lnTo>
                    <a:pt x="620514" y="94698"/>
                  </a:lnTo>
                  <a:lnTo>
                    <a:pt x="618196" y="96842"/>
                  </a:lnTo>
                  <a:lnTo>
                    <a:pt x="613561" y="98986"/>
                  </a:lnTo>
                  <a:lnTo>
                    <a:pt x="611630" y="98986"/>
                  </a:lnTo>
                  <a:lnTo>
                    <a:pt x="11780" y="98986"/>
                  </a:lnTo>
                  <a:lnTo>
                    <a:pt x="7145" y="98986"/>
                  </a:lnTo>
                  <a:lnTo>
                    <a:pt x="4828" y="96842"/>
                  </a:lnTo>
                  <a:lnTo>
                    <a:pt x="2510" y="94698"/>
                  </a:lnTo>
                  <a:lnTo>
                    <a:pt x="0" y="90231"/>
                  </a:lnTo>
                  <a:lnTo>
                    <a:pt x="2510" y="85942"/>
                  </a:lnTo>
                  <a:lnTo>
                    <a:pt x="4828" y="83798"/>
                  </a:lnTo>
                  <a:lnTo>
                    <a:pt x="7145" y="81476"/>
                  </a:lnTo>
                  <a:lnTo>
                    <a:pt x="11780" y="81476"/>
                  </a:lnTo>
                  <a:close/>
                </a:path>
                <a:path w="709295" h="180975">
                  <a:moveTo>
                    <a:pt x="592704" y="0"/>
                  </a:moveTo>
                  <a:lnTo>
                    <a:pt x="709159" y="90231"/>
                  </a:lnTo>
                  <a:lnTo>
                    <a:pt x="592704" y="180462"/>
                  </a:lnTo>
                  <a:lnTo>
                    <a:pt x="592704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275559" y="3537586"/>
              <a:ext cx="706755" cy="180975"/>
            </a:xfrm>
            <a:custGeom>
              <a:avLst/>
              <a:gdLst/>
              <a:ahLst/>
              <a:cxnLst/>
              <a:rect l="l" t="t" r="r" b="b"/>
              <a:pathLst>
                <a:path w="706754" h="180975">
                  <a:moveTo>
                    <a:pt x="116455" y="0"/>
                  </a:moveTo>
                  <a:lnTo>
                    <a:pt x="0" y="90231"/>
                  </a:lnTo>
                  <a:lnTo>
                    <a:pt x="116455" y="180462"/>
                  </a:lnTo>
                  <a:lnTo>
                    <a:pt x="116455" y="98450"/>
                  </a:lnTo>
                  <a:lnTo>
                    <a:pt x="92893" y="98450"/>
                  </a:lnTo>
                  <a:lnTo>
                    <a:pt x="88644" y="96306"/>
                  </a:lnTo>
                  <a:lnTo>
                    <a:pt x="86327" y="92375"/>
                  </a:lnTo>
                  <a:lnTo>
                    <a:pt x="86327" y="85942"/>
                  </a:lnTo>
                  <a:lnTo>
                    <a:pt x="88644" y="83620"/>
                  </a:lnTo>
                  <a:lnTo>
                    <a:pt x="92893" y="81476"/>
                  </a:lnTo>
                  <a:lnTo>
                    <a:pt x="116455" y="81476"/>
                  </a:lnTo>
                  <a:lnTo>
                    <a:pt x="116455" y="0"/>
                  </a:lnTo>
                  <a:close/>
                </a:path>
                <a:path w="706754" h="180975">
                  <a:moveTo>
                    <a:pt x="116455" y="81476"/>
                  </a:moveTo>
                  <a:lnTo>
                    <a:pt x="92893" y="81476"/>
                  </a:lnTo>
                  <a:lnTo>
                    <a:pt x="88644" y="83620"/>
                  </a:lnTo>
                  <a:lnTo>
                    <a:pt x="86327" y="85942"/>
                  </a:lnTo>
                  <a:lnTo>
                    <a:pt x="86327" y="92375"/>
                  </a:lnTo>
                  <a:lnTo>
                    <a:pt x="88644" y="96306"/>
                  </a:lnTo>
                  <a:lnTo>
                    <a:pt x="92893" y="98450"/>
                  </a:lnTo>
                  <a:lnTo>
                    <a:pt x="116455" y="98450"/>
                  </a:lnTo>
                  <a:lnTo>
                    <a:pt x="116455" y="81476"/>
                  </a:lnTo>
                  <a:close/>
                </a:path>
                <a:path w="706754" h="180975">
                  <a:moveTo>
                    <a:pt x="699696" y="81476"/>
                  </a:moveTo>
                  <a:lnTo>
                    <a:pt x="116455" y="81476"/>
                  </a:lnTo>
                  <a:lnTo>
                    <a:pt x="116455" y="98450"/>
                  </a:lnTo>
                  <a:lnTo>
                    <a:pt x="699696" y="98450"/>
                  </a:lnTo>
                  <a:lnTo>
                    <a:pt x="702013" y="96306"/>
                  </a:lnTo>
                  <a:lnTo>
                    <a:pt x="703944" y="92375"/>
                  </a:lnTo>
                  <a:lnTo>
                    <a:pt x="706262" y="90231"/>
                  </a:lnTo>
                  <a:lnTo>
                    <a:pt x="703944" y="85942"/>
                  </a:lnTo>
                  <a:lnTo>
                    <a:pt x="702013" y="83620"/>
                  </a:lnTo>
                  <a:lnTo>
                    <a:pt x="699696" y="81476"/>
                  </a:lnTo>
                  <a:close/>
                </a:path>
              </a:pathLst>
            </a:custGeom>
            <a:solidFill>
              <a:srgbClr val="000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275559" y="3537586"/>
              <a:ext cx="706755" cy="180975"/>
            </a:xfrm>
            <a:custGeom>
              <a:avLst/>
              <a:gdLst/>
              <a:ahLst/>
              <a:cxnLst/>
              <a:rect l="l" t="t" r="r" b="b"/>
              <a:pathLst>
                <a:path w="706754" h="180975">
                  <a:moveTo>
                    <a:pt x="697378" y="98450"/>
                  </a:moveTo>
                  <a:lnTo>
                    <a:pt x="95211" y="98450"/>
                  </a:lnTo>
                  <a:lnTo>
                    <a:pt x="92893" y="98450"/>
                  </a:lnTo>
                  <a:lnTo>
                    <a:pt x="88644" y="96306"/>
                  </a:lnTo>
                  <a:lnTo>
                    <a:pt x="86327" y="92375"/>
                  </a:lnTo>
                  <a:lnTo>
                    <a:pt x="86327" y="90231"/>
                  </a:lnTo>
                  <a:lnTo>
                    <a:pt x="86327" y="85942"/>
                  </a:lnTo>
                  <a:lnTo>
                    <a:pt x="88644" y="83620"/>
                  </a:lnTo>
                  <a:lnTo>
                    <a:pt x="92893" y="81476"/>
                  </a:lnTo>
                  <a:lnTo>
                    <a:pt x="95211" y="81476"/>
                  </a:lnTo>
                  <a:lnTo>
                    <a:pt x="697378" y="81476"/>
                  </a:lnTo>
                  <a:lnTo>
                    <a:pt x="699696" y="81476"/>
                  </a:lnTo>
                  <a:lnTo>
                    <a:pt x="702013" y="83620"/>
                  </a:lnTo>
                  <a:lnTo>
                    <a:pt x="703944" y="85942"/>
                  </a:lnTo>
                  <a:lnTo>
                    <a:pt x="706262" y="90231"/>
                  </a:lnTo>
                  <a:lnTo>
                    <a:pt x="703944" y="92375"/>
                  </a:lnTo>
                  <a:lnTo>
                    <a:pt x="702013" y="96306"/>
                  </a:lnTo>
                  <a:lnTo>
                    <a:pt x="699696" y="98450"/>
                  </a:lnTo>
                  <a:lnTo>
                    <a:pt x="697378" y="98450"/>
                  </a:lnTo>
                  <a:close/>
                </a:path>
                <a:path w="706754" h="180975">
                  <a:moveTo>
                    <a:pt x="116455" y="180462"/>
                  </a:moveTo>
                  <a:lnTo>
                    <a:pt x="0" y="90231"/>
                  </a:lnTo>
                  <a:lnTo>
                    <a:pt x="116455" y="0"/>
                  </a:lnTo>
                  <a:lnTo>
                    <a:pt x="116455" y="1804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210282" y="4103987"/>
              <a:ext cx="1013460" cy="215265"/>
            </a:xfrm>
            <a:custGeom>
              <a:avLst/>
              <a:gdLst/>
              <a:ahLst/>
              <a:cxnLst/>
              <a:rect l="l" t="t" r="r" b="b"/>
              <a:pathLst>
                <a:path w="1013459" h="215264">
                  <a:moveTo>
                    <a:pt x="0" y="0"/>
                  </a:moveTo>
                  <a:lnTo>
                    <a:pt x="0" y="10899"/>
                  </a:lnTo>
                  <a:lnTo>
                    <a:pt x="2510" y="21798"/>
                  </a:lnTo>
                  <a:lnTo>
                    <a:pt x="4828" y="32340"/>
                  </a:lnTo>
                  <a:lnTo>
                    <a:pt x="9463" y="41095"/>
                  </a:lnTo>
                  <a:lnTo>
                    <a:pt x="13711" y="51994"/>
                  </a:lnTo>
                  <a:lnTo>
                    <a:pt x="18540" y="60213"/>
                  </a:lnTo>
                  <a:lnTo>
                    <a:pt x="25492" y="68968"/>
                  </a:lnTo>
                  <a:lnTo>
                    <a:pt x="32638" y="75401"/>
                  </a:lnTo>
                  <a:lnTo>
                    <a:pt x="42101" y="82012"/>
                  </a:lnTo>
                  <a:lnTo>
                    <a:pt x="50985" y="88087"/>
                  </a:lnTo>
                  <a:lnTo>
                    <a:pt x="60448" y="94698"/>
                  </a:lnTo>
                  <a:lnTo>
                    <a:pt x="72229" y="98986"/>
                  </a:lnTo>
                  <a:lnTo>
                    <a:pt x="81112" y="103274"/>
                  </a:lnTo>
                  <a:lnTo>
                    <a:pt x="92893" y="105597"/>
                  </a:lnTo>
                  <a:lnTo>
                    <a:pt x="104674" y="107741"/>
                  </a:lnTo>
                  <a:lnTo>
                    <a:pt x="118386" y="107741"/>
                  </a:lnTo>
                  <a:lnTo>
                    <a:pt x="387797" y="107741"/>
                  </a:lnTo>
                  <a:lnTo>
                    <a:pt x="399578" y="107741"/>
                  </a:lnTo>
                  <a:lnTo>
                    <a:pt x="411358" y="109885"/>
                  </a:lnTo>
                  <a:lnTo>
                    <a:pt x="452880" y="124715"/>
                  </a:lnTo>
                  <a:lnTo>
                    <a:pt x="471614" y="139902"/>
                  </a:lnTo>
                  <a:lnTo>
                    <a:pt x="478759" y="146156"/>
                  </a:lnTo>
                  <a:lnTo>
                    <a:pt x="485905" y="154732"/>
                  </a:lnTo>
                  <a:lnTo>
                    <a:pt x="492471" y="163488"/>
                  </a:lnTo>
                  <a:lnTo>
                    <a:pt x="497106" y="172243"/>
                  </a:lnTo>
                  <a:lnTo>
                    <a:pt x="499424" y="182606"/>
                  </a:lnTo>
                  <a:lnTo>
                    <a:pt x="504252" y="193505"/>
                  </a:lnTo>
                  <a:lnTo>
                    <a:pt x="506569" y="204047"/>
                  </a:lnTo>
                  <a:lnTo>
                    <a:pt x="506569" y="214946"/>
                  </a:lnTo>
                  <a:lnTo>
                    <a:pt x="506569" y="204047"/>
                  </a:lnTo>
                  <a:lnTo>
                    <a:pt x="508887" y="193505"/>
                  </a:lnTo>
                  <a:lnTo>
                    <a:pt x="511204" y="182606"/>
                  </a:lnTo>
                  <a:lnTo>
                    <a:pt x="516033" y="172243"/>
                  </a:lnTo>
                  <a:lnTo>
                    <a:pt x="520668" y="163488"/>
                  </a:lnTo>
                  <a:lnTo>
                    <a:pt x="524916" y="154732"/>
                  </a:lnTo>
                  <a:lnTo>
                    <a:pt x="532062" y="146156"/>
                  </a:lnTo>
                  <a:lnTo>
                    <a:pt x="541525" y="139902"/>
                  </a:lnTo>
                  <a:lnTo>
                    <a:pt x="548478" y="131326"/>
                  </a:lnTo>
                  <a:lnTo>
                    <a:pt x="557362" y="124715"/>
                  </a:lnTo>
                  <a:lnTo>
                    <a:pt x="569142" y="120427"/>
                  </a:lnTo>
                  <a:lnTo>
                    <a:pt x="578606" y="115960"/>
                  </a:lnTo>
                  <a:lnTo>
                    <a:pt x="590000" y="112029"/>
                  </a:lnTo>
                  <a:lnTo>
                    <a:pt x="601781" y="109885"/>
                  </a:lnTo>
                  <a:lnTo>
                    <a:pt x="613561" y="107741"/>
                  </a:lnTo>
                  <a:lnTo>
                    <a:pt x="624763" y="107741"/>
                  </a:lnTo>
                  <a:lnTo>
                    <a:pt x="894753" y="107741"/>
                  </a:lnTo>
                  <a:lnTo>
                    <a:pt x="906147" y="107741"/>
                  </a:lnTo>
                  <a:lnTo>
                    <a:pt x="917928" y="105597"/>
                  </a:lnTo>
                  <a:lnTo>
                    <a:pt x="962154" y="88087"/>
                  </a:lnTo>
                  <a:lnTo>
                    <a:pt x="968720" y="82012"/>
                  </a:lnTo>
                  <a:lnTo>
                    <a:pt x="978184" y="75401"/>
                  </a:lnTo>
                  <a:lnTo>
                    <a:pt x="985329" y="68968"/>
                  </a:lnTo>
                  <a:lnTo>
                    <a:pt x="992282" y="60213"/>
                  </a:lnTo>
                  <a:lnTo>
                    <a:pt x="998848" y="51994"/>
                  </a:lnTo>
                  <a:lnTo>
                    <a:pt x="1003676" y="41095"/>
                  </a:lnTo>
                  <a:lnTo>
                    <a:pt x="1008311" y="32340"/>
                  </a:lnTo>
                  <a:lnTo>
                    <a:pt x="1010629" y="21798"/>
                  </a:lnTo>
                  <a:lnTo>
                    <a:pt x="1013139" y="10899"/>
                  </a:lnTo>
                  <a:lnTo>
                    <a:pt x="1013139" y="0"/>
                  </a:lnTo>
                </a:path>
              </a:pathLst>
            </a:custGeom>
            <a:ln w="43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7542706" y="3284071"/>
            <a:ext cx="12077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50" dirty="0">
                <a:latin typeface="Arial"/>
                <a:cs typeface="Arial"/>
              </a:rPr>
              <a:t>Environment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3142161" y="4380119"/>
            <a:ext cx="195580" cy="269240"/>
            <a:chOff x="3142161" y="4380119"/>
            <a:chExt cx="195580" cy="269240"/>
          </a:xfrm>
        </p:grpSpPr>
        <p:sp>
          <p:nvSpPr>
            <p:cNvPr id="55" name="object 55"/>
            <p:cNvSpPr/>
            <p:nvPr/>
          </p:nvSpPr>
          <p:spPr>
            <a:xfrm>
              <a:off x="3143439" y="4381470"/>
              <a:ext cx="193040" cy="266700"/>
            </a:xfrm>
            <a:custGeom>
              <a:avLst/>
              <a:gdLst/>
              <a:ahLst/>
              <a:cxnLst/>
              <a:rect l="l" t="t" r="r" b="b"/>
              <a:pathLst>
                <a:path w="193039" h="266700">
                  <a:moveTo>
                    <a:pt x="86327" y="159199"/>
                  </a:moveTo>
                  <a:lnTo>
                    <a:pt x="0" y="159199"/>
                  </a:lnTo>
                  <a:lnTo>
                    <a:pt x="95211" y="266405"/>
                  </a:lnTo>
                  <a:lnTo>
                    <a:pt x="169495" y="184750"/>
                  </a:lnTo>
                  <a:lnTo>
                    <a:pt x="92893" y="184750"/>
                  </a:lnTo>
                  <a:lnTo>
                    <a:pt x="88065" y="182606"/>
                  </a:lnTo>
                  <a:lnTo>
                    <a:pt x="86327" y="180462"/>
                  </a:lnTo>
                  <a:lnTo>
                    <a:pt x="86327" y="159199"/>
                  </a:lnTo>
                  <a:close/>
                </a:path>
                <a:path w="193039" h="266700">
                  <a:moveTo>
                    <a:pt x="99846" y="0"/>
                  </a:moveTo>
                  <a:lnTo>
                    <a:pt x="92893" y="0"/>
                  </a:lnTo>
                  <a:lnTo>
                    <a:pt x="88065" y="2144"/>
                  </a:lnTo>
                  <a:lnTo>
                    <a:pt x="86327" y="4288"/>
                  </a:lnTo>
                  <a:lnTo>
                    <a:pt x="86327" y="180462"/>
                  </a:lnTo>
                  <a:lnTo>
                    <a:pt x="88065" y="182606"/>
                  </a:lnTo>
                  <a:lnTo>
                    <a:pt x="92893" y="184750"/>
                  </a:lnTo>
                  <a:lnTo>
                    <a:pt x="99846" y="184750"/>
                  </a:lnTo>
                  <a:lnTo>
                    <a:pt x="102356" y="182606"/>
                  </a:lnTo>
                  <a:lnTo>
                    <a:pt x="104674" y="180462"/>
                  </a:lnTo>
                  <a:lnTo>
                    <a:pt x="104674" y="4288"/>
                  </a:lnTo>
                  <a:lnTo>
                    <a:pt x="102356" y="2144"/>
                  </a:lnTo>
                  <a:lnTo>
                    <a:pt x="99846" y="0"/>
                  </a:lnTo>
                  <a:close/>
                </a:path>
                <a:path w="193039" h="266700">
                  <a:moveTo>
                    <a:pt x="192739" y="159199"/>
                  </a:moveTo>
                  <a:lnTo>
                    <a:pt x="104674" y="159199"/>
                  </a:lnTo>
                  <a:lnTo>
                    <a:pt x="104674" y="180462"/>
                  </a:lnTo>
                  <a:lnTo>
                    <a:pt x="102356" y="182606"/>
                  </a:lnTo>
                  <a:lnTo>
                    <a:pt x="99846" y="184750"/>
                  </a:lnTo>
                  <a:lnTo>
                    <a:pt x="169495" y="184750"/>
                  </a:lnTo>
                  <a:lnTo>
                    <a:pt x="192739" y="159199"/>
                  </a:lnTo>
                  <a:close/>
                </a:path>
              </a:pathLst>
            </a:custGeom>
            <a:solidFill>
              <a:srgbClr val="000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42161" y="4380119"/>
              <a:ext cx="195295" cy="269033"/>
            </a:xfrm>
            <a:prstGeom prst="rect">
              <a:avLst/>
            </a:prstGeom>
          </p:spPr>
        </p:pic>
      </p:grpSp>
      <p:grpSp>
        <p:nvGrpSpPr>
          <p:cNvPr id="57" name="object 57"/>
          <p:cNvGrpSpPr/>
          <p:nvPr/>
        </p:nvGrpSpPr>
        <p:grpSpPr>
          <a:xfrm>
            <a:off x="6627702" y="4380119"/>
            <a:ext cx="195580" cy="269240"/>
            <a:chOff x="6627702" y="4380119"/>
            <a:chExt cx="195580" cy="269240"/>
          </a:xfrm>
        </p:grpSpPr>
        <p:sp>
          <p:nvSpPr>
            <p:cNvPr id="58" name="object 58"/>
            <p:cNvSpPr/>
            <p:nvPr/>
          </p:nvSpPr>
          <p:spPr>
            <a:xfrm>
              <a:off x="6628979" y="4381470"/>
              <a:ext cx="193040" cy="266700"/>
            </a:xfrm>
            <a:custGeom>
              <a:avLst/>
              <a:gdLst/>
              <a:ahLst/>
              <a:cxnLst/>
              <a:rect l="l" t="t" r="r" b="b"/>
              <a:pathLst>
                <a:path w="193040" h="266700">
                  <a:moveTo>
                    <a:pt x="85748" y="159199"/>
                  </a:moveTo>
                  <a:lnTo>
                    <a:pt x="0" y="159199"/>
                  </a:lnTo>
                  <a:lnTo>
                    <a:pt x="95211" y="266405"/>
                  </a:lnTo>
                  <a:lnTo>
                    <a:pt x="169495" y="184750"/>
                  </a:lnTo>
                  <a:lnTo>
                    <a:pt x="92893" y="184750"/>
                  </a:lnTo>
                  <a:lnTo>
                    <a:pt x="88065" y="182606"/>
                  </a:lnTo>
                  <a:lnTo>
                    <a:pt x="85748" y="180462"/>
                  </a:lnTo>
                  <a:lnTo>
                    <a:pt x="85748" y="159199"/>
                  </a:lnTo>
                  <a:close/>
                </a:path>
                <a:path w="193040" h="266700">
                  <a:moveTo>
                    <a:pt x="99846" y="0"/>
                  </a:moveTo>
                  <a:lnTo>
                    <a:pt x="92893" y="0"/>
                  </a:lnTo>
                  <a:lnTo>
                    <a:pt x="88065" y="2144"/>
                  </a:lnTo>
                  <a:lnTo>
                    <a:pt x="85748" y="4288"/>
                  </a:lnTo>
                  <a:lnTo>
                    <a:pt x="85748" y="180462"/>
                  </a:lnTo>
                  <a:lnTo>
                    <a:pt x="88065" y="182606"/>
                  </a:lnTo>
                  <a:lnTo>
                    <a:pt x="92893" y="184750"/>
                  </a:lnTo>
                  <a:lnTo>
                    <a:pt x="99846" y="184750"/>
                  </a:lnTo>
                  <a:lnTo>
                    <a:pt x="102163" y="182606"/>
                  </a:lnTo>
                  <a:lnTo>
                    <a:pt x="104674" y="180462"/>
                  </a:lnTo>
                  <a:lnTo>
                    <a:pt x="104674" y="4288"/>
                  </a:lnTo>
                  <a:lnTo>
                    <a:pt x="102163" y="2144"/>
                  </a:lnTo>
                  <a:lnTo>
                    <a:pt x="99846" y="0"/>
                  </a:lnTo>
                  <a:close/>
                </a:path>
                <a:path w="193040" h="266700">
                  <a:moveTo>
                    <a:pt x="192739" y="159199"/>
                  </a:moveTo>
                  <a:lnTo>
                    <a:pt x="104674" y="159199"/>
                  </a:lnTo>
                  <a:lnTo>
                    <a:pt x="104674" y="180462"/>
                  </a:lnTo>
                  <a:lnTo>
                    <a:pt x="102163" y="182606"/>
                  </a:lnTo>
                  <a:lnTo>
                    <a:pt x="99846" y="184750"/>
                  </a:lnTo>
                  <a:lnTo>
                    <a:pt x="169495" y="184750"/>
                  </a:lnTo>
                  <a:lnTo>
                    <a:pt x="192739" y="159199"/>
                  </a:lnTo>
                  <a:close/>
                </a:path>
              </a:pathLst>
            </a:custGeom>
            <a:solidFill>
              <a:srgbClr val="000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27702" y="4380119"/>
              <a:ext cx="195295" cy="269033"/>
            </a:xfrm>
            <a:prstGeom prst="rect">
              <a:avLst/>
            </a:prstGeom>
          </p:spPr>
        </p:pic>
      </p:grpSp>
      <p:grpSp>
        <p:nvGrpSpPr>
          <p:cNvPr id="60" name="object 60"/>
          <p:cNvGrpSpPr/>
          <p:nvPr/>
        </p:nvGrpSpPr>
        <p:grpSpPr>
          <a:xfrm>
            <a:off x="4870834" y="4388948"/>
            <a:ext cx="198120" cy="269240"/>
            <a:chOff x="4870834" y="4388948"/>
            <a:chExt cx="198120" cy="269240"/>
          </a:xfrm>
        </p:grpSpPr>
        <p:sp>
          <p:nvSpPr>
            <p:cNvPr id="61" name="object 61"/>
            <p:cNvSpPr/>
            <p:nvPr/>
          </p:nvSpPr>
          <p:spPr>
            <a:xfrm>
              <a:off x="4872111" y="4390225"/>
              <a:ext cx="195580" cy="266700"/>
            </a:xfrm>
            <a:custGeom>
              <a:avLst/>
              <a:gdLst/>
              <a:ahLst/>
              <a:cxnLst/>
              <a:rect l="l" t="t" r="r" b="b"/>
              <a:pathLst>
                <a:path w="195579" h="266700">
                  <a:moveTo>
                    <a:pt x="102163" y="81476"/>
                  </a:moveTo>
                  <a:lnTo>
                    <a:pt x="93279" y="81476"/>
                  </a:lnTo>
                  <a:lnTo>
                    <a:pt x="88644" y="85764"/>
                  </a:lnTo>
                  <a:lnTo>
                    <a:pt x="88644" y="259794"/>
                  </a:lnTo>
                  <a:lnTo>
                    <a:pt x="90962" y="264082"/>
                  </a:lnTo>
                  <a:lnTo>
                    <a:pt x="93279" y="266226"/>
                  </a:lnTo>
                  <a:lnTo>
                    <a:pt x="102163" y="266226"/>
                  </a:lnTo>
                  <a:lnTo>
                    <a:pt x="104674" y="264082"/>
                  </a:lnTo>
                  <a:lnTo>
                    <a:pt x="106991" y="259794"/>
                  </a:lnTo>
                  <a:lnTo>
                    <a:pt x="106991" y="85764"/>
                  </a:lnTo>
                  <a:lnTo>
                    <a:pt x="104674" y="83620"/>
                  </a:lnTo>
                  <a:lnTo>
                    <a:pt x="102163" y="81476"/>
                  </a:lnTo>
                  <a:close/>
                </a:path>
                <a:path w="195579" h="266700">
                  <a:moveTo>
                    <a:pt x="97528" y="0"/>
                  </a:moveTo>
                  <a:lnTo>
                    <a:pt x="0" y="107205"/>
                  </a:lnTo>
                  <a:lnTo>
                    <a:pt x="88644" y="107205"/>
                  </a:lnTo>
                  <a:lnTo>
                    <a:pt x="88644" y="85764"/>
                  </a:lnTo>
                  <a:lnTo>
                    <a:pt x="93279" y="81476"/>
                  </a:lnTo>
                  <a:lnTo>
                    <a:pt x="171944" y="81476"/>
                  </a:lnTo>
                  <a:lnTo>
                    <a:pt x="97528" y="0"/>
                  </a:lnTo>
                  <a:close/>
                </a:path>
                <a:path w="195579" h="266700">
                  <a:moveTo>
                    <a:pt x="171944" y="81476"/>
                  </a:moveTo>
                  <a:lnTo>
                    <a:pt x="102163" y="81476"/>
                  </a:lnTo>
                  <a:lnTo>
                    <a:pt x="104674" y="83620"/>
                  </a:lnTo>
                  <a:lnTo>
                    <a:pt x="106991" y="85764"/>
                  </a:lnTo>
                  <a:lnTo>
                    <a:pt x="106991" y="107205"/>
                  </a:lnTo>
                  <a:lnTo>
                    <a:pt x="195443" y="107205"/>
                  </a:lnTo>
                  <a:lnTo>
                    <a:pt x="171944" y="81476"/>
                  </a:lnTo>
                  <a:close/>
                </a:path>
              </a:pathLst>
            </a:custGeom>
            <a:solidFill>
              <a:srgbClr val="000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70834" y="4388948"/>
              <a:ext cx="197997" cy="268854"/>
            </a:xfrm>
            <a:prstGeom prst="rect">
              <a:avLst/>
            </a:prstGeom>
          </p:spPr>
        </p:pic>
      </p:grpSp>
      <p:sp>
        <p:nvSpPr>
          <p:cNvPr id="63" name="object 63"/>
          <p:cNvSpPr/>
          <p:nvPr/>
        </p:nvSpPr>
        <p:spPr>
          <a:xfrm>
            <a:off x="2016258" y="5337187"/>
            <a:ext cx="232410" cy="1289050"/>
          </a:xfrm>
          <a:custGeom>
            <a:avLst/>
            <a:gdLst/>
            <a:ahLst/>
            <a:cxnLst/>
            <a:rect l="l" t="t" r="r" b="b"/>
            <a:pathLst>
              <a:path w="232410" h="1289050">
                <a:moveTo>
                  <a:pt x="232272" y="0"/>
                </a:moveTo>
                <a:lnTo>
                  <a:pt x="220492" y="0"/>
                </a:lnTo>
                <a:lnTo>
                  <a:pt x="209194" y="2179"/>
                </a:lnTo>
                <a:lnTo>
                  <a:pt x="199769" y="4359"/>
                </a:lnTo>
                <a:lnTo>
                  <a:pt x="187989" y="8719"/>
                </a:lnTo>
                <a:lnTo>
                  <a:pt x="179047" y="12650"/>
                </a:lnTo>
                <a:lnTo>
                  <a:pt x="167266" y="17009"/>
                </a:lnTo>
                <a:lnTo>
                  <a:pt x="137100" y="47080"/>
                </a:lnTo>
                <a:lnTo>
                  <a:pt x="122982" y="74972"/>
                </a:lnTo>
                <a:lnTo>
                  <a:pt x="118270" y="85871"/>
                </a:lnTo>
                <a:lnTo>
                  <a:pt x="118270" y="96770"/>
                </a:lnTo>
                <a:lnTo>
                  <a:pt x="115914" y="107241"/>
                </a:lnTo>
                <a:lnTo>
                  <a:pt x="115914" y="537044"/>
                </a:lnTo>
                <a:lnTo>
                  <a:pt x="115914" y="547497"/>
                </a:lnTo>
                <a:lnTo>
                  <a:pt x="114021" y="558396"/>
                </a:lnTo>
                <a:lnTo>
                  <a:pt x="111665" y="569295"/>
                </a:lnTo>
                <a:lnTo>
                  <a:pt x="106953" y="577568"/>
                </a:lnTo>
                <a:lnTo>
                  <a:pt x="102240" y="588467"/>
                </a:lnTo>
                <a:lnTo>
                  <a:pt x="74450" y="618556"/>
                </a:lnTo>
                <a:lnTo>
                  <a:pt x="65025" y="625096"/>
                </a:lnTo>
                <a:lnTo>
                  <a:pt x="55601" y="631635"/>
                </a:lnTo>
                <a:lnTo>
                  <a:pt x="46176" y="635548"/>
                </a:lnTo>
                <a:lnTo>
                  <a:pt x="34878" y="639908"/>
                </a:lnTo>
                <a:lnTo>
                  <a:pt x="23097" y="642088"/>
                </a:lnTo>
                <a:lnTo>
                  <a:pt x="13673" y="644268"/>
                </a:lnTo>
                <a:lnTo>
                  <a:pt x="0" y="644268"/>
                </a:lnTo>
                <a:lnTo>
                  <a:pt x="13673" y="644268"/>
                </a:lnTo>
                <a:lnTo>
                  <a:pt x="23097" y="646447"/>
                </a:lnTo>
                <a:lnTo>
                  <a:pt x="34878" y="648627"/>
                </a:lnTo>
                <a:lnTo>
                  <a:pt x="46176" y="652987"/>
                </a:lnTo>
                <a:lnTo>
                  <a:pt x="55601" y="657347"/>
                </a:lnTo>
                <a:lnTo>
                  <a:pt x="65025" y="661706"/>
                </a:lnTo>
                <a:lnTo>
                  <a:pt x="74450" y="667799"/>
                </a:lnTo>
                <a:lnTo>
                  <a:pt x="83391" y="676519"/>
                </a:lnTo>
                <a:lnTo>
                  <a:pt x="90460" y="683058"/>
                </a:lnTo>
                <a:lnTo>
                  <a:pt x="111665" y="719687"/>
                </a:lnTo>
                <a:lnTo>
                  <a:pt x="115914" y="741038"/>
                </a:lnTo>
                <a:lnTo>
                  <a:pt x="115914" y="751937"/>
                </a:lnTo>
                <a:lnTo>
                  <a:pt x="115914" y="1181298"/>
                </a:lnTo>
                <a:lnTo>
                  <a:pt x="118270" y="1192196"/>
                </a:lnTo>
                <a:lnTo>
                  <a:pt x="118270" y="1202657"/>
                </a:lnTo>
                <a:lnTo>
                  <a:pt x="122982" y="1213554"/>
                </a:lnTo>
                <a:lnTo>
                  <a:pt x="144168" y="1250170"/>
                </a:lnTo>
                <a:lnTo>
                  <a:pt x="160198" y="1262812"/>
                </a:lnTo>
                <a:lnTo>
                  <a:pt x="167266" y="1269349"/>
                </a:lnTo>
                <a:lnTo>
                  <a:pt x="209194" y="1286786"/>
                </a:lnTo>
                <a:lnTo>
                  <a:pt x="220492" y="1288966"/>
                </a:lnTo>
                <a:lnTo>
                  <a:pt x="232272" y="1288966"/>
                </a:lnTo>
              </a:path>
            </a:pathLst>
          </a:custGeom>
          <a:ln w="4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1039144" y="5790482"/>
            <a:ext cx="926465" cy="37274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4000"/>
              </a:lnSpc>
              <a:spcBef>
                <a:spcPts val="80"/>
              </a:spcBef>
            </a:pPr>
            <a:r>
              <a:rPr sz="1100" spc="70" dirty="0">
                <a:latin typeface="Arial MT"/>
                <a:cs typeface="Arial MT"/>
              </a:rPr>
              <a:t>May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spc="70" dirty="0">
                <a:latin typeface="Arial MT"/>
                <a:cs typeface="Arial MT"/>
              </a:rPr>
              <a:t>be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spc="30" dirty="0">
                <a:latin typeface="Arial MT"/>
                <a:cs typeface="Arial MT"/>
              </a:rPr>
              <a:t>the </a:t>
            </a:r>
            <a:r>
              <a:rPr sz="1100" spc="70" dirty="0">
                <a:latin typeface="Arial MT"/>
                <a:cs typeface="Arial MT"/>
              </a:rPr>
              <a:t>same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spc="45" dirty="0">
                <a:latin typeface="Arial MT"/>
                <a:cs typeface="Arial MT"/>
              </a:rPr>
              <a:t>person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9323069" y="30860"/>
            <a:ext cx="281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22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6328" y="580085"/>
            <a:ext cx="51796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10" dirty="0">
                <a:latin typeface="Trebuchet MS"/>
                <a:cs typeface="Trebuchet MS"/>
              </a:rPr>
              <a:t>Example:</a:t>
            </a:r>
            <a:r>
              <a:rPr sz="4000" b="0" spc="-290" dirty="0">
                <a:latin typeface="Trebuchet MS"/>
                <a:cs typeface="Trebuchet MS"/>
              </a:rPr>
              <a:t> </a:t>
            </a:r>
            <a:r>
              <a:rPr sz="4000" b="0" spc="-80" dirty="0">
                <a:latin typeface="Trebuchet MS"/>
                <a:cs typeface="Trebuchet MS"/>
              </a:rPr>
              <a:t>ATM</a:t>
            </a:r>
            <a:r>
              <a:rPr sz="4000" b="0" spc="-190" dirty="0">
                <a:latin typeface="Trebuchet MS"/>
                <a:cs typeface="Trebuchet MS"/>
              </a:rPr>
              <a:t> </a:t>
            </a:r>
            <a:r>
              <a:rPr sz="4000" b="0" spc="-10" dirty="0">
                <a:latin typeface="Trebuchet MS"/>
                <a:cs typeface="Trebuchet MS"/>
              </a:rPr>
              <a:t>Machine</a:t>
            </a:r>
            <a:endParaRPr sz="40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107409" y="2990673"/>
            <a:ext cx="4359910" cy="1659889"/>
            <a:chOff x="4107409" y="2990673"/>
            <a:chExt cx="4359910" cy="1659889"/>
          </a:xfrm>
        </p:grpSpPr>
        <p:sp>
          <p:nvSpPr>
            <p:cNvPr id="4" name="object 4"/>
            <p:cNvSpPr/>
            <p:nvPr/>
          </p:nvSpPr>
          <p:spPr>
            <a:xfrm>
              <a:off x="4120427" y="3871873"/>
              <a:ext cx="3735070" cy="734060"/>
            </a:xfrm>
            <a:custGeom>
              <a:avLst/>
              <a:gdLst/>
              <a:ahLst/>
              <a:cxnLst/>
              <a:rect l="l" t="t" r="r" b="b"/>
              <a:pathLst>
                <a:path w="3735070" h="734060">
                  <a:moveTo>
                    <a:pt x="0" y="218838"/>
                  </a:moveTo>
                  <a:lnTo>
                    <a:pt x="25641" y="216869"/>
                  </a:lnTo>
                  <a:lnTo>
                    <a:pt x="51282" y="214900"/>
                  </a:lnTo>
                  <a:lnTo>
                    <a:pt x="74608" y="210799"/>
                  </a:lnTo>
                  <a:lnTo>
                    <a:pt x="121616" y="199316"/>
                  </a:lnTo>
                  <a:lnTo>
                    <a:pt x="166666" y="183239"/>
                  </a:lnTo>
                  <a:lnTo>
                    <a:pt x="209402" y="163554"/>
                  </a:lnTo>
                  <a:lnTo>
                    <a:pt x="271367" y="130088"/>
                  </a:lnTo>
                  <a:lnTo>
                    <a:pt x="309651" y="106466"/>
                  </a:lnTo>
                  <a:lnTo>
                    <a:pt x="348291" y="82843"/>
                  </a:lnTo>
                  <a:lnTo>
                    <a:pt x="367521" y="72836"/>
                  </a:lnTo>
                  <a:lnTo>
                    <a:pt x="386930" y="61189"/>
                  </a:lnTo>
                  <a:lnTo>
                    <a:pt x="406161" y="51182"/>
                  </a:lnTo>
                  <a:lnTo>
                    <a:pt x="425214" y="41175"/>
                  </a:lnTo>
                  <a:lnTo>
                    <a:pt x="444801" y="31496"/>
                  </a:lnTo>
                  <a:lnTo>
                    <a:pt x="463853" y="23622"/>
                  </a:lnTo>
                  <a:lnTo>
                    <a:pt x="482906" y="17552"/>
                  </a:lnTo>
                  <a:lnTo>
                    <a:pt x="502137" y="9514"/>
                  </a:lnTo>
                  <a:lnTo>
                    <a:pt x="521724" y="5905"/>
                  </a:lnTo>
                  <a:lnTo>
                    <a:pt x="542913" y="1968"/>
                  </a:lnTo>
                  <a:lnTo>
                    <a:pt x="561966" y="0"/>
                  </a:lnTo>
                  <a:lnTo>
                    <a:pt x="583334" y="0"/>
                  </a:lnTo>
                  <a:lnTo>
                    <a:pt x="605057" y="1968"/>
                  </a:lnTo>
                  <a:lnTo>
                    <a:pt x="615563" y="3937"/>
                  </a:lnTo>
                  <a:lnTo>
                    <a:pt x="626425" y="5905"/>
                  </a:lnTo>
                  <a:lnTo>
                    <a:pt x="638889" y="7546"/>
                  </a:lnTo>
                  <a:lnTo>
                    <a:pt x="649751" y="11483"/>
                  </a:lnTo>
                  <a:lnTo>
                    <a:pt x="660613" y="13615"/>
                  </a:lnTo>
                  <a:lnTo>
                    <a:pt x="673255" y="19521"/>
                  </a:lnTo>
                  <a:lnTo>
                    <a:pt x="684117" y="23622"/>
                  </a:lnTo>
                  <a:lnTo>
                    <a:pt x="692308" y="27559"/>
                  </a:lnTo>
                  <a:lnTo>
                    <a:pt x="703170" y="33629"/>
                  </a:lnTo>
                  <a:lnTo>
                    <a:pt x="714032" y="41175"/>
                  </a:lnTo>
                  <a:lnTo>
                    <a:pt x="724538" y="47245"/>
                  </a:lnTo>
                  <a:lnTo>
                    <a:pt x="735399" y="55119"/>
                  </a:lnTo>
                  <a:lnTo>
                    <a:pt x="746261" y="65126"/>
                  </a:lnTo>
                  <a:lnTo>
                    <a:pt x="756589" y="72836"/>
                  </a:lnTo>
                  <a:lnTo>
                    <a:pt x="767451" y="82843"/>
                  </a:lnTo>
                  <a:lnTo>
                    <a:pt x="777956" y="92850"/>
                  </a:lnTo>
                  <a:lnTo>
                    <a:pt x="788818" y="102365"/>
                  </a:lnTo>
                  <a:lnTo>
                    <a:pt x="820870" y="137963"/>
                  </a:lnTo>
                  <a:lnTo>
                    <a:pt x="863605" y="189309"/>
                  </a:lnTo>
                  <a:lnTo>
                    <a:pt x="906518" y="246397"/>
                  </a:lnTo>
                  <a:lnTo>
                    <a:pt x="949075" y="305782"/>
                  </a:lnTo>
                  <a:lnTo>
                    <a:pt x="970442" y="337279"/>
                  </a:lnTo>
                  <a:lnTo>
                    <a:pt x="1013356" y="398633"/>
                  </a:lnTo>
                  <a:lnTo>
                    <a:pt x="1055913" y="459822"/>
                  </a:lnTo>
                  <a:lnTo>
                    <a:pt x="1099004" y="519043"/>
                  </a:lnTo>
                  <a:lnTo>
                    <a:pt x="1141561" y="574326"/>
                  </a:lnTo>
                  <a:lnTo>
                    <a:pt x="1184118" y="623540"/>
                  </a:lnTo>
                  <a:lnTo>
                    <a:pt x="1216169" y="655037"/>
                  </a:lnTo>
                  <a:lnTo>
                    <a:pt x="1227031" y="665044"/>
                  </a:lnTo>
                  <a:lnTo>
                    <a:pt x="1237893" y="675051"/>
                  </a:lnTo>
                  <a:lnTo>
                    <a:pt x="1248399" y="682761"/>
                  </a:lnTo>
                  <a:lnTo>
                    <a:pt x="1259261" y="692768"/>
                  </a:lnTo>
                  <a:lnTo>
                    <a:pt x="1269766" y="698674"/>
                  </a:lnTo>
                  <a:lnTo>
                    <a:pt x="1280628" y="706384"/>
                  </a:lnTo>
                  <a:lnTo>
                    <a:pt x="1293092" y="712290"/>
                  </a:lnTo>
                  <a:lnTo>
                    <a:pt x="1303954" y="718359"/>
                  </a:lnTo>
                  <a:lnTo>
                    <a:pt x="1314816" y="722296"/>
                  </a:lnTo>
                  <a:lnTo>
                    <a:pt x="1325322" y="726398"/>
                  </a:lnTo>
                  <a:lnTo>
                    <a:pt x="1336184" y="730335"/>
                  </a:lnTo>
                  <a:lnTo>
                    <a:pt x="1347046" y="732303"/>
                  </a:lnTo>
                  <a:lnTo>
                    <a:pt x="1357373" y="733944"/>
                  </a:lnTo>
                  <a:lnTo>
                    <a:pt x="1368235" y="733944"/>
                  </a:lnTo>
                  <a:lnTo>
                    <a:pt x="1380877" y="733944"/>
                  </a:lnTo>
                  <a:lnTo>
                    <a:pt x="1391739" y="733944"/>
                  </a:lnTo>
                  <a:lnTo>
                    <a:pt x="1402601" y="732303"/>
                  </a:lnTo>
                  <a:lnTo>
                    <a:pt x="1413107" y="730335"/>
                  </a:lnTo>
                  <a:lnTo>
                    <a:pt x="1423969" y="726398"/>
                  </a:lnTo>
                  <a:lnTo>
                    <a:pt x="1434296" y="722296"/>
                  </a:lnTo>
                  <a:lnTo>
                    <a:pt x="1447295" y="718359"/>
                  </a:lnTo>
                  <a:lnTo>
                    <a:pt x="1457801" y="712290"/>
                  </a:lnTo>
                  <a:lnTo>
                    <a:pt x="1468663" y="706384"/>
                  </a:lnTo>
                  <a:lnTo>
                    <a:pt x="1479524" y="700642"/>
                  </a:lnTo>
                  <a:lnTo>
                    <a:pt x="1492167" y="694737"/>
                  </a:lnTo>
                  <a:lnTo>
                    <a:pt x="1503029" y="686698"/>
                  </a:lnTo>
                  <a:lnTo>
                    <a:pt x="1513356" y="678660"/>
                  </a:lnTo>
                  <a:lnTo>
                    <a:pt x="1524218" y="669145"/>
                  </a:lnTo>
                  <a:lnTo>
                    <a:pt x="1537217" y="661107"/>
                  </a:lnTo>
                  <a:lnTo>
                    <a:pt x="1558584" y="641422"/>
                  </a:lnTo>
                  <a:lnTo>
                    <a:pt x="1582089" y="619439"/>
                  </a:lnTo>
                  <a:lnTo>
                    <a:pt x="1603278" y="595817"/>
                  </a:lnTo>
                  <a:lnTo>
                    <a:pt x="1626782" y="572194"/>
                  </a:lnTo>
                  <a:lnTo>
                    <a:pt x="1648506" y="548571"/>
                  </a:lnTo>
                  <a:lnTo>
                    <a:pt x="1672010" y="522980"/>
                  </a:lnTo>
                  <a:lnTo>
                    <a:pt x="1695337" y="497389"/>
                  </a:lnTo>
                  <a:lnTo>
                    <a:pt x="1716704" y="471797"/>
                  </a:lnTo>
                  <a:lnTo>
                    <a:pt x="1763535" y="418154"/>
                  </a:lnTo>
                  <a:lnTo>
                    <a:pt x="1784902" y="392563"/>
                  </a:lnTo>
                  <a:lnTo>
                    <a:pt x="1808763" y="366972"/>
                  </a:lnTo>
                  <a:lnTo>
                    <a:pt x="1832267" y="343349"/>
                  </a:lnTo>
                  <a:lnTo>
                    <a:pt x="1853456" y="319726"/>
                  </a:lnTo>
                  <a:lnTo>
                    <a:pt x="1876961" y="296104"/>
                  </a:lnTo>
                  <a:lnTo>
                    <a:pt x="1900465" y="276090"/>
                  </a:lnTo>
                  <a:lnTo>
                    <a:pt x="1921655" y="256404"/>
                  </a:lnTo>
                  <a:lnTo>
                    <a:pt x="1934653" y="246397"/>
                  </a:lnTo>
                  <a:lnTo>
                    <a:pt x="1945515" y="238851"/>
                  </a:lnTo>
                  <a:lnTo>
                    <a:pt x="1956021" y="230813"/>
                  </a:lnTo>
                  <a:lnTo>
                    <a:pt x="1969019" y="222939"/>
                  </a:lnTo>
                  <a:lnTo>
                    <a:pt x="1979525" y="214900"/>
                  </a:lnTo>
                  <a:lnTo>
                    <a:pt x="1990387" y="209323"/>
                  </a:lnTo>
                  <a:lnTo>
                    <a:pt x="2003385" y="203253"/>
                  </a:lnTo>
                  <a:lnTo>
                    <a:pt x="2013713" y="199316"/>
                  </a:lnTo>
                  <a:lnTo>
                    <a:pt x="2024575" y="193246"/>
                  </a:lnTo>
                  <a:lnTo>
                    <a:pt x="2037217" y="189309"/>
                  </a:lnTo>
                  <a:lnTo>
                    <a:pt x="2048079" y="187177"/>
                  </a:lnTo>
                  <a:lnTo>
                    <a:pt x="2058585" y="185208"/>
                  </a:lnTo>
                  <a:lnTo>
                    <a:pt x="2069447" y="183239"/>
                  </a:lnTo>
                  <a:lnTo>
                    <a:pt x="2082445" y="183239"/>
                  </a:lnTo>
                  <a:lnTo>
                    <a:pt x="2092773" y="183239"/>
                  </a:lnTo>
                  <a:lnTo>
                    <a:pt x="2103635" y="183239"/>
                  </a:lnTo>
                  <a:lnTo>
                    <a:pt x="2116277" y="185208"/>
                  </a:lnTo>
                  <a:lnTo>
                    <a:pt x="2127139" y="187177"/>
                  </a:lnTo>
                  <a:lnTo>
                    <a:pt x="2138001" y="191278"/>
                  </a:lnTo>
                  <a:lnTo>
                    <a:pt x="2150644" y="193246"/>
                  </a:lnTo>
                  <a:lnTo>
                    <a:pt x="2161505" y="197183"/>
                  </a:lnTo>
                  <a:lnTo>
                    <a:pt x="2174148" y="203253"/>
                  </a:lnTo>
                  <a:lnTo>
                    <a:pt x="2185010" y="207190"/>
                  </a:lnTo>
                  <a:lnTo>
                    <a:pt x="2197474" y="212932"/>
                  </a:lnTo>
                  <a:lnTo>
                    <a:pt x="2208336" y="220806"/>
                  </a:lnTo>
                  <a:lnTo>
                    <a:pt x="2221513" y="226876"/>
                  </a:lnTo>
                  <a:lnTo>
                    <a:pt x="2268343" y="258537"/>
                  </a:lnTo>
                  <a:lnTo>
                    <a:pt x="2315352" y="296104"/>
                  </a:lnTo>
                  <a:lnTo>
                    <a:pt x="2338678" y="317758"/>
                  </a:lnTo>
                  <a:lnTo>
                    <a:pt x="2364319" y="339248"/>
                  </a:lnTo>
                  <a:lnTo>
                    <a:pt x="2387823" y="360902"/>
                  </a:lnTo>
                  <a:lnTo>
                    <a:pt x="2411684" y="385017"/>
                  </a:lnTo>
                  <a:lnTo>
                    <a:pt x="2458692" y="432098"/>
                  </a:lnTo>
                  <a:lnTo>
                    <a:pt x="2505523" y="479344"/>
                  </a:lnTo>
                  <a:lnTo>
                    <a:pt x="2529027" y="502966"/>
                  </a:lnTo>
                  <a:lnTo>
                    <a:pt x="2552532" y="527081"/>
                  </a:lnTo>
                  <a:lnTo>
                    <a:pt x="2597581" y="570225"/>
                  </a:lnTo>
                  <a:lnTo>
                    <a:pt x="2642453" y="609925"/>
                  </a:lnTo>
                  <a:lnTo>
                    <a:pt x="2685366" y="643554"/>
                  </a:lnTo>
                  <a:lnTo>
                    <a:pt x="2717062" y="665044"/>
                  </a:lnTo>
                  <a:lnTo>
                    <a:pt x="2727924" y="671114"/>
                  </a:lnTo>
                  <a:lnTo>
                    <a:pt x="2736649" y="676692"/>
                  </a:lnTo>
                  <a:lnTo>
                    <a:pt x="2746976" y="680629"/>
                  </a:lnTo>
                  <a:lnTo>
                    <a:pt x="2757838" y="686698"/>
                  </a:lnTo>
                  <a:lnTo>
                    <a:pt x="2766563" y="690635"/>
                  </a:lnTo>
                  <a:lnTo>
                    <a:pt x="2777069" y="692768"/>
                  </a:lnTo>
                  <a:lnTo>
                    <a:pt x="2785794" y="696705"/>
                  </a:lnTo>
                  <a:lnTo>
                    <a:pt x="2796122" y="698674"/>
                  </a:lnTo>
                  <a:lnTo>
                    <a:pt x="2804847" y="698674"/>
                  </a:lnTo>
                  <a:lnTo>
                    <a:pt x="2815709" y="700642"/>
                  </a:lnTo>
                  <a:lnTo>
                    <a:pt x="2823899" y="700642"/>
                  </a:lnTo>
                  <a:lnTo>
                    <a:pt x="2832625" y="698674"/>
                  </a:lnTo>
                  <a:lnTo>
                    <a:pt x="2843486" y="698674"/>
                  </a:lnTo>
                  <a:lnTo>
                    <a:pt x="2851677" y="696705"/>
                  </a:lnTo>
                  <a:lnTo>
                    <a:pt x="2860402" y="694737"/>
                  </a:lnTo>
                  <a:lnTo>
                    <a:pt x="2869127" y="690635"/>
                  </a:lnTo>
                  <a:lnTo>
                    <a:pt x="2877853" y="688667"/>
                  </a:lnTo>
                  <a:lnTo>
                    <a:pt x="2894768" y="680629"/>
                  </a:lnTo>
                  <a:lnTo>
                    <a:pt x="2911684" y="671114"/>
                  </a:lnTo>
                  <a:lnTo>
                    <a:pt x="2929135" y="659139"/>
                  </a:lnTo>
                  <a:lnTo>
                    <a:pt x="2943914" y="647163"/>
                  </a:lnTo>
                  <a:lnTo>
                    <a:pt x="2960830" y="633547"/>
                  </a:lnTo>
                  <a:lnTo>
                    <a:pt x="2975965" y="619439"/>
                  </a:lnTo>
                  <a:lnTo>
                    <a:pt x="2990744" y="603855"/>
                  </a:lnTo>
                  <a:lnTo>
                    <a:pt x="3005880" y="586302"/>
                  </a:lnTo>
                  <a:lnTo>
                    <a:pt x="3020659" y="570225"/>
                  </a:lnTo>
                  <a:lnTo>
                    <a:pt x="3035972" y="552672"/>
                  </a:lnTo>
                  <a:lnTo>
                    <a:pt x="3065887" y="514942"/>
                  </a:lnTo>
                  <a:lnTo>
                    <a:pt x="3093665" y="477375"/>
                  </a:lnTo>
                  <a:lnTo>
                    <a:pt x="3121443" y="442105"/>
                  </a:lnTo>
                  <a:lnTo>
                    <a:pt x="3136222" y="424224"/>
                  </a:lnTo>
                  <a:lnTo>
                    <a:pt x="3149220" y="406507"/>
                  </a:lnTo>
                  <a:lnTo>
                    <a:pt x="3164000" y="390594"/>
                  </a:lnTo>
                  <a:lnTo>
                    <a:pt x="3177176" y="375010"/>
                  </a:lnTo>
                  <a:lnTo>
                    <a:pt x="3189641" y="360902"/>
                  </a:lnTo>
                  <a:lnTo>
                    <a:pt x="3204954" y="347286"/>
                  </a:lnTo>
                  <a:lnTo>
                    <a:pt x="3217419" y="335311"/>
                  </a:lnTo>
                  <a:lnTo>
                    <a:pt x="3232732" y="325796"/>
                  </a:lnTo>
                  <a:lnTo>
                    <a:pt x="3245374" y="315789"/>
                  </a:lnTo>
                  <a:lnTo>
                    <a:pt x="3260154" y="307751"/>
                  </a:lnTo>
                  <a:lnTo>
                    <a:pt x="3266564" y="305782"/>
                  </a:lnTo>
                  <a:lnTo>
                    <a:pt x="3275289" y="303650"/>
                  </a:lnTo>
                  <a:lnTo>
                    <a:pt x="3281877" y="301681"/>
                  </a:lnTo>
                  <a:lnTo>
                    <a:pt x="3287931" y="299713"/>
                  </a:lnTo>
                  <a:lnTo>
                    <a:pt x="3303067" y="299713"/>
                  </a:lnTo>
                  <a:lnTo>
                    <a:pt x="3317846" y="299713"/>
                  </a:lnTo>
                  <a:lnTo>
                    <a:pt x="3330845" y="301681"/>
                  </a:lnTo>
                  <a:lnTo>
                    <a:pt x="3343487" y="305782"/>
                  </a:lnTo>
                  <a:lnTo>
                    <a:pt x="3356486" y="309719"/>
                  </a:lnTo>
                  <a:lnTo>
                    <a:pt x="3390852" y="331374"/>
                  </a:lnTo>
                  <a:lnTo>
                    <a:pt x="3424684" y="360902"/>
                  </a:lnTo>
                  <a:lnTo>
                    <a:pt x="3437682" y="372877"/>
                  </a:lnTo>
                  <a:lnTo>
                    <a:pt x="3448544" y="385017"/>
                  </a:lnTo>
                  <a:lnTo>
                    <a:pt x="3459050" y="396500"/>
                  </a:lnTo>
                  <a:lnTo>
                    <a:pt x="3482554" y="422091"/>
                  </a:lnTo>
                  <a:lnTo>
                    <a:pt x="3508195" y="445714"/>
                  </a:lnTo>
                  <a:lnTo>
                    <a:pt x="3533658" y="471797"/>
                  </a:lnTo>
                  <a:lnTo>
                    <a:pt x="3546835" y="483445"/>
                  </a:lnTo>
                  <a:lnTo>
                    <a:pt x="3559834" y="495420"/>
                  </a:lnTo>
                  <a:lnTo>
                    <a:pt x="3574613" y="504935"/>
                  </a:lnTo>
                  <a:lnTo>
                    <a:pt x="3589392" y="514942"/>
                  </a:lnTo>
                  <a:lnTo>
                    <a:pt x="3604527" y="524948"/>
                  </a:lnTo>
                  <a:lnTo>
                    <a:pt x="3621443" y="532659"/>
                  </a:lnTo>
                  <a:lnTo>
                    <a:pt x="3638893" y="540697"/>
                  </a:lnTo>
                  <a:lnTo>
                    <a:pt x="3655809" y="546603"/>
                  </a:lnTo>
                  <a:lnTo>
                    <a:pt x="3674862" y="552672"/>
                  </a:lnTo>
                  <a:lnTo>
                    <a:pt x="3694449" y="556609"/>
                  </a:lnTo>
                  <a:lnTo>
                    <a:pt x="3713502" y="558578"/>
                  </a:lnTo>
                  <a:lnTo>
                    <a:pt x="3734869" y="560218"/>
                  </a:lnTo>
                </a:path>
              </a:pathLst>
            </a:custGeom>
            <a:ln w="25693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870432" y="2997340"/>
              <a:ext cx="590550" cy="1646555"/>
            </a:xfrm>
            <a:custGeom>
              <a:avLst/>
              <a:gdLst/>
              <a:ahLst/>
              <a:cxnLst/>
              <a:rect l="l" t="t" r="r" b="b"/>
              <a:pathLst>
                <a:path w="590550" h="1646554">
                  <a:moveTo>
                    <a:pt x="589922" y="0"/>
                  </a:moveTo>
                  <a:lnTo>
                    <a:pt x="168625" y="0"/>
                  </a:lnTo>
                  <a:lnTo>
                    <a:pt x="0" y="157648"/>
                  </a:lnTo>
                  <a:lnTo>
                    <a:pt x="0" y="1646092"/>
                  </a:lnTo>
                  <a:lnTo>
                    <a:pt x="420940" y="1646092"/>
                  </a:lnTo>
                  <a:lnTo>
                    <a:pt x="589922" y="1490362"/>
                  </a:lnTo>
                  <a:lnTo>
                    <a:pt x="589922" y="0"/>
                  </a:lnTo>
                  <a:close/>
                </a:path>
              </a:pathLst>
            </a:custGeom>
            <a:solidFill>
              <a:srgbClr val="EAEAEA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870432" y="2997340"/>
              <a:ext cx="590550" cy="158115"/>
            </a:xfrm>
            <a:custGeom>
              <a:avLst/>
              <a:gdLst/>
              <a:ahLst/>
              <a:cxnLst/>
              <a:rect l="l" t="t" r="r" b="b"/>
              <a:pathLst>
                <a:path w="590550" h="158114">
                  <a:moveTo>
                    <a:pt x="589922" y="0"/>
                  </a:moveTo>
                  <a:lnTo>
                    <a:pt x="168625" y="0"/>
                  </a:lnTo>
                  <a:lnTo>
                    <a:pt x="0" y="157648"/>
                  </a:lnTo>
                  <a:lnTo>
                    <a:pt x="420940" y="157648"/>
                  </a:lnTo>
                  <a:lnTo>
                    <a:pt x="589922" y="0"/>
                  </a:lnTo>
                  <a:close/>
                </a:path>
              </a:pathLst>
            </a:custGeom>
            <a:solidFill>
              <a:srgbClr val="EEEEEE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291373" y="2997340"/>
              <a:ext cx="169545" cy="1646555"/>
            </a:xfrm>
            <a:custGeom>
              <a:avLst/>
              <a:gdLst/>
              <a:ahLst/>
              <a:cxnLst/>
              <a:rect l="l" t="t" r="r" b="b"/>
              <a:pathLst>
                <a:path w="169545" h="1646554">
                  <a:moveTo>
                    <a:pt x="168981" y="0"/>
                  </a:moveTo>
                  <a:lnTo>
                    <a:pt x="0" y="157648"/>
                  </a:lnTo>
                  <a:lnTo>
                    <a:pt x="0" y="1646092"/>
                  </a:lnTo>
                  <a:lnTo>
                    <a:pt x="168981" y="1490362"/>
                  </a:lnTo>
                  <a:lnTo>
                    <a:pt x="168981" y="0"/>
                  </a:lnTo>
                  <a:close/>
                </a:path>
              </a:pathLst>
            </a:custGeom>
            <a:solidFill>
              <a:srgbClr val="BBBBBB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870432" y="2997340"/>
              <a:ext cx="590550" cy="1646555"/>
            </a:xfrm>
            <a:custGeom>
              <a:avLst/>
              <a:gdLst/>
              <a:ahLst/>
              <a:cxnLst/>
              <a:rect l="l" t="t" r="r" b="b"/>
              <a:pathLst>
                <a:path w="590550" h="1646554">
                  <a:moveTo>
                    <a:pt x="168625" y="0"/>
                  </a:moveTo>
                  <a:lnTo>
                    <a:pt x="0" y="157648"/>
                  </a:lnTo>
                  <a:lnTo>
                    <a:pt x="0" y="1646092"/>
                  </a:lnTo>
                  <a:lnTo>
                    <a:pt x="420940" y="1646092"/>
                  </a:lnTo>
                  <a:lnTo>
                    <a:pt x="589922" y="1490362"/>
                  </a:lnTo>
                  <a:lnTo>
                    <a:pt x="589922" y="0"/>
                  </a:lnTo>
                  <a:lnTo>
                    <a:pt x="168625" y="0"/>
                  </a:lnTo>
                  <a:close/>
                </a:path>
                <a:path w="590550" h="1646554">
                  <a:moveTo>
                    <a:pt x="0" y="157648"/>
                  </a:moveTo>
                  <a:lnTo>
                    <a:pt x="420940" y="157648"/>
                  </a:lnTo>
                  <a:lnTo>
                    <a:pt x="589922" y="0"/>
                  </a:lnTo>
                </a:path>
                <a:path w="590550" h="1646554">
                  <a:moveTo>
                    <a:pt x="420940" y="157648"/>
                  </a:moveTo>
                  <a:lnTo>
                    <a:pt x="420940" y="1646092"/>
                  </a:lnTo>
                </a:path>
              </a:pathLst>
            </a:custGeom>
            <a:ln w="125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898388" y="3899498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68199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68199" y="88847"/>
                  </a:lnTo>
                  <a:lnTo>
                    <a:pt x="68199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898388" y="3899498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0" y="88847"/>
                  </a:moveTo>
                  <a:lnTo>
                    <a:pt x="68199" y="88847"/>
                  </a:lnTo>
                  <a:lnTo>
                    <a:pt x="68199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998637" y="3899498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68199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68199" y="88847"/>
                  </a:lnTo>
                  <a:lnTo>
                    <a:pt x="68199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998637" y="3899498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0" y="88847"/>
                  </a:moveTo>
                  <a:lnTo>
                    <a:pt x="68199" y="88847"/>
                  </a:lnTo>
                  <a:lnTo>
                    <a:pt x="68199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898388" y="4033524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68199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68199" y="88847"/>
                  </a:lnTo>
                  <a:lnTo>
                    <a:pt x="68199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898388" y="4033524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0" y="88847"/>
                  </a:moveTo>
                  <a:lnTo>
                    <a:pt x="68199" y="88847"/>
                  </a:lnTo>
                  <a:lnTo>
                    <a:pt x="68199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998637" y="4033524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68199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68199" y="88847"/>
                  </a:lnTo>
                  <a:lnTo>
                    <a:pt x="68199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998637" y="4033524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0" y="88847"/>
                  </a:moveTo>
                  <a:lnTo>
                    <a:pt x="68199" y="88847"/>
                  </a:lnTo>
                  <a:lnTo>
                    <a:pt x="68199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898388" y="4171651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68199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68199" y="88847"/>
                  </a:lnTo>
                  <a:lnTo>
                    <a:pt x="68199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898388" y="4171651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0" y="88847"/>
                  </a:moveTo>
                  <a:lnTo>
                    <a:pt x="68199" y="88847"/>
                  </a:lnTo>
                  <a:lnTo>
                    <a:pt x="68199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998637" y="4171651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68199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68199" y="88847"/>
                  </a:lnTo>
                  <a:lnTo>
                    <a:pt x="68199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998637" y="4171651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0" y="88847"/>
                  </a:moveTo>
                  <a:lnTo>
                    <a:pt x="68199" y="88847"/>
                  </a:lnTo>
                  <a:lnTo>
                    <a:pt x="68199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096750" y="3899498"/>
              <a:ext cx="71120" cy="88900"/>
            </a:xfrm>
            <a:custGeom>
              <a:avLst/>
              <a:gdLst/>
              <a:ahLst/>
              <a:cxnLst/>
              <a:rect l="l" t="t" r="r" b="b"/>
              <a:pathLst>
                <a:path w="71120" h="88900">
                  <a:moveTo>
                    <a:pt x="70806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70806" y="88847"/>
                  </a:lnTo>
                  <a:lnTo>
                    <a:pt x="70806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096750" y="3899498"/>
              <a:ext cx="71120" cy="88900"/>
            </a:xfrm>
            <a:custGeom>
              <a:avLst/>
              <a:gdLst/>
              <a:ahLst/>
              <a:cxnLst/>
              <a:rect l="l" t="t" r="r" b="b"/>
              <a:pathLst>
                <a:path w="71120" h="88900">
                  <a:moveTo>
                    <a:pt x="0" y="88847"/>
                  </a:moveTo>
                  <a:lnTo>
                    <a:pt x="70806" y="88847"/>
                  </a:lnTo>
                  <a:lnTo>
                    <a:pt x="70806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096750" y="4033524"/>
              <a:ext cx="71120" cy="88900"/>
            </a:xfrm>
            <a:custGeom>
              <a:avLst/>
              <a:gdLst/>
              <a:ahLst/>
              <a:cxnLst/>
              <a:rect l="l" t="t" r="r" b="b"/>
              <a:pathLst>
                <a:path w="71120" h="88900">
                  <a:moveTo>
                    <a:pt x="70806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70806" y="88847"/>
                  </a:lnTo>
                  <a:lnTo>
                    <a:pt x="70806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096750" y="4033524"/>
              <a:ext cx="71120" cy="88900"/>
            </a:xfrm>
            <a:custGeom>
              <a:avLst/>
              <a:gdLst/>
              <a:ahLst/>
              <a:cxnLst/>
              <a:rect l="l" t="t" r="r" b="b"/>
              <a:pathLst>
                <a:path w="71120" h="88900">
                  <a:moveTo>
                    <a:pt x="0" y="88847"/>
                  </a:moveTo>
                  <a:lnTo>
                    <a:pt x="70806" y="88847"/>
                  </a:lnTo>
                  <a:lnTo>
                    <a:pt x="70806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096750" y="4171651"/>
              <a:ext cx="71120" cy="88900"/>
            </a:xfrm>
            <a:custGeom>
              <a:avLst/>
              <a:gdLst/>
              <a:ahLst/>
              <a:cxnLst/>
              <a:rect l="l" t="t" r="r" b="b"/>
              <a:pathLst>
                <a:path w="71120" h="88900">
                  <a:moveTo>
                    <a:pt x="70806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70806" y="88847"/>
                  </a:lnTo>
                  <a:lnTo>
                    <a:pt x="70806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096750" y="4171651"/>
              <a:ext cx="71120" cy="88900"/>
            </a:xfrm>
            <a:custGeom>
              <a:avLst/>
              <a:gdLst/>
              <a:ahLst/>
              <a:cxnLst/>
              <a:rect l="l" t="t" r="r" b="b"/>
              <a:pathLst>
                <a:path w="71120" h="88900">
                  <a:moveTo>
                    <a:pt x="0" y="88847"/>
                  </a:moveTo>
                  <a:lnTo>
                    <a:pt x="70806" y="88847"/>
                  </a:lnTo>
                  <a:lnTo>
                    <a:pt x="70806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197534" y="3899498"/>
              <a:ext cx="70485" cy="88900"/>
            </a:xfrm>
            <a:custGeom>
              <a:avLst/>
              <a:gdLst/>
              <a:ahLst/>
              <a:cxnLst/>
              <a:rect l="l" t="t" r="r" b="b"/>
              <a:pathLst>
                <a:path w="70484" h="88900">
                  <a:moveTo>
                    <a:pt x="70372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70372" y="88847"/>
                  </a:lnTo>
                  <a:lnTo>
                    <a:pt x="70372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197534" y="3899498"/>
              <a:ext cx="70485" cy="88900"/>
            </a:xfrm>
            <a:custGeom>
              <a:avLst/>
              <a:gdLst/>
              <a:ahLst/>
              <a:cxnLst/>
              <a:rect l="l" t="t" r="r" b="b"/>
              <a:pathLst>
                <a:path w="70484" h="88900">
                  <a:moveTo>
                    <a:pt x="0" y="88847"/>
                  </a:moveTo>
                  <a:lnTo>
                    <a:pt x="70372" y="88847"/>
                  </a:lnTo>
                  <a:lnTo>
                    <a:pt x="70372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97534" y="4033524"/>
              <a:ext cx="70485" cy="88900"/>
            </a:xfrm>
            <a:custGeom>
              <a:avLst/>
              <a:gdLst/>
              <a:ahLst/>
              <a:cxnLst/>
              <a:rect l="l" t="t" r="r" b="b"/>
              <a:pathLst>
                <a:path w="70484" h="88900">
                  <a:moveTo>
                    <a:pt x="70372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70372" y="88847"/>
                  </a:lnTo>
                  <a:lnTo>
                    <a:pt x="70372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97534" y="4033524"/>
              <a:ext cx="70485" cy="88900"/>
            </a:xfrm>
            <a:custGeom>
              <a:avLst/>
              <a:gdLst/>
              <a:ahLst/>
              <a:cxnLst/>
              <a:rect l="l" t="t" r="r" b="b"/>
              <a:pathLst>
                <a:path w="70484" h="88900">
                  <a:moveTo>
                    <a:pt x="0" y="88847"/>
                  </a:moveTo>
                  <a:lnTo>
                    <a:pt x="70372" y="88847"/>
                  </a:lnTo>
                  <a:lnTo>
                    <a:pt x="70372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197534" y="4171651"/>
              <a:ext cx="70485" cy="88900"/>
            </a:xfrm>
            <a:custGeom>
              <a:avLst/>
              <a:gdLst/>
              <a:ahLst/>
              <a:cxnLst/>
              <a:rect l="l" t="t" r="r" b="b"/>
              <a:pathLst>
                <a:path w="70484" h="88900">
                  <a:moveTo>
                    <a:pt x="70372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70372" y="88847"/>
                  </a:lnTo>
                  <a:lnTo>
                    <a:pt x="70372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197534" y="4171651"/>
              <a:ext cx="70485" cy="88900"/>
            </a:xfrm>
            <a:custGeom>
              <a:avLst/>
              <a:gdLst/>
              <a:ahLst/>
              <a:cxnLst/>
              <a:rect l="l" t="t" r="r" b="b"/>
              <a:pathLst>
                <a:path w="70484" h="88900">
                  <a:moveTo>
                    <a:pt x="0" y="88847"/>
                  </a:moveTo>
                  <a:lnTo>
                    <a:pt x="70372" y="88847"/>
                  </a:lnTo>
                  <a:lnTo>
                    <a:pt x="70372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898388" y="3624884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68199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68199" y="88847"/>
                  </a:lnTo>
                  <a:lnTo>
                    <a:pt x="68199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898388" y="3624884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0" y="88847"/>
                  </a:moveTo>
                  <a:lnTo>
                    <a:pt x="68199" y="88847"/>
                  </a:lnTo>
                  <a:lnTo>
                    <a:pt x="68199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998637" y="3624884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68199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68199" y="88847"/>
                  </a:lnTo>
                  <a:lnTo>
                    <a:pt x="68199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998637" y="3624884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0" y="88847"/>
                  </a:moveTo>
                  <a:lnTo>
                    <a:pt x="68199" y="88847"/>
                  </a:lnTo>
                  <a:lnTo>
                    <a:pt x="68199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898388" y="3763011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68199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68199" y="88847"/>
                  </a:lnTo>
                  <a:lnTo>
                    <a:pt x="68199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898388" y="3763011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0" y="88847"/>
                  </a:moveTo>
                  <a:lnTo>
                    <a:pt x="68199" y="88847"/>
                  </a:lnTo>
                  <a:lnTo>
                    <a:pt x="68199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998637" y="3763011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68199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68199" y="88847"/>
                  </a:lnTo>
                  <a:lnTo>
                    <a:pt x="68199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998637" y="3763011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0" y="88847"/>
                  </a:moveTo>
                  <a:lnTo>
                    <a:pt x="68199" y="88847"/>
                  </a:lnTo>
                  <a:lnTo>
                    <a:pt x="68199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096750" y="3624884"/>
              <a:ext cx="71120" cy="88900"/>
            </a:xfrm>
            <a:custGeom>
              <a:avLst/>
              <a:gdLst/>
              <a:ahLst/>
              <a:cxnLst/>
              <a:rect l="l" t="t" r="r" b="b"/>
              <a:pathLst>
                <a:path w="71120" h="88900">
                  <a:moveTo>
                    <a:pt x="70806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70806" y="88847"/>
                  </a:lnTo>
                  <a:lnTo>
                    <a:pt x="70806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096750" y="3624884"/>
              <a:ext cx="71120" cy="88900"/>
            </a:xfrm>
            <a:custGeom>
              <a:avLst/>
              <a:gdLst/>
              <a:ahLst/>
              <a:cxnLst/>
              <a:rect l="l" t="t" r="r" b="b"/>
              <a:pathLst>
                <a:path w="71120" h="88900">
                  <a:moveTo>
                    <a:pt x="0" y="88847"/>
                  </a:moveTo>
                  <a:lnTo>
                    <a:pt x="70806" y="88847"/>
                  </a:lnTo>
                  <a:lnTo>
                    <a:pt x="70806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096750" y="3763011"/>
              <a:ext cx="71120" cy="88900"/>
            </a:xfrm>
            <a:custGeom>
              <a:avLst/>
              <a:gdLst/>
              <a:ahLst/>
              <a:cxnLst/>
              <a:rect l="l" t="t" r="r" b="b"/>
              <a:pathLst>
                <a:path w="71120" h="88900">
                  <a:moveTo>
                    <a:pt x="70806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70806" y="88847"/>
                  </a:lnTo>
                  <a:lnTo>
                    <a:pt x="70806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096750" y="3763011"/>
              <a:ext cx="71120" cy="88900"/>
            </a:xfrm>
            <a:custGeom>
              <a:avLst/>
              <a:gdLst/>
              <a:ahLst/>
              <a:cxnLst/>
              <a:rect l="l" t="t" r="r" b="b"/>
              <a:pathLst>
                <a:path w="71120" h="88900">
                  <a:moveTo>
                    <a:pt x="0" y="88847"/>
                  </a:moveTo>
                  <a:lnTo>
                    <a:pt x="70806" y="88847"/>
                  </a:lnTo>
                  <a:lnTo>
                    <a:pt x="70806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197534" y="3624884"/>
              <a:ext cx="70485" cy="88900"/>
            </a:xfrm>
            <a:custGeom>
              <a:avLst/>
              <a:gdLst/>
              <a:ahLst/>
              <a:cxnLst/>
              <a:rect l="l" t="t" r="r" b="b"/>
              <a:pathLst>
                <a:path w="70484" h="88900">
                  <a:moveTo>
                    <a:pt x="70372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70372" y="88847"/>
                  </a:lnTo>
                  <a:lnTo>
                    <a:pt x="70372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197534" y="3624884"/>
              <a:ext cx="70485" cy="88900"/>
            </a:xfrm>
            <a:custGeom>
              <a:avLst/>
              <a:gdLst/>
              <a:ahLst/>
              <a:cxnLst/>
              <a:rect l="l" t="t" r="r" b="b"/>
              <a:pathLst>
                <a:path w="70484" h="88900">
                  <a:moveTo>
                    <a:pt x="0" y="88847"/>
                  </a:moveTo>
                  <a:lnTo>
                    <a:pt x="70372" y="88847"/>
                  </a:lnTo>
                  <a:lnTo>
                    <a:pt x="70372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197534" y="3763011"/>
              <a:ext cx="70485" cy="88900"/>
            </a:xfrm>
            <a:custGeom>
              <a:avLst/>
              <a:gdLst/>
              <a:ahLst/>
              <a:cxnLst/>
              <a:rect l="l" t="t" r="r" b="b"/>
              <a:pathLst>
                <a:path w="70484" h="88900">
                  <a:moveTo>
                    <a:pt x="70372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70372" y="88847"/>
                  </a:lnTo>
                  <a:lnTo>
                    <a:pt x="70372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197534" y="3763011"/>
              <a:ext cx="70485" cy="88900"/>
            </a:xfrm>
            <a:custGeom>
              <a:avLst/>
              <a:gdLst/>
              <a:ahLst/>
              <a:cxnLst/>
              <a:rect l="l" t="t" r="r" b="b"/>
              <a:pathLst>
                <a:path w="70484" h="88900">
                  <a:moveTo>
                    <a:pt x="0" y="88847"/>
                  </a:moveTo>
                  <a:lnTo>
                    <a:pt x="70372" y="88847"/>
                  </a:lnTo>
                  <a:lnTo>
                    <a:pt x="70372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898388" y="3354732"/>
              <a:ext cx="68580" cy="86995"/>
            </a:xfrm>
            <a:custGeom>
              <a:avLst/>
              <a:gdLst/>
              <a:ahLst/>
              <a:cxnLst/>
              <a:rect l="l" t="t" r="r" b="b"/>
              <a:pathLst>
                <a:path w="68579" h="86995">
                  <a:moveTo>
                    <a:pt x="68199" y="0"/>
                  </a:moveTo>
                  <a:lnTo>
                    <a:pt x="0" y="0"/>
                  </a:lnTo>
                  <a:lnTo>
                    <a:pt x="0" y="86846"/>
                  </a:lnTo>
                  <a:lnTo>
                    <a:pt x="68199" y="86846"/>
                  </a:lnTo>
                  <a:lnTo>
                    <a:pt x="68199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898388" y="3354732"/>
              <a:ext cx="68580" cy="86995"/>
            </a:xfrm>
            <a:custGeom>
              <a:avLst/>
              <a:gdLst/>
              <a:ahLst/>
              <a:cxnLst/>
              <a:rect l="l" t="t" r="r" b="b"/>
              <a:pathLst>
                <a:path w="68579" h="86995">
                  <a:moveTo>
                    <a:pt x="0" y="86846"/>
                  </a:moveTo>
                  <a:lnTo>
                    <a:pt x="68199" y="86846"/>
                  </a:lnTo>
                  <a:lnTo>
                    <a:pt x="68199" y="0"/>
                  </a:lnTo>
                  <a:lnTo>
                    <a:pt x="0" y="0"/>
                  </a:lnTo>
                  <a:lnTo>
                    <a:pt x="0" y="86846"/>
                  </a:lnTo>
                  <a:close/>
                </a:path>
              </a:pathLst>
            </a:custGeom>
            <a:ln w="126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998637" y="3354732"/>
              <a:ext cx="68580" cy="86995"/>
            </a:xfrm>
            <a:custGeom>
              <a:avLst/>
              <a:gdLst/>
              <a:ahLst/>
              <a:cxnLst/>
              <a:rect l="l" t="t" r="r" b="b"/>
              <a:pathLst>
                <a:path w="68579" h="86995">
                  <a:moveTo>
                    <a:pt x="68199" y="0"/>
                  </a:moveTo>
                  <a:lnTo>
                    <a:pt x="0" y="0"/>
                  </a:lnTo>
                  <a:lnTo>
                    <a:pt x="0" y="86846"/>
                  </a:lnTo>
                  <a:lnTo>
                    <a:pt x="68199" y="86846"/>
                  </a:lnTo>
                  <a:lnTo>
                    <a:pt x="68199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998637" y="3354732"/>
              <a:ext cx="68580" cy="86995"/>
            </a:xfrm>
            <a:custGeom>
              <a:avLst/>
              <a:gdLst/>
              <a:ahLst/>
              <a:cxnLst/>
              <a:rect l="l" t="t" r="r" b="b"/>
              <a:pathLst>
                <a:path w="68579" h="86995">
                  <a:moveTo>
                    <a:pt x="0" y="86846"/>
                  </a:moveTo>
                  <a:lnTo>
                    <a:pt x="68199" y="86846"/>
                  </a:lnTo>
                  <a:lnTo>
                    <a:pt x="68199" y="0"/>
                  </a:lnTo>
                  <a:lnTo>
                    <a:pt x="0" y="0"/>
                  </a:lnTo>
                  <a:lnTo>
                    <a:pt x="0" y="86846"/>
                  </a:lnTo>
                  <a:close/>
                </a:path>
              </a:pathLst>
            </a:custGeom>
            <a:ln w="126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898388" y="3488890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68199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68199" y="88847"/>
                  </a:lnTo>
                  <a:lnTo>
                    <a:pt x="68199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898388" y="3488890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0" y="88847"/>
                  </a:moveTo>
                  <a:lnTo>
                    <a:pt x="68199" y="88847"/>
                  </a:lnTo>
                  <a:lnTo>
                    <a:pt x="68199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998637" y="3488890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68199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68199" y="88847"/>
                  </a:lnTo>
                  <a:lnTo>
                    <a:pt x="68199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998637" y="3488890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0" y="88847"/>
                  </a:moveTo>
                  <a:lnTo>
                    <a:pt x="68199" y="88847"/>
                  </a:lnTo>
                  <a:lnTo>
                    <a:pt x="68199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8096750" y="3354732"/>
              <a:ext cx="71120" cy="86995"/>
            </a:xfrm>
            <a:custGeom>
              <a:avLst/>
              <a:gdLst/>
              <a:ahLst/>
              <a:cxnLst/>
              <a:rect l="l" t="t" r="r" b="b"/>
              <a:pathLst>
                <a:path w="71120" h="86995">
                  <a:moveTo>
                    <a:pt x="70806" y="0"/>
                  </a:moveTo>
                  <a:lnTo>
                    <a:pt x="0" y="0"/>
                  </a:lnTo>
                  <a:lnTo>
                    <a:pt x="0" y="86846"/>
                  </a:lnTo>
                  <a:lnTo>
                    <a:pt x="70806" y="86846"/>
                  </a:lnTo>
                  <a:lnTo>
                    <a:pt x="70806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8096750" y="3354732"/>
              <a:ext cx="71120" cy="86995"/>
            </a:xfrm>
            <a:custGeom>
              <a:avLst/>
              <a:gdLst/>
              <a:ahLst/>
              <a:cxnLst/>
              <a:rect l="l" t="t" r="r" b="b"/>
              <a:pathLst>
                <a:path w="71120" h="86995">
                  <a:moveTo>
                    <a:pt x="0" y="86846"/>
                  </a:moveTo>
                  <a:lnTo>
                    <a:pt x="70806" y="86846"/>
                  </a:lnTo>
                  <a:lnTo>
                    <a:pt x="70806" y="0"/>
                  </a:lnTo>
                  <a:lnTo>
                    <a:pt x="0" y="0"/>
                  </a:lnTo>
                  <a:lnTo>
                    <a:pt x="0" y="86846"/>
                  </a:lnTo>
                  <a:close/>
                </a:path>
              </a:pathLst>
            </a:custGeom>
            <a:ln w="126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096750" y="3488890"/>
              <a:ext cx="71120" cy="88900"/>
            </a:xfrm>
            <a:custGeom>
              <a:avLst/>
              <a:gdLst/>
              <a:ahLst/>
              <a:cxnLst/>
              <a:rect l="l" t="t" r="r" b="b"/>
              <a:pathLst>
                <a:path w="71120" h="88900">
                  <a:moveTo>
                    <a:pt x="70806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70806" y="88847"/>
                  </a:lnTo>
                  <a:lnTo>
                    <a:pt x="70806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8096750" y="3488890"/>
              <a:ext cx="71120" cy="88900"/>
            </a:xfrm>
            <a:custGeom>
              <a:avLst/>
              <a:gdLst/>
              <a:ahLst/>
              <a:cxnLst/>
              <a:rect l="l" t="t" r="r" b="b"/>
              <a:pathLst>
                <a:path w="71120" h="88900">
                  <a:moveTo>
                    <a:pt x="0" y="88847"/>
                  </a:moveTo>
                  <a:lnTo>
                    <a:pt x="70806" y="88847"/>
                  </a:lnTo>
                  <a:lnTo>
                    <a:pt x="70806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8197534" y="3354732"/>
              <a:ext cx="70485" cy="86995"/>
            </a:xfrm>
            <a:custGeom>
              <a:avLst/>
              <a:gdLst/>
              <a:ahLst/>
              <a:cxnLst/>
              <a:rect l="l" t="t" r="r" b="b"/>
              <a:pathLst>
                <a:path w="70484" h="86995">
                  <a:moveTo>
                    <a:pt x="70372" y="0"/>
                  </a:moveTo>
                  <a:lnTo>
                    <a:pt x="0" y="0"/>
                  </a:lnTo>
                  <a:lnTo>
                    <a:pt x="0" y="86846"/>
                  </a:lnTo>
                  <a:lnTo>
                    <a:pt x="70372" y="86846"/>
                  </a:lnTo>
                  <a:lnTo>
                    <a:pt x="70372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197534" y="3354732"/>
              <a:ext cx="70485" cy="86995"/>
            </a:xfrm>
            <a:custGeom>
              <a:avLst/>
              <a:gdLst/>
              <a:ahLst/>
              <a:cxnLst/>
              <a:rect l="l" t="t" r="r" b="b"/>
              <a:pathLst>
                <a:path w="70484" h="86995">
                  <a:moveTo>
                    <a:pt x="0" y="86846"/>
                  </a:moveTo>
                  <a:lnTo>
                    <a:pt x="70372" y="86846"/>
                  </a:lnTo>
                  <a:lnTo>
                    <a:pt x="70372" y="0"/>
                  </a:lnTo>
                  <a:lnTo>
                    <a:pt x="0" y="0"/>
                  </a:lnTo>
                  <a:lnTo>
                    <a:pt x="0" y="86846"/>
                  </a:lnTo>
                  <a:close/>
                </a:path>
              </a:pathLst>
            </a:custGeom>
            <a:ln w="126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8197534" y="3488890"/>
              <a:ext cx="70485" cy="88900"/>
            </a:xfrm>
            <a:custGeom>
              <a:avLst/>
              <a:gdLst/>
              <a:ahLst/>
              <a:cxnLst/>
              <a:rect l="l" t="t" r="r" b="b"/>
              <a:pathLst>
                <a:path w="70484" h="88900">
                  <a:moveTo>
                    <a:pt x="70372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70372" y="88847"/>
                  </a:lnTo>
                  <a:lnTo>
                    <a:pt x="70372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8197534" y="3488890"/>
              <a:ext cx="70485" cy="88900"/>
            </a:xfrm>
            <a:custGeom>
              <a:avLst/>
              <a:gdLst/>
              <a:ahLst/>
              <a:cxnLst/>
              <a:rect l="l" t="t" r="r" b="b"/>
              <a:pathLst>
                <a:path w="70484" h="88900">
                  <a:moveTo>
                    <a:pt x="0" y="88847"/>
                  </a:moveTo>
                  <a:lnTo>
                    <a:pt x="70372" y="88847"/>
                  </a:lnTo>
                  <a:lnTo>
                    <a:pt x="70372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898388" y="3216244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68199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68199" y="88847"/>
                  </a:lnTo>
                  <a:lnTo>
                    <a:pt x="68199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7898388" y="3216244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0" y="88847"/>
                  </a:moveTo>
                  <a:lnTo>
                    <a:pt x="68199" y="88847"/>
                  </a:lnTo>
                  <a:lnTo>
                    <a:pt x="68199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998637" y="3216244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68199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68199" y="88847"/>
                  </a:lnTo>
                  <a:lnTo>
                    <a:pt x="68199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998637" y="3216244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0" y="88847"/>
                  </a:moveTo>
                  <a:lnTo>
                    <a:pt x="68199" y="88847"/>
                  </a:lnTo>
                  <a:lnTo>
                    <a:pt x="68199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096750" y="3216244"/>
              <a:ext cx="71120" cy="88900"/>
            </a:xfrm>
            <a:custGeom>
              <a:avLst/>
              <a:gdLst/>
              <a:ahLst/>
              <a:cxnLst/>
              <a:rect l="l" t="t" r="r" b="b"/>
              <a:pathLst>
                <a:path w="71120" h="88900">
                  <a:moveTo>
                    <a:pt x="70806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70806" y="88847"/>
                  </a:lnTo>
                  <a:lnTo>
                    <a:pt x="70806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096750" y="3216244"/>
              <a:ext cx="71120" cy="88900"/>
            </a:xfrm>
            <a:custGeom>
              <a:avLst/>
              <a:gdLst/>
              <a:ahLst/>
              <a:cxnLst/>
              <a:rect l="l" t="t" r="r" b="b"/>
              <a:pathLst>
                <a:path w="71120" h="88900">
                  <a:moveTo>
                    <a:pt x="0" y="88847"/>
                  </a:moveTo>
                  <a:lnTo>
                    <a:pt x="70806" y="88847"/>
                  </a:lnTo>
                  <a:lnTo>
                    <a:pt x="70806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8197534" y="3216244"/>
              <a:ext cx="70485" cy="88900"/>
            </a:xfrm>
            <a:custGeom>
              <a:avLst/>
              <a:gdLst/>
              <a:ahLst/>
              <a:cxnLst/>
              <a:rect l="l" t="t" r="r" b="b"/>
              <a:pathLst>
                <a:path w="70484" h="88900">
                  <a:moveTo>
                    <a:pt x="70372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70372" y="88847"/>
                  </a:lnTo>
                  <a:lnTo>
                    <a:pt x="70372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8197534" y="3216244"/>
              <a:ext cx="70485" cy="88900"/>
            </a:xfrm>
            <a:custGeom>
              <a:avLst/>
              <a:gdLst/>
              <a:ahLst/>
              <a:cxnLst/>
              <a:rect l="l" t="t" r="r" b="b"/>
              <a:pathLst>
                <a:path w="70484" h="88900">
                  <a:moveTo>
                    <a:pt x="0" y="88847"/>
                  </a:moveTo>
                  <a:lnTo>
                    <a:pt x="70372" y="88847"/>
                  </a:lnTo>
                  <a:lnTo>
                    <a:pt x="70372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7870432" y="2997340"/>
              <a:ext cx="590550" cy="1646555"/>
            </a:xfrm>
            <a:custGeom>
              <a:avLst/>
              <a:gdLst/>
              <a:ahLst/>
              <a:cxnLst/>
              <a:rect l="l" t="t" r="r" b="b"/>
              <a:pathLst>
                <a:path w="590550" h="1646554">
                  <a:moveTo>
                    <a:pt x="589922" y="0"/>
                  </a:moveTo>
                  <a:lnTo>
                    <a:pt x="168625" y="0"/>
                  </a:lnTo>
                  <a:lnTo>
                    <a:pt x="0" y="157648"/>
                  </a:lnTo>
                  <a:lnTo>
                    <a:pt x="0" y="1646092"/>
                  </a:lnTo>
                  <a:lnTo>
                    <a:pt x="420940" y="1646092"/>
                  </a:lnTo>
                  <a:lnTo>
                    <a:pt x="589922" y="1490362"/>
                  </a:lnTo>
                  <a:lnTo>
                    <a:pt x="589922" y="0"/>
                  </a:lnTo>
                  <a:close/>
                </a:path>
              </a:pathLst>
            </a:custGeom>
            <a:solidFill>
              <a:srgbClr val="EAEAEA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7870432" y="2997340"/>
              <a:ext cx="590550" cy="158115"/>
            </a:xfrm>
            <a:custGeom>
              <a:avLst/>
              <a:gdLst/>
              <a:ahLst/>
              <a:cxnLst/>
              <a:rect l="l" t="t" r="r" b="b"/>
              <a:pathLst>
                <a:path w="590550" h="158114">
                  <a:moveTo>
                    <a:pt x="589922" y="0"/>
                  </a:moveTo>
                  <a:lnTo>
                    <a:pt x="168625" y="0"/>
                  </a:lnTo>
                  <a:lnTo>
                    <a:pt x="0" y="157648"/>
                  </a:lnTo>
                  <a:lnTo>
                    <a:pt x="420940" y="157648"/>
                  </a:lnTo>
                  <a:lnTo>
                    <a:pt x="589922" y="0"/>
                  </a:lnTo>
                  <a:close/>
                </a:path>
              </a:pathLst>
            </a:custGeom>
            <a:solidFill>
              <a:srgbClr val="EEEEEE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8291373" y="2997340"/>
              <a:ext cx="169545" cy="1646555"/>
            </a:xfrm>
            <a:custGeom>
              <a:avLst/>
              <a:gdLst/>
              <a:ahLst/>
              <a:cxnLst/>
              <a:rect l="l" t="t" r="r" b="b"/>
              <a:pathLst>
                <a:path w="169545" h="1646554">
                  <a:moveTo>
                    <a:pt x="168981" y="0"/>
                  </a:moveTo>
                  <a:lnTo>
                    <a:pt x="0" y="157648"/>
                  </a:lnTo>
                  <a:lnTo>
                    <a:pt x="0" y="1646092"/>
                  </a:lnTo>
                  <a:lnTo>
                    <a:pt x="168981" y="1490362"/>
                  </a:lnTo>
                  <a:lnTo>
                    <a:pt x="168981" y="0"/>
                  </a:lnTo>
                  <a:close/>
                </a:path>
              </a:pathLst>
            </a:custGeom>
            <a:solidFill>
              <a:srgbClr val="BBBBBB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7870432" y="2997340"/>
              <a:ext cx="590550" cy="1646555"/>
            </a:xfrm>
            <a:custGeom>
              <a:avLst/>
              <a:gdLst/>
              <a:ahLst/>
              <a:cxnLst/>
              <a:rect l="l" t="t" r="r" b="b"/>
              <a:pathLst>
                <a:path w="590550" h="1646554">
                  <a:moveTo>
                    <a:pt x="168625" y="0"/>
                  </a:moveTo>
                  <a:lnTo>
                    <a:pt x="0" y="157648"/>
                  </a:lnTo>
                  <a:lnTo>
                    <a:pt x="0" y="1646092"/>
                  </a:lnTo>
                  <a:lnTo>
                    <a:pt x="420940" y="1646092"/>
                  </a:lnTo>
                  <a:lnTo>
                    <a:pt x="589922" y="1490362"/>
                  </a:lnTo>
                  <a:lnTo>
                    <a:pt x="589922" y="0"/>
                  </a:lnTo>
                  <a:lnTo>
                    <a:pt x="168625" y="0"/>
                  </a:lnTo>
                  <a:close/>
                </a:path>
                <a:path w="590550" h="1646554">
                  <a:moveTo>
                    <a:pt x="0" y="157648"/>
                  </a:moveTo>
                  <a:lnTo>
                    <a:pt x="420940" y="157648"/>
                  </a:lnTo>
                  <a:lnTo>
                    <a:pt x="589922" y="0"/>
                  </a:lnTo>
                </a:path>
                <a:path w="590550" h="1646554">
                  <a:moveTo>
                    <a:pt x="420940" y="157648"/>
                  </a:moveTo>
                  <a:lnTo>
                    <a:pt x="420940" y="1646092"/>
                  </a:lnTo>
                </a:path>
              </a:pathLst>
            </a:custGeom>
            <a:ln w="125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7898388" y="3899498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68199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68199" y="88847"/>
                  </a:lnTo>
                  <a:lnTo>
                    <a:pt x="68199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7898388" y="3899498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0" y="88847"/>
                  </a:moveTo>
                  <a:lnTo>
                    <a:pt x="68199" y="88847"/>
                  </a:lnTo>
                  <a:lnTo>
                    <a:pt x="68199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7998637" y="3899498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68199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68199" y="88847"/>
                  </a:lnTo>
                  <a:lnTo>
                    <a:pt x="68199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7998637" y="3899498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0" y="88847"/>
                  </a:moveTo>
                  <a:lnTo>
                    <a:pt x="68199" y="88847"/>
                  </a:lnTo>
                  <a:lnTo>
                    <a:pt x="68199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7898388" y="4033524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68199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68199" y="88847"/>
                  </a:lnTo>
                  <a:lnTo>
                    <a:pt x="68199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7898388" y="4033524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0" y="88847"/>
                  </a:moveTo>
                  <a:lnTo>
                    <a:pt x="68199" y="88847"/>
                  </a:lnTo>
                  <a:lnTo>
                    <a:pt x="68199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7998637" y="4033524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68199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68199" y="88847"/>
                  </a:lnTo>
                  <a:lnTo>
                    <a:pt x="68199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998637" y="4033524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0" y="88847"/>
                  </a:moveTo>
                  <a:lnTo>
                    <a:pt x="68199" y="88847"/>
                  </a:lnTo>
                  <a:lnTo>
                    <a:pt x="68199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898388" y="4171651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68199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68199" y="88847"/>
                  </a:lnTo>
                  <a:lnTo>
                    <a:pt x="68199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898388" y="4171651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0" y="88847"/>
                  </a:moveTo>
                  <a:lnTo>
                    <a:pt x="68199" y="88847"/>
                  </a:lnTo>
                  <a:lnTo>
                    <a:pt x="68199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7998637" y="4171651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68199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68199" y="88847"/>
                  </a:lnTo>
                  <a:lnTo>
                    <a:pt x="68199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7998637" y="4171651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0" y="88847"/>
                  </a:moveTo>
                  <a:lnTo>
                    <a:pt x="68199" y="88847"/>
                  </a:lnTo>
                  <a:lnTo>
                    <a:pt x="68199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8096750" y="3899498"/>
              <a:ext cx="71120" cy="88900"/>
            </a:xfrm>
            <a:custGeom>
              <a:avLst/>
              <a:gdLst/>
              <a:ahLst/>
              <a:cxnLst/>
              <a:rect l="l" t="t" r="r" b="b"/>
              <a:pathLst>
                <a:path w="71120" h="88900">
                  <a:moveTo>
                    <a:pt x="70806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70806" y="88847"/>
                  </a:lnTo>
                  <a:lnTo>
                    <a:pt x="70806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8096750" y="3899498"/>
              <a:ext cx="71120" cy="88900"/>
            </a:xfrm>
            <a:custGeom>
              <a:avLst/>
              <a:gdLst/>
              <a:ahLst/>
              <a:cxnLst/>
              <a:rect l="l" t="t" r="r" b="b"/>
              <a:pathLst>
                <a:path w="71120" h="88900">
                  <a:moveTo>
                    <a:pt x="0" y="88847"/>
                  </a:moveTo>
                  <a:lnTo>
                    <a:pt x="70806" y="88847"/>
                  </a:lnTo>
                  <a:lnTo>
                    <a:pt x="70806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8096750" y="4033524"/>
              <a:ext cx="71120" cy="88900"/>
            </a:xfrm>
            <a:custGeom>
              <a:avLst/>
              <a:gdLst/>
              <a:ahLst/>
              <a:cxnLst/>
              <a:rect l="l" t="t" r="r" b="b"/>
              <a:pathLst>
                <a:path w="71120" h="88900">
                  <a:moveTo>
                    <a:pt x="70806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70806" y="88847"/>
                  </a:lnTo>
                  <a:lnTo>
                    <a:pt x="70806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8096750" y="4033524"/>
              <a:ext cx="71120" cy="88900"/>
            </a:xfrm>
            <a:custGeom>
              <a:avLst/>
              <a:gdLst/>
              <a:ahLst/>
              <a:cxnLst/>
              <a:rect l="l" t="t" r="r" b="b"/>
              <a:pathLst>
                <a:path w="71120" h="88900">
                  <a:moveTo>
                    <a:pt x="0" y="88847"/>
                  </a:moveTo>
                  <a:lnTo>
                    <a:pt x="70806" y="88847"/>
                  </a:lnTo>
                  <a:lnTo>
                    <a:pt x="70806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8096750" y="4171651"/>
              <a:ext cx="71120" cy="88900"/>
            </a:xfrm>
            <a:custGeom>
              <a:avLst/>
              <a:gdLst/>
              <a:ahLst/>
              <a:cxnLst/>
              <a:rect l="l" t="t" r="r" b="b"/>
              <a:pathLst>
                <a:path w="71120" h="88900">
                  <a:moveTo>
                    <a:pt x="70806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70806" y="88847"/>
                  </a:lnTo>
                  <a:lnTo>
                    <a:pt x="70806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8096750" y="4171651"/>
              <a:ext cx="71120" cy="88900"/>
            </a:xfrm>
            <a:custGeom>
              <a:avLst/>
              <a:gdLst/>
              <a:ahLst/>
              <a:cxnLst/>
              <a:rect l="l" t="t" r="r" b="b"/>
              <a:pathLst>
                <a:path w="71120" h="88900">
                  <a:moveTo>
                    <a:pt x="0" y="88847"/>
                  </a:moveTo>
                  <a:lnTo>
                    <a:pt x="70806" y="88847"/>
                  </a:lnTo>
                  <a:lnTo>
                    <a:pt x="70806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8197534" y="3899498"/>
              <a:ext cx="70485" cy="88900"/>
            </a:xfrm>
            <a:custGeom>
              <a:avLst/>
              <a:gdLst/>
              <a:ahLst/>
              <a:cxnLst/>
              <a:rect l="l" t="t" r="r" b="b"/>
              <a:pathLst>
                <a:path w="70484" h="88900">
                  <a:moveTo>
                    <a:pt x="70372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70372" y="88847"/>
                  </a:lnTo>
                  <a:lnTo>
                    <a:pt x="70372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8197534" y="3899498"/>
              <a:ext cx="70485" cy="88900"/>
            </a:xfrm>
            <a:custGeom>
              <a:avLst/>
              <a:gdLst/>
              <a:ahLst/>
              <a:cxnLst/>
              <a:rect l="l" t="t" r="r" b="b"/>
              <a:pathLst>
                <a:path w="70484" h="88900">
                  <a:moveTo>
                    <a:pt x="0" y="88847"/>
                  </a:moveTo>
                  <a:lnTo>
                    <a:pt x="70372" y="88847"/>
                  </a:lnTo>
                  <a:lnTo>
                    <a:pt x="70372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8197534" y="4033524"/>
              <a:ext cx="70485" cy="88900"/>
            </a:xfrm>
            <a:custGeom>
              <a:avLst/>
              <a:gdLst/>
              <a:ahLst/>
              <a:cxnLst/>
              <a:rect l="l" t="t" r="r" b="b"/>
              <a:pathLst>
                <a:path w="70484" h="88900">
                  <a:moveTo>
                    <a:pt x="70372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70372" y="88847"/>
                  </a:lnTo>
                  <a:lnTo>
                    <a:pt x="70372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8197534" y="4033524"/>
              <a:ext cx="70485" cy="88900"/>
            </a:xfrm>
            <a:custGeom>
              <a:avLst/>
              <a:gdLst/>
              <a:ahLst/>
              <a:cxnLst/>
              <a:rect l="l" t="t" r="r" b="b"/>
              <a:pathLst>
                <a:path w="70484" h="88900">
                  <a:moveTo>
                    <a:pt x="0" y="88847"/>
                  </a:moveTo>
                  <a:lnTo>
                    <a:pt x="70372" y="88847"/>
                  </a:lnTo>
                  <a:lnTo>
                    <a:pt x="70372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8197534" y="4171651"/>
              <a:ext cx="70485" cy="88900"/>
            </a:xfrm>
            <a:custGeom>
              <a:avLst/>
              <a:gdLst/>
              <a:ahLst/>
              <a:cxnLst/>
              <a:rect l="l" t="t" r="r" b="b"/>
              <a:pathLst>
                <a:path w="70484" h="88900">
                  <a:moveTo>
                    <a:pt x="70372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70372" y="88847"/>
                  </a:lnTo>
                  <a:lnTo>
                    <a:pt x="70372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8197534" y="4171651"/>
              <a:ext cx="70485" cy="88900"/>
            </a:xfrm>
            <a:custGeom>
              <a:avLst/>
              <a:gdLst/>
              <a:ahLst/>
              <a:cxnLst/>
              <a:rect l="l" t="t" r="r" b="b"/>
              <a:pathLst>
                <a:path w="70484" h="88900">
                  <a:moveTo>
                    <a:pt x="0" y="88847"/>
                  </a:moveTo>
                  <a:lnTo>
                    <a:pt x="70372" y="88847"/>
                  </a:lnTo>
                  <a:lnTo>
                    <a:pt x="70372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7898388" y="3624884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68199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68199" y="88847"/>
                  </a:lnTo>
                  <a:lnTo>
                    <a:pt x="68199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7898388" y="3624884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0" y="88847"/>
                  </a:moveTo>
                  <a:lnTo>
                    <a:pt x="68199" y="88847"/>
                  </a:lnTo>
                  <a:lnTo>
                    <a:pt x="68199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998637" y="3624884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68199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68199" y="88847"/>
                  </a:lnTo>
                  <a:lnTo>
                    <a:pt x="68199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998637" y="3624884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0" y="88847"/>
                  </a:moveTo>
                  <a:lnTo>
                    <a:pt x="68199" y="88847"/>
                  </a:lnTo>
                  <a:lnTo>
                    <a:pt x="68199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7898388" y="3763011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68199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68199" y="88847"/>
                  </a:lnTo>
                  <a:lnTo>
                    <a:pt x="68199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7898388" y="3763011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0" y="88847"/>
                  </a:moveTo>
                  <a:lnTo>
                    <a:pt x="68199" y="88847"/>
                  </a:lnTo>
                  <a:lnTo>
                    <a:pt x="68199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7998637" y="3763011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68199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68199" y="88847"/>
                  </a:lnTo>
                  <a:lnTo>
                    <a:pt x="68199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7998637" y="3763011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0" y="88847"/>
                  </a:moveTo>
                  <a:lnTo>
                    <a:pt x="68199" y="88847"/>
                  </a:lnTo>
                  <a:lnTo>
                    <a:pt x="68199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8096750" y="3624884"/>
              <a:ext cx="71120" cy="88900"/>
            </a:xfrm>
            <a:custGeom>
              <a:avLst/>
              <a:gdLst/>
              <a:ahLst/>
              <a:cxnLst/>
              <a:rect l="l" t="t" r="r" b="b"/>
              <a:pathLst>
                <a:path w="71120" h="88900">
                  <a:moveTo>
                    <a:pt x="70806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70806" y="88847"/>
                  </a:lnTo>
                  <a:lnTo>
                    <a:pt x="70806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8096750" y="3624884"/>
              <a:ext cx="71120" cy="88900"/>
            </a:xfrm>
            <a:custGeom>
              <a:avLst/>
              <a:gdLst/>
              <a:ahLst/>
              <a:cxnLst/>
              <a:rect l="l" t="t" r="r" b="b"/>
              <a:pathLst>
                <a:path w="71120" h="88900">
                  <a:moveTo>
                    <a:pt x="0" y="88847"/>
                  </a:moveTo>
                  <a:lnTo>
                    <a:pt x="70806" y="88847"/>
                  </a:lnTo>
                  <a:lnTo>
                    <a:pt x="70806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8096750" y="3763011"/>
              <a:ext cx="71120" cy="88900"/>
            </a:xfrm>
            <a:custGeom>
              <a:avLst/>
              <a:gdLst/>
              <a:ahLst/>
              <a:cxnLst/>
              <a:rect l="l" t="t" r="r" b="b"/>
              <a:pathLst>
                <a:path w="71120" h="88900">
                  <a:moveTo>
                    <a:pt x="70806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70806" y="88847"/>
                  </a:lnTo>
                  <a:lnTo>
                    <a:pt x="70806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8096750" y="3763011"/>
              <a:ext cx="71120" cy="88900"/>
            </a:xfrm>
            <a:custGeom>
              <a:avLst/>
              <a:gdLst/>
              <a:ahLst/>
              <a:cxnLst/>
              <a:rect l="l" t="t" r="r" b="b"/>
              <a:pathLst>
                <a:path w="71120" h="88900">
                  <a:moveTo>
                    <a:pt x="0" y="88847"/>
                  </a:moveTo>
                  <a:lnTo>
                    <a:pt x="70806" y="88847"/>
                  </a:lnTo>
                  <a:lnTo>
                    <a:pt x="70806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8197534" y="3624884"/>
              <a:ext cx="70485" cy="88900"/>
            </a:xfrm>
            <a:custGeom>
              <a:avLst/>
              <a:gdLst/>
              <a:ahLst/>
              <a:cxnLst/>
              <a:rect l="l" t="t" r="r" b="b"/>
              <a:pathLst>
                <a:path w="70484" h="88900">
                  <a:moveTo>
                    <a:pt x="70372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70372" y="88847"/>
                  </a:lnTo>
                  <a:lnTo>
                    <a:pt x="70372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8197534" y="3624884"/>
              <a:ext cx="70485" cy="88900"/>
            </a:xfrm>
            <a:custGeom>
              <a:avLst/>
              <a:gdLst/>
              <a:ahLst/>
              <a:cxnLst/>
              <a:rect l="l" t="t" r="r" b="b"/>
              <a:pathLst>
                <a:path w="70484" h="88900">
                  <a:moveTo>
                    <a:pt x="0" y="88847"/>
                  </a:moveTo>
                  <a:lnTo>
                    <a:pt x="70372" y="88847"/>
                  </a:lnTo>
                  <a:lnTo>
                    <a:pt x="70372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8197534" y="3763011"/>
              <a:ext cx="70485" cy="88900"/>
            </a:xfrm>
            <a:custGeom>
              <a:avLst/>
              <a:gdLst/>
              <a:ahLst/>
              <a:cxnLst/>
              <a:rect l="l" t="t" r="r" b="b"/>
              <a:pathLst>
                <a:path w="70484" h="88900">
                  <a:moveTo>
                    <a:pt x="70372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70372" y="88847"/>
                  </a:lnTo>
                  <a:lnTo>
                    <a:pt x="70372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8197534" y="3763011"/>
              <a:ext cx="70485" cy="88900"/>
            </a:xfrm>
            <a:custGeom>
              <a:avLst/>
              <a:gdLst/>
              <a:ahLst/>
              <a:cxnLst/>
              <a:rect l="l" t="t" r="r" b="b"/>
              <a:pathLst>
                <a:path w="70484" h="88900">
                  <a:moveTo>
                    <a:pt x="0" y="88847"/>
                  </a:moveTo>
                  <a:lnTo>
                    <a:pt x="70372" y="88847"/>
                  </a:lnTo>
                  <a:lnTo>
                    <a:pt x="70372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7898388" y="3354732"/>
              <a:ext cx="68580" cy="86995"/>
            </a:xfrm>
            <a:custGeom>
              <a:avLst/>
              <a:gdLst/>
              <a:ahLst/>
              <a:cxnLst/>
              <a:rect l="l" t="t" r="r" b="b"/>
              <a:pathLst>
                <a:path w="68579" h="86995">
                  <a:moveTo>
                    <a:pt x="68199" y="0"/>
                  </a:moveTo>
                  <a:lnTo>
                    <a:pt x="0" y="0"/>
                  </a:lnTo>
                  <a:lnTo>
                    <a:pt x="0" y="86846"/>
                  </a:lnTo>
                  <a:lnTo>
                    <a:pt x="68199" y="86846"/>
                  </a:lnTo>
                  <a:lnTo>
                    <a:pt x="68199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7898388" y="3354732"/>
              <a:ext cx="68580" cy="86995"/>
            </a:xfrm>
            <a:custGeom>
              <a:avLst/>
              <a:gdLst/>
              <a:ahLst/>
              <a:cxnLst/>
              <a:rect l="l" t="t" r="r" b="b"/>
              <a:pathLst>
                <a:path w="68579" h="86995">
                  <a:moveTo>
                    <a:pt x="0" y="86846"/>
                  </a:moveTo>
                  <a:lnTo>
                    <a:pt x="68199" y="86846"/>
                  </a:lnTo>
                  <a:lnTo>
                    <a:pt x="68199" y="0"/>
                  </a:lnTo>
                  <a:lnTo>
                    <a:pt x="0" y="0"/>
                  </a:lnTo>
                  <a:lnTo>
                    <a:pt x="0" y="86846"/>
                  </a:lnTo>
                  <a:close/>
                </a:path>
              </a:pathLst>
            </a:custGeom>
            <a:ln w="126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7998637" y="3354732"/>
              <a:ext cx="68580" cy="86995"/>
            </a:xfrm>
            <a:custGeom>
              <a:avLst/>
              <a:gdLst/>
              <a:ahLst/>
              <a:cxnLst/>
              <a:rect l="l" t="t" r="r" b="b"/>
              <a:pathLst>
                <a:path w="68579" h="86995">
                  <a:moveTo>
                    <a:pt x="68199" y="0"/>
                  </a:moveTo>
                  <a:lnTo>
                    <a:pt x="0" y="0"/>
                  </a:lnTo>
                  <a:lnTo>
                    <a:pt x="0" y="86846"/>
                  </a:lnTo>
                  <a:lnTo>
                    <a:pt x="68199" y="86846"/>
                  </a:lnTo>
                  <a:lnTo>
                    <a:pt x="68199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998637" y="3354732"/>
              <a:ext cx="68580" cy="86995"/>
            </a:xfrm>
            <a:custGeom>
              <a:avLst/>
              <a:gdLst/>
              <a:ahLst/>
              <a:cxnLst/>
              <a:rect l="l" t="t" r="r" b="b"/>
              <a:pathLst>
                <a:path w="68579" h="86995">
                  <a:moveTo>
                    <a:pt x="0" y="86846"/>
                  </a:moveTo>
                  <a:lnTo>
                    <a:pt x="68199" y="86846"/>
                  </a:lnTo>
                  <a:lnTo>
                    <a:pt x="68199" y="0"/>
                  </a:lnTo>
                  <a:lnTo>
                    <a:pt x="0" y="0"/>
                  </a:lnTo>
                  <a:lnTo>
                    <a:pt x="0" y="86846"/>
                  </a:lnTo>
                  <a:close/>
                </a:path>
              </a:pathLst>
            </a:custGeom>
            <a:ln w="126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898388" y="3488890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68199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68199" y="88847"/>
                  </a:lnTo>
                  <a:lnTo>
                    <a:pt x="68199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898388" y="3488890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0" y="88847"/>
                  </a:moveTo>
                  <a:lnTo>
                    <a:pt x="68199" y="88847"/>
                  </a:lnTo>
                  <a:lnTo>
                    <a:pt x="68199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7998637" y="3488890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68199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68199" y="88847"/>
                  </a:lnTo>
                  <a:lnTo>
                    <a:pt x="68199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7998637" y="3488890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0" y="88847"/>
                  </a:moveTo>
                  <a:lnTo>
                    <a:pt x="68199" y="88847"/>
                  </a:lnTo>
                  <a:lnTo>
                    <a:pt x="68199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8096750" y="3354732"/>
              <a:ext cx="71120" cy="86995"/>
            </a:xfrm>
            <a:custGeom>
              <a:avLst/>
              <a:gdLst/>
              <a:ahLst/>
              <a:cxnLst/>
              <a:rect l="l" t="t" r="r" b="b"/>
              <a:pathLst>
                <a:path w="71120" h="86995">
                  <a:moveTo>
                    <a:pt x="70806" y="0"/>
                  </a:moveTo>
                  <a:lnTo>
                    <a:pt x="0" y="0"/>
                  </a:lnTo>
                  <a:lnTo>
                    <a:pt x="0" y="86846"/>
                  </a:lnTo>
                  <a:lnTo>
                    <a:pt x="70806" y="86846"/>
                  </a:lnTo>
                  <a:lnTo>
                    <a:pt x="70806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8096750" y="3354732"/>
              <a:ext cx="71120" cy="86995"/>
            </a:xfrm>
            <a:custGeom>
              <a:avLst/>
              <a:gdLst/>
              <a:ahLst/>
              <a:cxnLst/>
              <a:rect l="l" t="t" r="r" b="b"/>
              <a:pathLst>
                <a:path w="71120" h="86995">
                  <a:moveTo>
                    <a:pt x="0" y="86846"/>
                  </a:moveTo>
                  <a:lnTo>
                    <a:pt x="70806" y="86846"/>
                  </a:lnTo>
                  <a:lnTo>
                    <a:pt x="70806" y="0"/>
                  </a:lnTo>
                  <a:lnTo>
                    <a:pt x="0" y="0"/>
                  </a:lnTo>
                  <a:lnTo>
                    <a:pt x="0" y="86846"/>
                  </a:lnTo>
                  <a:close/>
                </a:path>
              </a:pathLst>
            </a:custGeom>
            <a:ln w="126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8096750" y="3488890"/>
              <a:ext cx="71120" cy="88900"/>
            </a:xfrm>
            <a:custGeom>
              <a:avLst/>
              <a:gdLst/>
              <a:ahLst/>
              <a:cxnLst/>
              <a:rect l="l" t="t" r="r" b="b"/>
              <a:pathLst>
                <a:path w="71120" h="88900">
                  <a:moveTo>
                    <a:pt x="70806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70806" y="88847"/>
                  </a:lnTo>
                  <a:lnTo>
                    <a:pt x="70806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8096750" y="3488890"/>
              <a:ext cx="71120" cy="88900"/>
            </a:xfrm>
            <a:custGeom>
              <a:avLst/>
              <a:gdLst/>
              <a:ahLst/>
              <a:cxnLst/>
              <a:rect l="l" t="t" r="r" b="b"/>
              <a:pathLst>
                <a:path w="71120" h="88900">
                  <a:moveTo>
                    <a:pt x="0" y="88847"/>
                  </a:moveTo>
                  <a:lnTo>
                    <a:pt x="70806" y="88847"/>
                  </a:lnTo>
                  <a:lnTo>
                    <a:pt x="70806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8197534" y="3354732"/>
              <a:ext cx="70485" cy="86995"/>
            </a:xfrm>
            <a:custGeom>
              <a:avLst/>
              <a:gdLst/>
              <a:ahLst/>
              <a:cxnLst/>
              <a:rect l="l" t="t" r="r" b="b"/>
              <a:pathLst>
                <a:path w="70484" h="86995">
                  <a:moveTo>
                    <a:pt x="70372" y="0"/>
                  </a:moveTo>
                  <a:lnTo>
                    <a:pt x="0" y="0"/>
                  </a:lnTo>
                  <a:lnTo>
                    <a:pt x="0" y="86846"/>
                  </a:lnTo>
                  <a:lnTo>
                    <a:pt x="70372" y="86846"/>
                  </a:lnTo>
                  <a:lnTo>
                    <a:pt x="70372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8197534" y="3354732"/>
              <a:ext cx="70485" cy="86995"/>
            </a:xfrm>
            <a:custGeom>
              <a:avLst/>
              <a:gdLst/>
              <a:ahLst/>
              <a:cxnLst/>
              <a:rect l="l" t="t" r="r" b="b"/>
              <a:pathLst>
                <a:path w="70484" h="86995">
                  <a:moveTo>
                    <a:pt x="0" y="86846"/>
                  </a:moveTo>
                  <a:lnTo>
                    <a:pt x="70372" y="86846"/>
                  </a:lnTo>
                  <a:lnTo>
                    <a:pt x="70372" y="0"/>
                  </a:lnTo>
                  <a:lnTo>
                    <a:pt x="0" y="0"/>
                  </a:lnTo>
                  <a:lnTo>
                    <a:pt x="0" y="86846"/>
                  </a:lnTo>
                  <a:close/>
                </a:path>
              </a:pathLst>
            </a:custGeom>
            <a:ln w="126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8197534" y="3488890"/>
              <a:ext cx="70485" cy="88900"/>
            </a:xfrm>
            <a:custGeom>
              <a:avLst/>
              <a:gdLst/>
              <a:ahLst/>
              <a:cxnLst/>
              <a:rect l="l" t="t" r="r" b="b"/>
              <a:pathLst>
                <a:path w="70484" h="88900">
                  <a:moveTo>
                    <a:pt x="70372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70372" y="88847"/>
                  </a:lnTo>
                  <a:lnTo>
                    <a:pt x="70372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8197534" y="3488890"/>
              <a:ext cx="70485" cy="88900"/>
            </a:xfrm>
            <a:custGeom>
              <a:avLst/>
              <a:gdLst/>
              <a:ahLst/>
              <a:cxnLst/>
              <a:rect l="l" t="t" r="r" b="b"/>
              <a:pathLst>
                <a:path w="70484" h="88900">
                  <a:moveTo>
                    <a:pt x="0" y="88847"/>
                  </a:moveTo>
                  <a:lnTo>
                    <a:pt x="70372" y="88847"/>
                  </a:lnTo>
                  <a:lnTo>
                    <a:pt x="70372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7898388" y="3216244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68199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68199" y="88847"/>
                  </a:lnTo>
                  <a:lnTo>
                    <a:pt x="68199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7898388" y="3216244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0" y="88847"/>
                  </a:moveTo>
                  <a:lnTo>
                    <a:pt x="68199" y="88847"/>
                  </a:lnTo>
                  <a:lnTo>
                    <a:pt x="68199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7998637" y="3216244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68199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68199" y="88847"/>
                  </a:lnTo>
                  <a:lnTo>
                    <a:pt x="68199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7998637" y="3216244"/>
              <a:ext cx="68580" cy="88900"/>
            </a:xfrm>
            <a:custGeom>
              <a:avLst/>
              <a:gdLst/>
              <a:ahLst/>
              <a:cxnLst/>
              <a:rect l="l" t="t" r="r" b="b"/>
              <a:pathLst>
                <a:path w="68579" h="88900">
                  <a:moveTo>
                    <a:pt x="0" y="88847"/>
                  </a:moveTo>
                  <a:lnTo>
                    <a:pt x="68199" y="88847"/>
                  </a:lnTo>
                  <a:lnTo>
                    <a:pt x="68199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8096750" y="3216244"/>
              <a:ext cx="71120" cy="88900"/>
            </a:xfrm>
            <a:custGeom>
              <a:avLst/>
              <a:gdLst/>
              <a:ahLst/>
              <a:cxnLst/>
              <a:rect l="l" t="t" r="r" b="b"/>
              <a:pathLst>
                <a:path w="71120" h="88900">
                  <a:moveTo>
                    <a:pt x="70806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70806" y="88847"/>
                  </a:lnTo>
                  <a:lnTo>
                    <a:pt x="70806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8096750" y="3216244"/>
              <a:ext cx="71120" cy="88900"/>
            </a:xfrm>
            <a:custGeom>
              <a:avLst/>
              <a:gdLst/>
              <a:ahLst/>
              <a:cxnLst/>
              <a:rect l="l" t="t" r="r" b="b"/>
              <a:pathLst>
                <a:path w="71120" h="88900">
                  <a:moveTo>
                    <a:pt x="0" y="88847"/>
                  </a:moveTo>
                  <a:lnTo>
                    <a:pt x="70806" y="88847"/>
                  </a:lnTo>
                  <a:lnTo>
                    <a:pt x="70806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8197534" y="3216244"/>
              <a:ext cx="70485" cy="88900"/>
            </a:xfrm>
            <a:custGeom>
              <a:avLst/>
              <a:gdLst/>
              <a:ahLst/>
              <a:cxnLst/>
              <a:rect l="l" t="t" r="r" b="b"/>
              <a:pathLst>
                <a:path w="70484" h="88900">
                  <a:moveTo>
                    <a:pt x="70372" y="0"/>
                  </a:moveTo>
                  <a:lnTo>
                    <a:pt x="0" y="0"/>
                  </a:lnTo>
                  <a:lnTo>
                    <a:pt x="0" y="88847"/>
                  </a:lnTo>
                  <a:lnTo>
                    <a:pt x="70372" y="88847"/>
                  </a:lnTo>
                  <a:lnTo>
                    <a:pt x="70372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8197534" y="3216244"/>
              <a:ext cx="70485" cy="88900"/>
            </a:xfrm>
            <a:custGeom>
              <a:avLst/>
              <a:gdLst/>
              <a:ahLst/>
              <a:cxnLst/>
              <a:rect l="l" t="t" r="r" b="b"/>
              <a:pathLst>
                <a:path w="70484" h="88900">
                  <a:moveTo>
                    <a:pt x="0" y="88847"/>
                  </a:moveTo>
                  <a:lnTo>
                    <a:pt x="70372" y="88847"/>
                  </a:lnTo>
                  <a:lnTo>
                    <a:pt x="70372" y="0"/>
                  </a:lnTo>
                  <a:lnTo>
                    <a:pt x="0" y="0"/>
                  </a:lnTo>
                  <a:lnTo>
                    <a:pt x="0" y="88847"/>
                  </a:lnTo>
                  <a:close/>
                </a:path>
              </a:pathLst>
            </a:custGeom>
            <a:ln w="126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1" name="object 141"/>
          <p:cNvSpPr txBox="1"/>
          <p:nvPr/>
        </p:nvSpPr>
        <p:spPr>
          <a:xfrm>
            <a:off x="7517632" y="4790826"/>
            <a:ext cx="1202690" cy="8534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-4445" algn="ctr">
              <a:lnSpc>
                <a:spcPct val="100400"/>
              </a:lnSpc>
              <a:spcBef>
                <a:spcPts val="110"/>
              </a:spcBef>
            </a:pPr>
            <a:r>
              <a:rPr sz="1800" spc="65" dirty="0">
                <a:latin typeface="Arial MT"/>
                <a:cs typeface="Arial MT"/>
              </a:rPr>
              <a:t>Bank’s remote </a:t>
            </a:r>
            <a:r>
              <a:rPr sz="1800" spc="55" dirty="0">
                <a:latin typeface="Arial MT"/>
                <a:cs typeface="Arial MT"/>
              </a:rPr>
              <a:t>datacenter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1595562" y="5668885"/>
            <a:ext cx="1050290" cy="577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indent="227965">
              <a:lnSpc>
                <a:spcPct val="100000"/>
              </a:lnSpc>
              <a:spcBef>
                <a:spcPts val="114"/>
              </a:spcBef>
            </a:pPr>
            <a:r>
              <a:rPr sz="1800" spc="65" dirty="0">
                <a:latin typeface="Arial MT"/>
                <a:cs typeface="Arial MT"/>
              </a:rPr>
              <a:t>Bank customer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3094193" y="5219053"/>
            <a:ext cx="1564640" cy="3028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00" spc="105" dirty="0">
                <a:latin typeface="Arial MT"/>
                <a:cs typeface="Arial MT"/>
              </a:rPr>
              <a:t>ATM</a:t>
            </a:r>
            <a:r>
              <a:rPr sz="1800" spc="50" dirty="0">
                <a:latin typeface="Arial MT"/>
                <a:cs typeface="Arial MT"/>
              </a:rPr>
              <a:t> </a:t>
            </a:r>
            <a:r>
              <a:rPr sz="1800" spc="65" dirty="0">
                <a:latin typeface="Arial MT"/>
                <a:cs typeface="Arial MT"/>
              </a:rPr>
              <a:t>machine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44" name="object 144"/>
          <p:cNvGrpSpPr/>
          <p:nvPr/>
        </p:nvGrpSpPr>
        <p:grpSpPr>
          <a:xfrm>
            <a:off x="1265972" y="2211556"/>
            <a:ext cx="2880360" cy="3380104"/>
            <a:chOff x="1265972" y="2211556"/>
            <a:chExt cx="2880360" cy="3380104"/>
          </a:xfrm>
        </p:grpSpPr>
        <p:sp>
          <p:nvSpPr>
            <p:cNvPr id="145" name="object 145"/>
            <p:cNvSpPr/>
            <p:nvPr/>
          </p:nvSpPr>
          <p:spPr>
            <a:xfrm>
              <a:off x="2490955" y="2213690"/>
              <a:ext cx="1652905" cy="2832735"/>
            </a:xfrm>
            <a:custGeom>
              <a:avLst/>
              <a:gdLst/>
              <a:ahLst/>
              <a:cxnLst/>
              <a:rect l="l" t="t" r="r" b="b"/>
              <a:pathLst>
                <a:path w="1652904" h="2832735">
                  <a:moveTo>
                    <a:pt x="0" y="0"/>
                  </a:moveTo>
                  <a:lnTo>
                    <a:pt x="45174" y="2086344"/>
                  </a:lnTo>
                  <a:lnTo>
                    <a:pt x="1616294" y="2832345"/>
                  </a:lnTo>
                  <a:lnTo>
                    <a:pt x="1652797" y="529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EAEA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2490955" y="2213690"/>
              <a:ext cx="1652905" cy="2832735"/>
            </a:xfrm>
            <a:custGeom>
              <a:avLst/>
              <a:gdLst/>
              <a:ahLst/>
              <a:cxnLst/>
              <a:rect l="l" t="t" r="r" b="b"/>
              <a:pathLst>
                <a:path w="1652904" h="2832735">
                  <a:moveTo>
                    <a:pt x="45174" y="2086344"/>
                  </a:moveTo>
                  <a:lnTo>
                    <a:pt x="0" y="0"/>
                  </a:lnTo>
                  <a:lnTo>
                    <a:pt x="1652797" y="529050"/>
                  </a:lnTo>
                  <a:lnTo>
                    <a:pt x="1616294" y="2832345"/>
                  </a:lnTo>
                  <a:lnTo>
                    <a:pt x="45174" y="2086344"/>
                  </a:lnTo>
                  <a:close/>
                </a:path>
              </a:pathLst>
            </a:custGeom>
            <a:ln w="4257">
              <a:solidFill>
                <a:srgbClr val="EAEA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7" name="object 1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5972" y="2622164"/>
              <a:ext cx="2590086" cy="2969052"/>
            </a:xfrm>
            <a:prstGeom prst="rect">
              <a:avLst/>
            </a:prstGeom>
          </p:spPr>
        </p:pic>
        <p:sp>
          <p:nvSpPr>
            <p:cNvPr id="148" name="object 148"/>
            <p:cNvSpPr/>
            <p:nvPr/>
          </p:nvSpPr>
          <p:spPr>
            <a:xfrm>
              <a:off x="2490955" y="2213690"/>
              <a:ext cx="1652905" cy="2832735"/>
            </a:xfrm>
            <a:custGeom>
              <a:avLst/>
              <a:gdLst/>
              <a:ahLst/>
              <a:cxnLst/>
              <a:rect l="l" t="t" r="r" b="b"/>
              <a:pathLst>
                <a:path w="1652904" h="2832735">
                  <a:moveTo>
                    <a:pt x="0" y="0"/>
                  </a:moveTo>
                  <a:lnTo>
                    <a:pt x="45174" y="2086344"/>
                  </a:lnTo>
                  <a:lnTo>
                    <a:pt x="1616294" y="2832345"/>
                  </a:lnTo>
                  <a:lnTo>
                    <a:pt x="1652797" y="529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EAEA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2490955" y="2213690"/>
              <a:ext cx="1652905" cy="2832735"/>
            </a:xfrm>
            <a:custGeom>
              <a:avLst/>
              <a:gdLst/>
              <a:ahLst/>
              <a:cxnLst/>
              <a:rect l="l" t="t" r="r" b="b"/>
              <a:pathLst>
                <a:path w="1652904" h="2832735">
                  <a:moveTo>
                    <a:pt x="45174" y="2086344"/>
                  </a:moveTo>
                  <a:lnTo>
                    <a:pt x="0" y="0"/>
                  </a:lnTo>
                  <a:lnTo>
                    <a:pt x="1652797" y="529050"/>
                  </a:lnTo>
                  <a:lnTo>
                    <a:pt x="1616294" y="2832345"/>
                  </a:lnTo>
                  <a:lnTo>
                    <a:pt x="45174" y="2086344"/>
                  </a:lnTo>
                  <a:close/>
                </a:path>
              </a:pathLst>
            </a:custGeom>
            <a:ln w="4257">
              <a:solidFill>
                <a:srgbClr val="EAEA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0" name="object 15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5972" y="2622164"/>
              <a:ext cx="2590086" cy="2969052"/>
            </a:xfrm>
            <a:prstGeom prst="rect">
              <a:avLst/>
            </a:prstGeom>
          </p:spPr>
        </p:pic>
      </p:grpSp>
      <p:sp>
        <p:nvSpPr>
          <p:cNvPr id="151" name="object 151"/>
          <p:cNvSpPr txBox="1"/>
          <p:nvPr/>
        </p:nvSpPr>
        <p:spPr>
          <a:xfrm rot="1740000">
            <a:off x="3302423" y="3786292"/>
            <a:ext cx="77978" cy="66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5"/>
              </a:lnSpc>
            </a:pPr>
            <a:r>
              <a:rPr sz="500" spc="-50" dirty="0">
                <a:latin typeface="Arial MT"/>
                <a:cs typeface="Arial MT"/>
              </a:rPr>
              <a:t>1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52" name="object 152"/>
          <p:cNvSpPr txBox="1"/>
          <p:nvPr/>
        </p:nvSpPr>
        <p:spPr>
          <a:xfrm rot="1740000">
            <a:off x="3475678" y="3863558"/>
            <a:ext cx="77978" cy="66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5"/>
              </a:lnSpc>
            </a:pPr>
            <a:r>
              <a:rPr sz="500" spc="-50" dirty="0">
                <a:latin typeface="Arial MT"/>
                <a:cs typeface="Arial MT"/>
              </a:rPr>
              <a:t>3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53" name="object 153"/>
          <p:cNvSpPr txBox="1"/>
          <p:nvPr/>
        </p:nvSpPr>
        <p:spPr>
          <a:xfrm rot="1680000">
            <a:off x="3264357" y="3836470"/>
            <a:ext cx="77110" cy="66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5"/>
              </a:lnSpc>
            </a:pPr>
            <a:r>
              <a:rPr sz="500" spc="-50" dirty="0">
                <a:latin typeface="Arial MT"/>
                <a:cs typeface="Arial MT"/>
              </a:rPr>
              <a:t>4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54" name="object 154"/>
          <p:cNvSpPr txBox="1"/>
          <p:nvPr/>
        </p:nvSpPr>
        <p:spPr>
          <a:xfrm rot="1860000">
            <a:off x="3429162" y="3917350"/>
            <a:ext cx="78300" cy="67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30"/>
              </a:lnSpc>
            </a:pPr>
            <a:r>
              <a:rPr sz="500" spc="-50" dirty="0">
                <a:latin typeface="Arial MT"/>
                <a:cs typeface="Arial MT"/>
              </a:rPr>
              <a:t>6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55" name="object 155"/>
          <p:cNvSpPr txBox="1"/>
          <p:nvPr/>
        </p:nvSpPr>
        <p:spPr>
          <a:xfrm rot="1620000">
            <a:off x="3221234" y="3887780"/>
            <a:ext cx="77110" cy="66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5"/>
              </a:lnSpc>
            </a:pPr>
            <a:r>
              <a:rPr sz="500" spc="-50" dirty="0">
                <a:latin typeface="Arial MT"/>
                <a:cs typeface="Arial MT"/>
              </a:rPr>
              <a:t>7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56" name="object 156"/>
          <p:cNvSpPr txBox="1"/>
          <p:nvPr/>
        </p:nvSpPr>
        <p:spPr>
          <a:xfrm rot="1620000">
            <a:off x="3324763" y="3945748"/>
            <a:ext cx="151936" cy="66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5"/>
              </a:lnSpc>
            </a:pPr>
            <a:r>
              <a:rPr sz="750" baseline="5555" dirty="0">
                <a:latin typeface="Arial MT"/>
                <a:cs typeface="Arial MT"/>
              </a:rPr>
              <a:t>8</a:t>
            </a:r>
            <a:r>
              <a:rPr sz="750" spc="517" baseline="5555" dirty="0">
                <a:latin typeface="Arial MT"/>
                <a:cs typeface="Arial MT"/>
              </a:rPr>
              <a:t> </a:t>
            </a:r>
            <a:r>
              <a:rPr sz="500" spc="-50" dirty="0">
                <a:latin typeface="Arial MT"/>
                <a:cs typeface="Arial MT"/>
              </a:rPr>
              <a:t>9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57" name="object 157"/>
          <p:cNvSpPr txBox="1"/>
          <p:nvPr/>
        </p:nvSpPr>
        <p:spPr>
          <a:xfrm rot="1740000">
            <a:off x="3387893" y="3827796"/>
            <a:ext cx="77978" cy="66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5"/>
              </a:lnSpc>
            </a:pPr>
            <a:r>
              <a:rPr sz="500" spc="-50" dirty="0">
                <a:latin typeface="Arial MT"/>
                <a:cs typeface="Arial MT"/>
              </a:rPr>
              <a:t>2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58" name="object 158"/>
          <p:cNvSpPr txBox="1"/>
          <p:nvPr/>
        </p:nvSpPr>
        <p:spPr>
          <a:xfrm rot="1740000">
            <a:off x="3351878" y="3881323"/>
            <a:ext cx="78300" cy="66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5"/>
              </a:lnSpc>
            </a:pPr>
            <a:r>
              <a:rPr sz="500" spc="-50" dirty="0">
                <a:latin typeface="Arial MT"/>
                <a:cs typeface="Arial MT"/>
              </a:rPr>
              <a:t>5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59" name="object 159"/>
          <p:cNvSpPr txBox="1"/>
          <p:nvPr/>
        </p:nvSpPr>
        <p:spPr>
          <a:xfrm rot="1740000">
            <a:off x="3278873" y="3964167"/>
            <a:ext cx="78300" cy="66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5"/>
              </a:lnSpc>
            </a:pPr>
            <a:r>
              <a:rPr sz="500" spc="-50" dirty="0">
                <a:latin typeface="Arial MT"/>
                <a:cs typeface="Arial MT"/>
              </a:rPr>
              <a:t>0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5249288" y="3728641"/>
            <a:ext cx="1888489" cy="262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spc="60" dirty="0">
                <a:latin typeface="Arial MT"/>
                <a:cs typeface="Arial MT"/>
              </a:rPr>
              <a:t>Communication</a:t>
            </a:r>
            <a:r>
              <a:rPr sz="1550" spc="65" dirty="0">
                <a:latin typeface="Arial MT"/>
                <a:cs typeface="Arial MT"/>
              </a:rPr>
              <a:t> </a:t>
            </a:r>
            <a:r>
              <a:rPr sz="1550" spc="-20" dirty="0">
                <a:latin typeface="Arial MT"/>
                <a:cs typeface="Arial MT"/>
              </a:rPr>
              <a:t>link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622503" y="1614042"/>
            <a:ext cx="45313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Understanding</a:t>
            </a:r>
            <a:r>
              <a:rPr sz="1800" spc="-1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money-</a:t>
            </a:r>
            <a:r>
              <a:rPr sz="1800" dirty="0">
                <a:latin typeface="Arial MT"/>
                <a:cs typeface="Arial MT"/>
              </a:rPr>
              <a:t>machine</a:t>
            </a:r>
            <a:r>
              <a:rPr sz="1800" spc="6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problem: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9323069" y="30860"/>
            <a:ext cx="281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23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2198" y="462229"/>
            <a:ext cx="67246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dirty="0">
                <a:latin typeface="Trebuchet MS"/>
                <a:cs typeface="Trebuchet MS"/>
              </a:rPr>
              <a:t>How</a:t>
            </a:r>
            <a:r>
              <a:rPr sz="4000" b="0" spc="-300" dirty="0">
                <a:latin typeface="Trebuchet MS"/>
                <a:cs typeface="Trebuchet MS"/>
              </a:rPr>
              <a:t> </a:t>
            </a:r>
            <a:r>
              <a:rPr sz="4000" b="0" spc="-80" dirty="0">
                <a:latin typeface="Trebuchet MS"/>
                <a:cs typeface="Trebuchet MS"/>
              </a:rPr>
              <a:t>ATM</a:t>
            </a:r>
            <a:r>
              <a:rPr sz="4000" b="0" spc="-100" dirty="0">
                <a:latin typeface="Trebuchet MS"/>
                <a:cs typeface="Trebuchet MS"/>
              </a:rPr>
              <a:t> </a:t>
            </a:r>
            <a:r>
              <a:rPr sz="4000" b="0" dirty="0">
                <a:latin typeface="Trebuchet MS"/>
                <a:cs typeface="Trebuchet MS"/>
              </a:rPr>
              <a:t>Machine</a:t>
            </a:r>
            <a:r>
              <a:rPr sz="4000" b="0" spc="-125" dirty="0">
                <a:latin typeface="Trebuchet MS"/>
                <a:cs typeface="Trebuchet MS"/>
              </a:rPr>
              <a:t> </a:t>
            </a:r>
            <a:r>
              <a:rPr sz="4000" b="0" dirty="0">
                <a:latin typeface="Trebuchet MS"/>
                <a:cs typeface="Trebuchet MS"/>
              </a:rPr>
              <a:t>Might</a:t>
            </a:r>
            <a:r>
              <a:rPr sz="4000" b="0" spc="-140" dirty="0">
                <a:latin typeface="Trebuchet MS"/>
                <a:cs typeface="Trebuchet MS"/>
              </a:rPr>
              <a:t> </a:t>
            </a:r>
            <a:r>
              <a:rPr sz="4000" b="0" spc="-20" dirty="0">
                <a:latin typeface="Trebuchet MS"/>
                <a:cs typeface="Trebuchet MS"/>
              </a:rPr>
              <a:t>Work</a:t>
            </a:r>
            <a:endParaRPr sz="40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72249" y="1205867"/>
            <a:ext cx="7033895" cy="4544060"/>
            <a:chOff x="1272249" y="1205867"/>
            <a:chExt cx="7033895" cy="4544060"/>
          </a:xfrm>
        </p:grpSpPr>
        <p:sp>
          <p:nvSpPr>
            <p:cNvPr id="4" name="object 4"/>
            <p:cNvSpPr/>
            <p:nvPr/>
          </p:nvSpPr>
          <p:spPr>
            <a:xfrm>
              <a:off x="1277011" y="1210629"/>
              <a:ext cx="7024370" cy="4534535"/>
            </a:xfrm>
            <a:custGeom>
              <a:avLst/>
              <a:gdLst/>
              <a:ahLst/>
              <a:cxnLst/>
              <a:rect l="l" t="t" r="r" b="b"/>
              <a:pathLst>
                <a:path w="7024370" h="4534535">
                  <a:moveTo>
                    <a:pt x="7024086" y="4534134"/>
                  </a:moveTo>
                  <a:lnTo>
                    <a:pt x="2831591" y="3320325"/>
                  </a:lnTo>
                  <a:lnTo>
                    <a:pt x="2831591" y="0"/>
                  </a:lnTo>
                </a:path>
                <a:path w="7024370" h="4534535">
                  <a:moveTo>
                    <a:pt x="2829888" y="3320325"/>
                  </a:moveTo>
                  <a:lnTo>
                    <a:pt x="0" y="4173953"/>
                  </a:lnTo>
                </a:path>
                <a:path w="7024370" h="4534535">
                  <a:moveTo>
                    <a:pt x="7024086" y="4534134"/>
                  </a:moveTo>
                  <a:lnTo>
                    <a:pt x="2831591" y="3320325"/>
                  </a:lnTo>
                  <a:lnTo>
                    <a:pt x="2831591" y="0"/>
                  </a:lnTo>
                </a:path>
                <a:path w="7024370" h="4534535">
                  <a:moveTo>
                    <a:pt x="2829888" y="3320325"/>
                  </a:moveTo>
                  <a:lnTo>
                    <a:pt x="0" y="4173953"/>
                  </a:lnTo>
                </a:path>
              </a:pathLst>
            </a:custGeom>
            <a:ln w="9216">
              <a:solidFill>
                <a:srgbClr val="9595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78786" y="2050824"/>
              <a:ext cx="1504232" cy="126782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10503" y="3057042"/>
              <a:ext cx="1564081" cy="154521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50722" y="3514701"/>
              <a:ext cx="110266" cy="8258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10503" y="3057042"/>
              <a:ext cx="1564081" cy="154521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50722" y="3514701"/>
              <a:ext cx="120837" cy="9253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712457" y="3665718"/>
              <a:ext cx="47625" cy="50800"/>
            </a:xfrm>
            <a:custGeom>
              <a:avLst/>
              <a:gdLst/>
              <a:ahLst/>
              <a:cxnLst/>
              <a:rect l="l" t="t" r="r" b="b"/>
              <a:pathLst>
                <a:path w="47625" h="50800">
                  <a:moveTo>
                    <a:pt x="47275" y="13058"/>
                  </a:moveTo>
                  <a:lnTo>
                    <a:pt x="31560" y="44857"/>
                  </a:lnTo>
                  <a:lnTo>
                    <a:pt x="26846" y="47880"/>
                  </a:lnTo>
                  <a:lnTo>
                    <a:pt x="22000" y="49331"/>
                  </a:lnTo>
                  <a:lnTo>
                    <a:pt x="17286" y="50782"/>
                  </a:lnTo>
                  <a:lnTo>
                    <a:pt x="12441" y="49331"/>
                  </a:lnTo>
                  <a:lnTo>
                    <a:pt x="7988" y="46308"/>
                  </a:lnTo>
                  <a:lnTo>
                    <a:pt x="3142" y="43406"/>
                  </a:lnTo>
                  <a:lnTo>
                    <a:pt x="0" y="37845"/>
                  </a:lnTo>
                  <a:lnTo>
                    <a:pt x="0" y="34822"/>
                  </a:lnTo>
                  <a:lnTo>
                    <a:pt x="0" y="31920"/>
                  </a:lnTo>
                  <a:lnTo>
                    <a:pt x="15584" y="0"/>
                  </a:lnTo>
                </a:path>
              </a:pathLst>
            </a:custGeom>
            <a:ln w="3175">
              <a:solidFill>
                <a:srgbClr val="B1B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93720" y="2300927"/>
              <a:ext cx="1776701" cy="13156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98627" y="3819262"/>
              <a:ext cx="637193" cy="1286888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3097739" y="4316129"/>
            <a:ext cx="960119" cy="200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50" dirty="0">
                <a:latin typeface="Arial MT"/>
                <a:cs typeface="Arial MT"/>
              </a:rPr>
              <a:t>Window</a:t>
            </a:r>
            <a:r>
              <a:rPr sz="1150" spc="25" dirty="0">
                <a:latin typeface="Arial MT"/>
                <a:cs typeface="Arial MT"/>
              </a:rPr>
              <a:t> </a:t>
            </a:r>
            <a:r>
              <a:rPr sz="1150" spc="-10" dirty="0">
                <a:latin typeface="Arial MT"/>
                <a:cs typeface="Arial MT"/>
              </a:rPr>
              <a:t>clerk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26179" y="3296973"/>
            <a:ext cx="863600" cy="200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-10" dirty="0">
                <a:latin typeface="Arial MT"/>
                <a:cs typeface="Arial MT"/>
              </a:rPr>
              <a:t>Bookkeeper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02835" y="4609337"/>
            <a:ext cx="794385" cy="374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4625" marR="5080" indent="-162560">
              <a:lnSpc>
                <a:spcPct val="100000"/>
              </a:lnSpc>
              <a:spcBef>
                <a:spcPts val="95"/>
              </a:spcBef>
            </a:pPr>
            <a:r>
              <a:rPr sz="1150" spc="-10" dirty="0">
                <a:latin typeface="Arial MT"/>
                <a:cs typeface="Arial MT"/>
              </a:rPr>
              <a:t>Datacenter liaison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27435" y="5782508"/>
            <a:ext cx="733425" cy="200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-10" dirty="0">
                <a:latin typeface="Arial MT"/>
                <a:cs typeface="Arial MT"/>
              </a:rPr>
              <a:t>Dispenser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383347" y="3458147"/>
            <a:ext cx="349250" cy="200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-20" dirty="0">
                <a:latin typeface="Arial MT"/>
                <a:cs typeface="Arial MT"/>
              </a:rPr>
              <a:t>Safe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95081" y="2711766"/>
            <a:ext cx="410209" cy="200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b="1" spc="30" dirty="0">
                <a:solidFill>
                  <a:srgbClr val="FFFFFF"/>
                </a:solidFill>
                <a:latin typeface="Arial"/>
                <a:cs typeface="Arial"/>
              </a:rPr>
              <a:t>Cash</a:t>
            </a:r>
            <a:endParaRPr sz="11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22096" y="2289425"/>
            <a:ext cx="847090" cy="374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9390" marR="5080" indent="-187325">
              <a:lnSpc>
                <a:spcPct val="100000"/>
              </a:lnSpc>
              <a:spcBef>
                <a:spcPts val="95"/>
              </a:spcBef>
            </a:pPr>
            <a:r>
              <a:rPr sz="1150" spc="-10" dirty="0">
                <a:latin typeface="Arial MT"/>
                <a:cs typeface="Arial MT"/>
              </a:rPr>
              <a:t>Transaction record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07604" y="3588730"/>
            <a:ext cx="2059939" cy="354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295"/>
              </a:lnSpc>
              <a:spcBef>
                <a:spcPts val="95"/>
              </a:spcBef>
            </a:pPr>
            <a:r>
              <a:rPr sz="1150" dirty="0">
                <a:latin typeface="Arial MT"/>
                <a:cs typeface="Arial MT"/>
              </a:rPr>
              <a:t>Safe</a:t>
            </a:r>
            <a:r>
              <a:rPr sz="1150" spc="185" dirty="0">
                <a:latin typeface="Arial MT"/>
                <a:cs typeface="Arial MT"/>
              </a:rPr>
              <a:t> </a:t>
            </a:r>
            <a:r>
              <a:rPr sz="1150" spc="-10" dirty="0">
                <a:latin typeface="Arial MT"/>
                <a:cs typeface="Arial MT"/>
              </a:rPr>
              <a:t>keeper</a:t>
            </a:r>
            <a:endParaRPr sz="1150">
              <a:latin typeface="Arial MT"/>
              <a:cs typeface="Arial MT"/>
            </a:endParaRPr>
          </a:p>
          <a:p>
            <a:pPr marL="1593850">
              <a:lnSpc>
                <a:spcPts val="1295"/>
              </a:lnSpc>
            </a:pPr>
            <a:r>
              <a:rPr sz="1150" spc="-10" dirty="0">
                <a:latin typeface="Arial MT"/>
                <a:cs typeface="Arial MT"/>
              </a:rPr>
              <a:t>Phone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81544" y="3417400"/>
            <a:ext cx="1045210" cy="200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-10" dirty="0">
                <a:latin typeface="Arial MT"/>
                <a:cs typeface="Arial MT"/>
              </a:rPr>
              <a:t>Speakerphone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934131" y="1294723"/>
            <a:ext cx="2151380" cy="4504055"/>
            <a:chOff x="3934131" y="1294723"/>
            <a:chExt cx="2151380" cy="4504055"/>
          </a:xfrm>
        </p:grpSpPr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34131" y="4269411"/>
              <a:ext cx="1299452" cy="152934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453023" y="1294723"/>
              <a:ext cx="1632585" cy="261620"/>
            </a:xfrm>
            <a:custGeom>
              <a:avLst/>
              <a:gdLst/>
              <a:ahLst/>
              <a:cxnLst/>
              <a:rect l="l" t="t" r="r" b="b"/>
              <a:pathLst>
                <a:path w="1632585" h="261619">
                  <a:moveTo>
                    <a:pt x="1632262" y="0"/>
                  </a:moveTo>
                  <a:lnTo>
                    <a:pt x="0" y="0"/>
                  </a:lnTo>
                  <a:lnTo>
                    <a:pt x="0" y="261348"/>
                  </a:lnTo>
                  <a:lnTo>
                    <a:pt x="1632262" y="261348"/>
                  </a:lnTo>
                  <a:lnTo>
                    <a:pt x="1632262" y="0"/>
                  </a:lnTo>
                  <a:close/>
                </a:path>
              </a:pathLst>
            </a:custGeom>
            <a:solidFill>
              <a:srgbClr val="FFFFFF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8581090" y="6054169"/>
            <a:ext cx="892175" cy="634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3810" algn="ctr">
              <a:lnSpc>
                <a:spcPct val="102200"/>
              </a:lnSpc>
              <a:spcBef>
                <a:spcPts val="100"/>
              </a:spcBef>
            </a:pPr>
            <a:r>
              <a:rPr sz="1300" spc="55" dirty="0">
                <a:latin typeface="Arial MT"/>
                <a:cs typeface="Arial MT"/>
              </a:rPr>
              <a:t>Bank’s </a:t>
            </a:r>
            <a:r>
              <a:rPr sz="1300" spc="50" dirty="0">
                <a:latin typeface="Arial MT"/>
                <a:cs typeface="Arial MT"/>
              </a:rPr>
              <a:t>remote datacenter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8801448" y="4733802"/>
            <a:ext cx="444500" cy="1219200"/>
            <a:chOff x="8801448" y="4733802"/>
            <a:chExt cx="444500" cy="1219200"/>
          </a:xfrm>
        </p:grpSpPr>
        <p:sp>
          <p:nvSpPr>
            <p:cNvPr id="27" name="object 27"/>
            <p:cNvSpPr/>
            <p:nvPr/>
          </p:nvSpPr>
          <p:spPr>
            <a:xfrm>
              <a:off x="8806204" y="4738558"/>
              <a:ext cx="434975" cy="1209675"/>
            </a:xfrm>
            <a:custGeom>
              <a:avLst/>
              <a:gdLst/>
              <a:ahLst/>
              <a:cxnLst/>
              <a:rect l="l" t="t" r="r" b="b"/>
              <a:pathLst>
                <a:path w="434975" h="1209675">
                  <a:moveTo>
                    <a:pt x="434519" y="0"/>
                  </a:moveTo>
                  <a:lnTo>
                    <a:pt x="124279" y="0"/>
                  </a:lnTo>
                  <a:lnTo>
                    <a:pt x="0" y="114744"/>
                  </a:lnTo>
                  <a:lnTo>
                    <a:pt x="0" y="1209444"/>
                  </a:lnTo>
                  <a:lnTo>
                    <a:pt x="308275" y="1209444"/>
                  </a:lnTo>
                  <a:lnTo>
                    <a:pt x="434519" y="1094688"/>
                  </a:lnTo>
                  <a:lnTo>
                    <a:pt x="434519" y="0"/>
                  </a:lnTo>
                  <a:close/>
                </a:path>
              </a:pathLst>
            </a:custGeom>
            <a:solidFill>
              <a:srgbClr val="EAEAEA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806204" y="4738558"/>
              <a:ext cx="434975" cy="114935"/>
            </a:xfrm>
            <a:custGeom>
              <a:avLst/>
              <a:gdLst/>
              <a:ahLst/>
              <a:cxnLst/>
              <a:rect l="l" t="t" r="r" b="b"/>
              <a:pathLst>
                <a:path w="434975" h="114935">
                  <a:moveTo>
                    <a:pt x="434519" y="0"/>
                  </a:moveTo>
                  <a:lnTo>
                    <a:pt x="124279" y="0"/>
                  </a:lnTo>
                  <a:lnTo>
                    <a:pt x="0" y="114744"/>
                  </a:lnTo>
                  <a:lnTo>
                    <a:pt x="308275" y="114744"/>
                  </a:lnTo>
                  <a:lnTo>
                    <a:pt x="434519" y="0"/>
                  </a:lnTo>
                  <a:close/>
                </a:path>
              </a:pathLst>
            </a:custGeom>
            <a:solidFill>
              <a:srgbClr val="EEEEEE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114480" y="4738558"/>
              <a:ext cx="126364" cy="1209675"/>
            </a:xfrm>
            <a:custGeom>
              <a:avLst/>
              <a:gdLst/>
              <a:ahLst/>
              <a:cxnLst/>
              <a:rect l="l" t="t" r="r" b="b"/>
              <a:pathLst>
                <a:path w="126365" h="1209675">
                  <a:moveTo>
                    <a:pt x="126243" y="0"/>
                  </a:moveTo>
                  <a:lnTo>
                    <a:pt x="0" y="114744"/>
                  </a:lnTo>
                  <a:lnTo>
                    <a:pt x="0" y="1209444"/>
                  </a:lnTo>
                  <a:lnTo>
                    <a:pt x="126243" y="1094688"/>
                  </a:lnTo>
                  <a:lnTo>
                    <a:pt x="126243" y="0"/>
                  </a:lnTo>
                  <a:close/>
                </a:path>
              </a:pathLst>
            </a:custGeom>
            <a:solidFill>
              <a:srgbClr val="BBBBBB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806204" y="4738558"/>
              <a:ext cx="434975" cy="1209675"/>
            </a:xfrm>
            <a:custGeom>
              <a:avLst/>
              <a:gdLst/>
              <a:ahLst/>
              <a:cxnLst/>
              <a:rect l="l" t="t" r="r" b="b"/>
              <a:pathLst>
                <a:path w="434975" h="1209675">
                  <a:moveTo>
                    <a:pt x="124279" y="0"/>
                  </a:moveTo>
                  <a:lnTo>
                    <a:pt x="0" y="114744"/>
                  </a:lnTo>
                  <a:lnTo>
                    <a:pt x="0" y="1209444"/>
                  </a:lnTo>
                  <a:lnTo>
                    <a:pt x="308275" y="1209444"/>
                  </a:lnTo>
                  <a:lnTo>
                    <a:pt x="434519" y="1094688"/>
                  </a:lnTo>
                  <a:lnTo>
                    <a:pt x="434519" y="0"/>
                  </a:lnTo>
                  <a:lnTo>
                    <a:pt x="124279" y="0"/>
                  </a:lnTo>
                  <a:close/>
                </a:path>
                <a:path w="434975" h="1209675">
                  <a:moveTo>
                    <a:pt x="0" y="114744"/>
                  </a:moveTo>
                  <a:lnTo>
                    <a:pt x="308275" y="114744"/>
                  </a:lnTo>
                  <a:lnTo>
                    <a:pt x="434519" y="0"/>
                  </a:lnTo>
                </a:path>
                <a:path w="434975" h="1209675">
                  <a:moveTo>
                    <a:pt x="308275" y="114744"/>
                  </a:moveTo>
                  <a:lnTo>
                    <a:pt x="308275" y="1209444"/>
                  </a:lnTo>
                </a:path>
              </a:pathLst>
            </a:custGeom>
            <a:ln w="92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825062" y="5400471"/>
              <a:ext cx="50800" cy="66040"/>
            </a:xfrm>
            <a:custGeom>
              <a:avLst/>
              <a:gdLst/>
              <a:ahLst/>
              <a:cxnLst/>
              <a:rect l="l" t="t" r="r" b="b"/>
              <a:pathLst>
                <a:path w="50800" h="66039">
                  <a:moveTo>
                    <a:pt x="50477" y="0"/>
                  </a:moveTo>
                  <a:lnTo>
                    <a:pt x="0" y="0"/>
                  </a:lnTo>
                  <a:lnTo>
                    <a:pt x="0" y="65485"/>
                  </a:lnTo>
                  <a:lnTo>
                    <a:pt x="50477" y="65485"/>
                  </a:lnTo>
                  <a:lnTo>
                    <a:pt x="5047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825062" y="5400471"/>
              <a:ext cx="50800" cy="66040"/>
            </a:xfrm>
            <a:custGeom>
              <a:avLst/>
              <a:gdLst/>
              <a:ahLst/>
              <a:cxnLst/>
              <a:rect l="l" t="t" r="r" b="b"/>
              <a:pathLst>
                <a:path w="50800" h="66039">
                  <a:moveTo>
                    <a:pt x="0" y="65485"/>
                  </a:moveTo>
                  <a:lnTo>
                    <a:pt x="50477" y="65485"/>
                  </a:lnTo>
                  <a:lnTo>
                    <a:pt x="50477" y="0"/>
                  </a:lnTo>
                  <a:lnTo>
                    <a:pt x="0" y="0"/>
                  </a:lnTo>
                  <a:lnTo>
                    <a:pt x="0" y="65485"/>
                  </a:lnTo>
                  <a:close/>
                </a:path>
              </a:pathLst>
            </a:custGeom>
            <a:ln w="93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899184" y="5400471"/>
              <a:ext cx="50165" cy="66040"/>
            </a:xfrm>
            <a:custGeom>
              <a:avLst/>
              <a:gdLst/>
              <a:ahLst/>
              <a:cxnLst/>
              <a:rect l="l" t="t" r="r" b="b"/>
              <a:pathLst>
                <a:path w="50165" h="66039">
                  <a:moveTo>
                    <a:pt x="50158" y="0"/>
                  </a:moveTo>
                  <a:lnTo>
                    <a:pt x="0" y="0"/>
                  </a:lnTo>
                  <a:lnTo>
                    <a:pt x="0" y="65485"/>
                  </a:lnTo>
                  <a:lnTo>
                    <a:pt x="50158" y="65485"/>
                  </a:lnTo>
                  <a:lnTo>
                    <a:pt x="5015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899184" y="5400471"/>
              <a:ext cx="50165" cy="66040"/>
            </a:xfrm>
            <a:custGeom>
              <a:avLst/>
              <a:gdLst/>
              <a:ahLst/>
              <a:cxnLst/>
              <a:rect l="l" t="t" r="r" b="b"/>
              <a:pathLst>
                <a:path w="50165" h="66039">
                  <a:moveTo>
                    <a:pt x="0" y="65485"/>
                  </a:moveTo>
                  <a:lnTo>
                    <a:pt x="50158" y="65485"/>
                  </a:lnTo>
                  <a:lnTo>
                    <a:pt x="50158" y="0"/>
                  </a:lnTo>
                  <a:lnTo>
                    <a:pt x="0" y="0"/>
                  </a:lnTo>
                  <a:lnTo>
                    <a:pt x="0" y="65485"/>
                  </a:lnTo>
                  <a:close/>
                </a:path>
              </a:pathLst>
            </a:custGeom>
            <a:ln w="93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825062" y="5500759"/>
              <a:ext cx="50800" cy="65405"/>
            </a:xfrm>
            <a:custGeom>
              <a:avLst/>
              <a:gdLst/>
              <a:ahLst/>
              <a:cxnLst/>
              <a:rect l="l" t="t" r="r" b="b"/>
              <a:pathLst>
                <a:path w="50800" h="65404">
                  <a:moveTo>
                    <a:pt x="50477" y="0"/>
                  </a:moveTo>
                  <a:lnTo>
                    <a:pt x="0" y="0"/>
                  </a:lnTo>
                  <a:lnTo>
                    <a:pt x="0" y="65190"/>
                  </a:lnTo>
                  <a:lnTo>
                    <a:pt x="50477" y="65190"/>
                  </a:lnTo>
                  <a:lnTo>
                    <a:pt x="5047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825062" y="5500759"/>
              <a:ext cx="50800" cy="65405"/>
            </a:xfrm>
            <a:custGeom>
              <a:avLst/>
              <a:gdLst/>
              <a:ahLst/>
              <a:cxnLst/>
              <a:rect l="l" t="t" r="r" b="b"/>
              <a:pathLst>
                <a:path w="50800" h="65404">
                  <a:moveTo>
                    <a:pt x="0" y="65190"/>
                  </a:moveTo>
                  <a:lnTo>
                    <a:pt x="50477" y="65190"/>
                  </a:lnTo>
                  <a:lnTo>
                    <a:pt x="50477" y="0"/>
                  </a:lnTo>
                  <a:lnTo>
                    <a:pt x="0" y="0"/>
                  </a:lnTo>
                  <a:lnTo>
                    <a:pt x="0" y="65190"/>
                  </a:lnTo>
                  <a:close/>
                </a:path>
              </a:pathLst>
            </a:custGeom>
            <a:ln w="93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899184" y="5500759"/>
              <a:ext cx="50165" cy="65405"/>
            </a:xfrm>
            <a:custGeom>
              <a:avLst/>
              <a:gdLst/>
              <a:ahLst/>
              <a:cxnLst/>
              <a:rect l="l" t="t" r="r" b="b"/>
              <a:pathLst>
                <a:path w="50165" h="65404">
                  <a:moveTo>
                    <a:pt x="50158" y="0"/>
                  </a:moveTo>
                  <a:lnTo>
                    <a:pt x="0" y="0"/>
                  </a:lnTo>
                  <a:lnTo>
                    <a:pt x="0" y="65190"/>
                  </a:lnTo>
                  <a:lnTo>
                    <a:pt x="50158" y="65190"/>
                  </a:lnTo>
                  <a:lnTo>
                    <a:pt x="5015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899184" y="5500759"/>
              <a:ext cx="50165" cy="65405"/>
            </a:xfrm>
            <a:custGeom>
              <a:avLst/>
              <a:gdLst/>
              <a:ahLst/>
              <a:cxnLst/>
              <a:rect l="l" t="t" r="r" b="b"/>
              <a:pathLst>
                <a:path w="50165" h="65404">
                  <a:moveTo>
                    <a:pt x="0" y="65190"/>
                  </a:moveTo>
                  <a:lnTo>
                    <a:pt x="50158" y="65190"/>
                  </a:lnTo>
                  <a:lnTo>
                    <a:pt x="50158" y="0"/>
                  </a:lnTo>
                  <a:lnTo>
                    <a:pt x="0" y="0"/>
                  </a:lnTo>
                  <a:lnTo>
                    <a:pt x="0" y="65190"/>
                  </a:lnTo>
                  <a:close/>
                </a:path>
              </a:pathLst>
            </a:custGeom>
            <a:ln w="93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825062" y="5602283"/>
              <a:ext cx="50800" cy="64135"/>
            </a:xfrm>
            <a:custGeom>
              <a:avLst/>
              <a:gdLst/>
              <a:ahLst/>
              <a:cxnLst/>
              <a:rect l="l" t="t" r="r" b="b"/>
              <a:pathLst>
                <a:path w="50800" h="64135">
                  <a:moveTo>
                    <a:pt x="50477" y="0"/>
                  </a:moveTo>
                  <a:lnTo>
                    <a:pt x="0" y="0"/>
                  </a:lnTo>
                  <a:lnTo>
                    <a:pt x="0" y="64010"/>
                  </a:lnTo>
                  <a:lnTo>
                    <a:pt x="50477" y="64010"/>
                  </a:lnTo>
                  <a:lnTo>
                    <a:pt x="5047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825062" y="5602283"/>
              <a:ext cx="50800" cy="64135"/>
            </a:xfrm>
            <a:custGeom>
              <a:avLst/>
              <a:gdLst/>
              <a:ahLst/>
              <a:cxnLst/>
              <a:rect l="l" t="t" r="r" b="b"/>
              <a:pathLst>
                <a:path w="50800" h="64135">
                  <a:moveTo>
                    <a:pt x="0" y="64010"/>
                  </a:moveTo>
                  <a:lnTo>
                    <a:pt x="50477" y="64010"/>
                  </a:lnTo>
                  <a:lnTo>
                    <a:pt x="50477" y="0"/>
                  </a:lnTo>
                  <a:lnTo>
                    <a:pt x="0" y="0"/>
                  </a:lnTo>
                  <a:lnTo>
                    <a:pt x="0" y="64010"/>
                  </a:lnTo>
                  <a:close/>
                </a:path>
              </a:pathLst>
            </a:custGeom>
            <a:ln w="93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899184" y="5602283"/>
              <a:ext cx="50165" cy="64135"/>
            </a:xfrm>
            <a:custGeom>
              <a:avLst/>
              <a:gdLst/>
              <a:ahLst/>
              <a:cxnLst/>
              <a:rect l="l" t="t" r="r" b="b"/>
              <a:pathLst>
                <a:path w="50165" h="64135">
                  <a:moveTo>
                    <a:pt x="50158" y="0"/>
                  </a:moveTo>
                  <a:lnTo>
                    <a:pt x="0" y="0"/>
                  </a:lnTo>
                  <a:lnTo>
                    <a:pt x="0" y="64010"/>
                  </a:lnTo>
                  <a:lnTo>
                    <a:pt x="50158" y="64010"/>
                  </a:lnTo>
                  <a:lnTo>
                    <a:pt x="5015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899184" y="5602283"/>
              <a:ext cx="50165" cy="64135"/>
            </a:xfrm>
            <a:custGeom>
              <a:avLst/>
              <a:gdLst/>
              <a:ahLst/>
              <a:cxnLst/>
              <a:rect l="l" t="t" r="r" b="b"/>
              <a:pathLst>
                <a:path w="50165" h="64135">
                  <a:moveTo>
                    <a:pt x="0" y="64010"/>
                  </a:moveTo>
                  <a:lnTo>
                    <a:pt x="50158" y="64010"/>
                  </a:lnTo>
                  <a:lnTo>
                    <a:pt x="50158" y="0"/>
                  </a:lnTo>
                  <a:lnTo>
                    <a:pt x="0" y="0"/>
                  </a:lnTo>
                  <a:lnTo>
                    <a:pt x="0" y="64010"/>
                  </a:lnTo>
                  <a:close/>
                </a:path>
              </a:pathLst>
            </a:custGeom>
            <a:ln w="93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972914" y="5400471"/>
              <a:ext cx="50800" cy="66040"/>
            </a:xfrm>
            <a:custGeom>
              <a:avLst/>
              <a:gdLst/>
              <a:ahLst/>
              <a:cxnLst/>
              <a:rect l="l" t="t" r="r" b="b"/>
              <a:pathLst>
                <a:path w="50800" h="66039">
                  <a:moveTo>
                    <a:pt x="50477" y="0"/>
                  </a:moveTo>
                  <a:lnTo>
                    <a:pt x="0" y="0"/>
                  </a:lnTo>
                  <a:lnTo>
                    <a:pt x="0" y="65485"/>
                  </a:lnTo>
                  <a:lnTo>
                    <a:pt x="50477" y="65485"/>
                  </a:lnTo>
                  <a:lnTo>
                    <a:pt x="5047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972914" y="5400471"/>
              <a:ext cx="50800" cy="66040"/>
            </a:xfrm>
            <a:custGeom>
              <a:avLst/>
              <a:gdLst/>
              <a:ahLst/>
              <a:cxnLst/>
              <a:rect l="l" t="t" r="r" b="b"/>
              <a:pathLst>
                <a:path w="50800" h="66039">
                  <a:moveTo>
                    <a:pt x="0" y="65485"/>
                  </a:moveTo>
                  <a:lnTo>
                    <a:pt x="50477" y="65485"/>
                  </a:lnTo>
                  <a:lnTo>
                    <a:pt x="50477" y="0"/>
                  </a:lnTo>
                  <a:lnTo>
                    <a:pt x="0" y="0"/>
                  </a:lnTo>
                  <a:lnTo>
                    <a:pt x="0" y="65485"/>
                  </a:lnTo>
                  <a:close/>
                </a:path>
              </a:pathLst>
            </a:custGeom>
            <a:ln w="93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972914" y="5500759"/>
              <a:ext cx="50800" cy="65405"/>
            </a:xfrm>
            <a:custGeom>
              <a:avLst/>
              <a:gdLst/>
              <a:ahLst/>
              <a:cxnLst/>
              <a:rect l="l" t="t" r="r" b="b"/>
              <a:pathLst>
                <a:path w="50800" h="65404">
                  <a:moveTo>
                    <a:pt x="50477" y="0"/>
                  </a:moveTo>
                  <a:lnTo>
                    <a:pt x="0" y="0"/>
                  </a:lnTo>
                  <a:lnTo>
                    <a:pt x="0" y="65190"/>
                  </a:lnTo>
                  <a:lnTo>
                    <a:pt x="50477" y="65190"/>
                  </a:lnTo>
                  <a:lnTo>
                    <a:pt x="5047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972914" y="5500759"/>
              <a:ext cx="50800" cy="65405"/>
            </a:xfrm>
            <a:custGeom>
              <a:avLst/>
              <a:gdLst/>
              <a:ahLst/>
              <a:cxnLst/>
              <a:rect l="l" t="t" r="r" b="b"/>
              <a:pathLst>
                <a:path w="50800" h="65404">
                  <a:moveTo>
                    <a:pt x="0" y="65190"/>
                  </a:moveTo>
                  <a:lnTo>
                    <a:pt x="50477" y="65190"/>
                  </a:lnTo>
                  <a:lnTo>
                    <a:pt x="50477" y="0"/>
                  </a:lnTo>
                  <a:lnTo>
                    <a:pt x="0" y="0"/>
                  </a:lnTo>
                  <a:lnTo>
                    <a:pt x="0" y="65190"/>
                  </a:lnTo>
                  <a:close/>
                </a:path>
              </a:pathLst>
            </a:custGeom>
            <a:ln w="93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972914" y="5602283"/>
              <a:ext cx="50800" cy="64135"/>
            </a:xfrm>
            <a:custGeom>
              <a:avLst/>
              <a:gdLst/>
              <a:ahLst/>
              <a:cxnLst/>
              <a:rect l="l" t="t" r="r" b="b"/>
              <a:pathLst>
                <a:path w="50800" h="64135">
                  <a:moveTo>
                    <a:pt x="50477" y="0"/>
                  </a:moveTo>
                  <a:lnTo>
                    <a:pt x="0" y="0"/>
                  </a:lnTo>
                  <a:lnTo>
                    <a:pt x="0" y="64010"/>
                  </a:lnTo>
                  <a:lnTo>
                    <a:pt x="50477" y="64010"/>
                  </a:lnTo>
                  <a:lnTo>
                    <a:pt x="5047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972914" y="5602283"/>
              <a:ext cx="50800" cy="64135"/>
            </a:xfrm>
            <a:custGeom>
              <a:avLst/>
              <a:gdLst/>
              <a:ahLst/>
              <a:cxnLst/>
              <a:rect l="l" t="t" r="r" b="b"/>
              <a:pathLst>
                <a:path w="50800" h="64135">
                  <a:moveTo>
                    <a:pt x="0" y="64010"/>
                  </a:moveTo>
                  <a:lnTo>
                    <a:pt x="50477" y="64010"/>
                  </a:lnTo>
                  <a:lnTo>
                    <a:pt x="50477" y="0"/>
                  </a:lnTo>
                  <a:lnTo>
                    <a:pt x="0" y="0"/>
                  </a:lnTo>
                  <a:lnTo>
                    <a:pt x="0" y="64010"/>
                  </a:lnTo>
                  <a:close/>
                </a:path>
              </a:pathLst>
            </a:custGeom>
            <a:ln w="93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9047036" y="5400471"/>
              <a:ext cx="50165" cy="66040"/>
            </a:xfrm>
            <a:custGeom>
              <a:avLst/>
              <a:gdLst/>
              <a:ahLst/>
              <a:cxnLst/>
              <a:rect l="l" t="t" r="r" b="b"/>
              <a:pathLst>
                <a:path w="50165" h="66039">
                  <a:moveTo>
                    <a:pt x="50158" y="0"/>
                  </a:moveTo>
                  <a:lnTo>
                    <a:pt x="0" y="0"/>
                  </a:lnTo>
                  <a:lnTo>
                    <a:pt x="0" y="65485"/>
                  </a:lnTo>
                  <a:lnTo>
                    <a:pt x="50158" y="65485"/>
                  </a:lnTo>
                  <a:lnTo>
                    <a:pt x="5015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9047036" y="5400471"/>
              <a:ext cx="50165" cy="66040"/>
            </a:xfrm>
            <a:custGeom>
              <a:avLst/>
              <a:gdLst/>
              <a:ahLst/>
              <a:cxnLst/>
              <a:rect l="l" t="t" r="r" b="b"/>
              <a:pathLst>
                <a:path w="50165" h="66039">
                  <a:moveTo>
                    <a:pt x="0" y="65485"/>
                  </a:moveTo>
                  <a:lnTo>
                    <a:pt x="50158" y="65485"/>
                  </a:lnTo>
                  <a:lnTo>
                    <a:pt x="50158" y="0"/>
                  </a:lnTo>
                  <a:lnTo>
                    <a:pt x="0" y="0"/>
                  </a:lnTo>
                  <a:lnTo>
                    <a:pt x="0" y="65485"/>
                  </a:lnTo>
                  <a:close/>
                </a:path>
              </a:pathLst>
            </a:custGeom>
            <a:ln w="93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9047036" y="5500759"/>
              <a:ext cx="50165" cy="65405"/>
            </a:xfrm>
            <a:custGeom>
              <a:avLst/>
              <a:gdLst/>
              <a:ahLst/>
              <a:cxnLst/>
              <a:rect l="l" t="t" r="r" b="b"/>
              <a:pathLst>
                <a:path w="50165" h="65404">
                  <a:moveTo>
                    <a:pt x="50158" y="0"/>
                  </a:moveTo>
                  <a:lnTo>
                    <a:pt x="0" y="0"/>
                  </a:lnTo>
                  <a:lnTo>
                    <a:pt x="0" y="65190"/>
                  </a:lnTo>
                  <a:lnTo>
                    <a:pt x="50158" y="65190"/>
                  </a:lnTo>
                  <a:lnTo>
                    <a:pt x="5015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9047036" y="5500759"/>
              <a:ext cx="50165" cy="65405"/>
            </a:xfrm>
            <a:custGeom>
              <a:avLst/>
              <a:gdLst/>
              <a:ahLst/>
              <a:cxnLst/>
              <a:rect l="l" t="t" r="r" b="b"/>
              <a:pathLst>
                <a:path w="50165" h="65404">
                  <a:moveTo>
                    <a:pt x="0" y="65190"/>
                  </a:moveTo>
                  <a:lnTo>
                    <a:pt x="50158" y="65190"/>
                  </a:lnTo>
                  <a:lnTo>
                    <a:pt x="50158" y="0"/>
                  </a:lnTo>
                  <a:lnTo>
                    <a:pt x="0" y="0"/>
                  </a:lnTo>
                  <a:lnTo>
                    <a:pt x="0" y="65190"/>
                  </a:lnTo>
                  <a:close/>
                </a:path>
              </a:pathLst>
            </a:custGeom>
            <a:ln w="93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9047036" y="5602283"/>
              <a:ext cx="50165" cy="64135"/>
            </a:xfrm>
            <a:custGeom>
              <a:avLst/>
              <a:gdLst/>
              <a:ahLst/>
              <a:cxnLst/>
              <a:rect l="l" t="t" r="r" b="b"/>
              <a:pathLst>
                <a:path w="50165" h="64135">
                  <a:moveTo>
                    <a:pt x="50158" y="0"/>
                  </a:moveTo>
                  <a:lnTo>
                    <a:pt x="0" y="0"/>
                  </a:lnTo>
                  <a:lnTo>
                    <a:pt x="0" y="64010"/>
                  </a:lnTo>
                  <a:lnTo>
                    <a:pt x="50158" y="64010"/>
                  </a:lnTo>
                  <a:lnTo>
                    <a:pt x="5015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9047036" y="5602283"/>
              <a:ext cx="50165" cy="64135"/>
            </a:xfrm>
            <a:custGeom>
              <a:avLst/>
              <a:gdLst/>
              <a:ahLst/>
              <a:cxnLst/>
              <a:rect l="l" t="t" r="r" b="b"/>
              <a:pathLst>
                <a:path w="50165" h="64135">
                  <a:moveTo>
                    <a:pt x="0" y="64010"/>
                  </a:moveTo>
                  <a:lnTo>
                    <a:pt x="50158" y="64010"/>
                  </a:lnTo>
                  <a:lnTo>
                    <a:pt x="50158" y="0"/>
                  </a:lnTo>
                  <a:lnTo>
                    <a:pt x="0" y="0"/>
                  </a:lnTo>
                  <a:lnTo>
                    <a:pt x="0" y="64010"/>
                  </a:lnTo>
                  <a:close/>
                </a:path>
              </a:pathLst>
            </a:custGeom>
            <a:ln w="93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8825062" y="5200267"/>
              <a:ext cx="50800" cy="64135"/>
            </a:xfrm>
            <a:custGeom>
              <a:avLst/>
              <a:gdLst/>
              <a:ahLst/>
              <a:cxnLst/>
              <a:rect l="l" t="t" r="r" b="b"/>
              <a:pathLst>
                <a:path w="50800" h="64135">
                  <a:moveTo>
                    <a:pt x="50477" y="0"/>
                  </a:moveTo>
                  <a:lnTo>
                    <a:pt x="0" y="0"/>
                  </a:lnTo>
                  <a:lnTo>
                    <a:pt x="0" y="64010"/>
                  </a:lnTo>
                  <a:lnTo>
                    <a:pt x="50477" y="64010"/>
                  </a:lnTo>
                  <a:lnTo>
                    <a:pt x="5047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8825062" y="5200267"/>
              <a:ext cx="50800" cy="64135"/>
            </a:xfrm>
            <a:custGeom>
              <a:avLst/>
              <a:gdLst/>
              <a:ahLst/>
              <a:cxnLst/>
              <a:rect l="l" t="t" r="r" b="b"/>
              <a:pathLst>
                <a:path w="50800" h="64135">
                  <a:moveTo>
                    <a:pt x="0" y="64010"/>
                  </a:moveTo>
                  <a:lnTo>
                    <a:pt x="50477" y="64010"/>
                  </a:lnTo>
                  <a:lnTo>
                    <a:pt x="50477" y="0"/>
                  </a:lnTo>
                  <a:lnTo>
                    <a:pt x="0" y="0"/>
                  </a:lnTo>
                  <a:lnTo>
                    <a:pt x="0" y="64010"/>
                  </a:lnTo>
                  <a:close/>
                </a:path>
              </a:pathLst>
            </a:custGeom>
            <a:ln w="93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8899184" y="5200267"/>
              <a:ext cx="50165" cy="64135"/>
            </a:xfrm>
            <a:custGeom>
              <a:avLst/>
              <a:gdLst/>
              <a:ahLst/>
              <a:cxnLst/>
              <a:rect l="l" t="t" r="r" b="b"/>
              <a:pathLst>
                <a:path w="50165" h="64135">
                  <a:moveTo>
                    <a:pt x="50158" y="0"/>
                  </a:moveTo>
                  <a:lnTo>
                    <a:pt x="0" y="0"/>
                  </a:lnTo>
                  <a:lnTo>
                    <a:pt x="0" y="64010"/>
                  </a:lnTo>
                  <a:lnTo>
                    <a:pt x="50158" y="64010"/>
                  </a:lnTo>
                  <a:lnTo>
                    <a:pt x="5015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8899184" y="5200267"/>
              <a:ext cx="50165" cy="64135"/>
            </a:xfrm>
            <a:custGeom>
              <a:avLst/>
              <a:gdLst/>
              <a:ahLst/>
              <a:cxnLst/>
              <a:rect l="l" t="t" r="r" b="b"/>
              <a:pathLst>
                <a:path w="50165" h="64135">
                  <a:moveTo>
                    <a:pt x="0" y="64010"/>
                  </a:moveTo>
                  <a:lnTo>
                    <a:pt x="50158" y="64010"/>
                  </a:lnTo>
                  <a:lnTo>
                    <a:pt x="50158" y="0"/>
                  </a:lnTo>
                  <a:lnTo>
                    <a:pt x="0" y="0"/>
                  </a:lnTo>
                  <a:lnTo>
                    <a:pt x="0" y="64010"/>
                  </a:lnTo>
                  <a:close/>
                </a:path>
              </a:pathLst>
            </a:custGeom>
            <a:ln w="93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825062" y="5300531"/>
              <a:ext cx="50800" cy="65405"/>
            </a:xfrm>
            <a:custGeom>
              <a:avLst/>
              <a:gdLst/>
              <a:ahLst/>
              <a:cxnLst/>
              <a:rect l="l" t="t" r="r" b="b"/>
              <a:pathLst>
                <a:path w="50800" h="65404">
                  <a:moveTo>
                    <a:pt x="50477" y="0"/>
                  </a:moveTo>
                  <a:lnTo>
                    <a:pt x="0" y="0"/>
                  </a:lnTo>
                  <a:lnTo>
                    <a:pt x="0" y="65190"/>
                  </a:lnTo>
                  <a:lnTo>
                    <a:pt x="50477" y="65190"/>
                  </a:lnTo>
                  <a:lnTo>
                    <a:pt x="5047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8825062" y="5300531"/>
              <a:ext cx="50800" cy="65405"/>
            </a:xfrm>
            <a:custGeom>
              <a:avLst/>
              <a:gdLst/>
              <a:ahLst/>
              <a:cxnLst/>
              <a:rect l="l" t="t" r="r" b="b"/>
              <a:pathLst>
                <a:path w="50800" h="65404">
                  <a:moveTo>
                    <a:pt x="0" y="65190"/>
                  </a:moveTo>
                  <a:lnTo>
                    <a:pt x="50477" y="65190"/>
                  </a:lnTo>
                  <a:lnTo>
                    <a:pt x="50477" y="0"/>
                  </a:lnTo>
                  <a:lnTo>
                    <a:pt x="0" y="0"/>
                  </a:lnTo>
                  <a:lnTo>
                    <a:pt x="0" y="65190"/>
                  </a:lnTo>
                  <a:close/>
                </a:path>
              </a:pathLst>
            </a:custGeom>
            <a:ln w="93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8899184" y="5300531"/>
              <a:ext cx="50165" cy="65405"/>
            </a:xfrm>
            <a:custGeom>
              <a:avLst/>
              <a:gdLst/>
              <a:ahLst/>
              <a:cxnLst/>
              <a:rect l="l" t="t" r="r" b="b"/>
              <a:pathLst>
                <a:path w="50165" h="65404">
                  <a:moveTo>
                    <a:pt x="50158" y="0"/>
                  </a:moveTo>
                  <a:lnTo>
                    <a:pt x="0" y="0"/>
                  </a:lnTo>
                  <a:lnTo>
                    <a:pt x="0" y="65190"/>
                  </a:lnTo>
                  <a:lnTo>
                    <a:pt x="50158" y="65190"/>
                  </a:lnTo>
                  <a:lnTo>
                    <a:pt x="5015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899184" y="5300531"/>
              <a:ext cx="50165" cy="65405"/>
            </a:xfrm>
            <a:custGeom>
              <a:avLst/>
              <a:gdLst/>
              <a:ahLst/>
              <a:cxnLst/>
              <a:rect l="l" t="t" r="r" b="b"/>
              <a:pathLst>
                <a:path w="50165" h="65404">
                  <a:moveTo>
                    <a:pt x="0" y="65190"/>
                  </a:moveTo>
                  <a:lnTo>
                    <a:pt x="50158" y="65190"/>
                  </a:lnTo>
                  <a:lnTo>
                    <a:pt x="50158" y="0"/>
                  </a:lnTo>
                  <a:lnTo>
                    <a:pt x="0" y="0"/>
                  </a:lnTo>
                  <a:lnTo>
                    <a:pt x="0" y="65190"/>
                  </a:lnTo>
                  <a:close/>
                </a:path>
              </a:pathLst>
            </a:custGeom>
            <a:ln w="93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8972914" y="5200267"/>
              <a:ext cx="50800" cy="64135"/>
            </a:xfrm>
            <a:custGeom>
              <a:avLst/>
              <a:gdLst/>
              <a:ahLst/>
              <a:cxnLst/>
              <a:rect l="l" t="t" r="r" b="b"/>
              <a:pathLst>
                <a:path w="50800" h="64135">
                  <a:moveTo>
                    <a:pt x="50477" y="0"/>
                  </a:moveTo>
                  <a:lnTo>
                    <a:pt x="0" y="0"/>
                  </a:lnTo>
                  <a:lnTo>
                    <a:pt x="0" y="64010"/>
                  </a:lnTo>
                  <a:lnTo>
                    <a:pt x="50477" y="64010"/>
                  </a:lnTo>
                  <a:lnTo>
                    <a:pt x="5047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8972914" y="5200267"/>
              <a:ext cx="50800" cy="64135"/>
            </a:xfrm>
            <a:custGeom>
              <a:avLst/>
              <a:gdLst/>
              <a:ahLst/>
              <a:cxnLst/>
              <a:rect l="l" t="t" r="r" b="b"/>
              <a:pathLst>
                <a:path w="50800" h="64135">
                  <a:moveTo>
                    <a:pt x="0" y="64010"/>
                  </a:moveTo>
                  <a:lnTo>
                    <a:pt x="50477" y="64010"/>
                  </a:lnTo>
                  <a:lnTo>
                    <a:pt x="50477" y="0"/>
                  </a:lnTo>
                  <a:lnTo>
                    <a:pt x="0" y="0"/>
                  </a:lnTo>
                  <a:lnTo>
                    <a:pt x="0" y="64010"/>
                  </a:lnTo>
                  <a:close/>
                </a:path>
              </a:pathLst>
            </a:custGeom>
            <a:ln w="93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8972914" y="5300531"/>
              <a:ext cx="50800" cy="65405"/>
            </a:xfrm>
            <a:custGeom>
              <a:avLst/>
              <a:gdLst/>
              <a:ahLst/>
              <a:cxnLst/>
              <a:rect l="l" t="t" r="r" b="b"/>
              <a:pathLst>
                <a:path w="50800" h="65404">
                  <a:moveTo>
                    <a:pt x="50477" y="0"/>
                  </a:moveTo>
                  <a:lnTo>
                    <a:pt x="0" y="0"/>
                  </a:lnTo>
                  <a:lnTo>
                    <a:pt x="0" y="65190"/>
                  </a:lnTo>
                  <a:lnTo>
                    <a:pt x="50477" y="65190"/>
                  </a:lnTo>
                  <a:lnTo>
                    <a:pt x="5047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8972914" y="5300531"/>
              <a:ext cx="50800" cy="65405"/>
            </a:xfrm>
            <a:custGeom>
              <a:avLst/>
              <a:gdLst/>
              <a:ahLst/>
              <a:cxnLst/>
              <a:rect l="l" t="t" r="r" b="b"/>
              <a:pathLst>
                <a:path w="50800" h="65404">
                  <a:moveTo>
                    <a:pt x="0" y="65190"/>
                  </a:moveTo>
                  <a:lnTo>
                    <a:pt x="50477" y="65190"/>
                  </a:lnTo>
                  <a:lnTo>
                    <a:pt x="50477" y="0"/>
                  </a:lnTo>
                  <a:lnTo>
                    <a:pt x="0" y="0"/>
                  </a:lnTo>
                  <a:lnTo>
                    <a:pt x="0" y="65190"/>
                  </a:lnTo>
                  <a:close/>
                </a:path>
              </a:pathLst>
            </a:custGeom>
            <a:ln w="93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9047036" y="5200267"/>
              <a:ext cx="50165" cy="64135"/>
            </a:xfrm>
            <a:custGeom>
              <a:avLst/>
              <a:gdLst/>
              <a:ahLst/>
              <a:cxnLst/>
              <a:rect l="l" t="t" r="r" b="b"/>
              <a:pathLst>
                <a:path w="50165" h="64135">
                  <a:moveTo>
                    <a:pt x="50158" y="0"/>
                  </a:moveTo>
                  <a:lnTo>
                    <a:pt x="0" y="0"/>
                  </a:lnTo>
                  <a:lnTo>
                    <a:pt x="0" y="64010"/>
                  </a:lnTo>
                  <a:lnTo>
                    <a:pt x="50158" y="64010"/>
                  </a:lnTo>
                  <a:lnTo>
                    <a:pt x="5015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9047036" y="5200267"/>
              <a:ext cx="50165" cy="64135"/>
            </a:xfrm>
            <a:custGeom>
              <a:avLst/>
              <a:gdLst/>
              <a:ahLst/>
              <a:cxnLst/>
              <a:rect l="l" t="t" r="r" b="b"/>
              <a:pathLst>
                <a:path w="50165" h="64135">
                  <a:moveTo>
                    <a:pt x="0" y="64010"/>
                  </a:moveTo>
                  <a:lnTo>
                    <a:pt x="50158" y="64010"/>
                  </a:lnTo>
                  <a:lnTo>
                    <a:pt x="50158" y="0"/>
                  </a:lnTo>
                  <a:lnTo>
                    <a:pt x="0" y="0"/>
                  </a:lnTo>
                  <a:lnTo>
                    <a:pt x="0" y="64010"/>
                  </a:lnTo>
                  <a:close/>
                </a:path>
              </a:pathLst>
            </a:custGeom>
            <a:ln w="93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9047036" y="5300531"/>
              <a:ext cx="50165" cy="65405"/>
            </a:xfrm>
            <a:custGeom>
              <a:avLst/>
              <a:gdLst/>
              <a:ahLst/>
              <a:cxnLst/>
              <a:rect l="l" t="t" r="r" b="b"/>
              <a:pathLst>
                <a:path w="50165" h="65404">
                  <a:moveTo>
                    <a:pt x="50158" y="0"/>
                  </a:moveTo>
                  <a:lnTo>
                    <a:pt x="0" y="0"/>
                  </a:lnTo>
                  <a:lnTo>
                    <a:pt x="0" y="65190"/>
                  </a:lnTo>
                  <a:lnTo>
                    <a:pt x="50158" y="65190"/>
                  </a:lnTo>
                  <a:lnTo>
                    <a:pt x="5015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9047036" y="5300531"/>
              <a:ext cx="50165" cy="65405"/>
            </a:xfrm>
            <a:custGeom>
              <a:avLst/>
              <a:gdLst/>
              <a:ahLst/>
              <a:cxnLst/>
              <a:rect l="l" t="t" r="r" b="b"/>
              <a:pathLst>
                <a:path w="50165" h="65404">
                  <a:moveTo>
                    <a:pt x="0" y="65190"/>
                  </a:moveTo>
                  <a:lnTo>
                    <a:pt x="50158" y="65190"/>
                  </a:lnTo>
                  <a:lnTo>
                    <a:pt x="50158" y="0"/>
                  </a:lnTo>
                  <a:lnTo>
                    <a:pt x="0" y="0"/>
                  </a:lnTo>
                  <a:lnTo>
                    <a:pt x="0" y="65190"/>
                  </a:lnTo>
                  <a:close/>
                </a:path>
              </a:pathLst>
            </a:custGeom>
            <a:ln w="93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8825062" y="4999948"/>
              <a:ext cx="50800" cy="65405"/>
            </a:xfrm>
            <a:custGeom>
              <a:avLst/>
              <a:gdLst/>
              <a:ahLst/>
              <a:cxnLst/>
              <a:rect l="l" t="t" r="r" b="b"/>
              <a:pathLst>
                <a:path w="50800" h="65404">
                  <a:moveTo>
                    <a:pt x="50477" y="0"/>
                  </a:moveTo>
                  <a:lnTo>
                    <a:pt x="0" y="0"/>
                  </a:lnTo>
                  <a:lnTo>
                    <a:pt x="0" y="65190"/>
                  </a:lnTo>
                  <a:lnTo>
                    <a:pt x="50477" y="65190"/>
                  </a:lnTo>
                  <a:lnTo>
                    <a:pt x="5047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8825062" y="4999948"/>
              <a:ext cx="50800" cy="65405"/>
            </a:xfrm>
            <a:custGeom>
              <a:avLst/>
              <a:gdLst/>
              <a:ahLst/>
              <a:cxnLst/>
              <a:rect l="l" t="t" r="r" b="b"/>
              <a:pathLst>
                <a:path w="50800" h="65404">
                  <a:moveTo>
                    <a:pt x="0" y="65190"/>
                  </a:moveTo>
                  <a:lnTo>
                    <a:pt x="50477" y="65190"/>
                  </a:lnTo>
                  <a:lnTo>
                    <a:pt x="50477" y="0"/>
                  </a:lnTo>
                  <a:lnTo>
                    <a:pt x="0" y="0"/>
                  </a:lnTo>
                  <a:lnTo>
                    <a:pt x="0" y="65190"/>
                  </a:lnTo>
                  <a:close/>
                </a:path>
              </a:pathLst>
            </a:custGeom>
            <a:ln w="93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8899184" y="4999948"/>
              <a:ext cx="50165" cy="65405"/>
            </a:xfrm>
            <a:custGeom>
              <a:avLst/>
              <a:gdLst/>
              <a:ahLst/>
              <a:cxnLst/>
              <a:rect l="l" t="t" r="r" b="b"/>
              <a:pathLst>
                <a:path w="50165" h="65404">
                  <a:moveTo>
                    <a:pt x="50158" y="0"/>
                  </a:moveTo>
                  <a:lnTo>
                    <a:pt x="0" y="0"/>
                  </a:lnTo>
                  <a:lnTo>
                    <a:pt x="0" y="65190"/>
                  </a:lnTo>
                  <a:lnTo>
                    <a:pt x="50158" y="65190"/>
                  </a:lnTo>
                  <a:lnTo>
                    <a:pt x="5015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8899184" y="4999948"/>
              <a:ext cx="50165" cy="65405"/>
            </a:xfrm>
            <a:custGeom>
              <a:avLst/>
              <a:gdLst/>
              <a:ahLst/>
              <a:cxnLst/>
              <a:rect l="l" t="t" r="r" b="b"/>
              <a:pathLst>
                <a:path w="50165" h="65404">
                  <a:moveTo>
                    <a:pt x="0" y="65190"/>
                  </a:moveTo>
                  <a:lnTo>
                    <a:pt x="50158" y="65190"/>
                  </a:lnTo>
                  <a:lnTo>
                    <a:pt x="50158" y="0"/>
                  </a:lnTo>
                  <a:lnTo>
                    <a:pt x="0" y="0"/>
                  </a:lnTo>
                  <a:lnTo>
                    <a:pt x="0" y="65190"/>
                  </a:lnTo>
                  <a:close/>
                </a:path>
              </a:pathLst>
            </a:custGeom>
            <a:ln w="93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8825062" y="5099887"/>
              <a:ext cx="50800" cy="66040"/>
            </a:xfrm>
            <a:custGeom>
              <a:avLst/>
              <a:gdLst/>
              <a:ahLst/>
              <a:cxnLst/>
              <a:rect l="l" t="t" r="r" b="b"/>
              <a:pathLst>
                <a:path w="50800" h="66039">
                  <a:moveTo>
                    <a:pt x="50477" y="0"/>
                  </a:moveTo>
                  <a:lnTo>
                    <a:pt x="0" y="0"/>
                  </a:lnTo>
                  <a:lnTo>
                    <a:pt x="0" y="65485"/>
                  </a:lnTo>
                  <a:lnTo>
                    <a:pt x="50477" y="65485"/>
                  </a:lnTo>
                  <a:lnTo>
                    <a:pt x="5047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8825062" y="5099887"/>
              <a:ext cx="50800" cy="66040"/>
            </a:xfrm>
            <a:custGeom>
              <a:avLst/>
              <a:gdLst/>
              <a:ahLst/>
              <a:cxnLst/>
              <a:rect l="l" t="t" r="r" b="b"/>
              <a:pathLst>
                <a:path w="50800" h="66039">
                  <a:moveTo>
                    <a:pt x="0" y="65485"/>
                  </a:moveTo>
                  <a:lnTo>
                    <a:pt x="50477" y="65485"/>
                  </a:lnTo>
                  <a:lnTo>
                    <a:pt x="50477" y="0"/>
                  </a:lnTo>
                  <a:lnTo>
                    <a:pt x="0" y="0"/>
                  </a:lnTo>
                  <a:lnTo>
                    <a:pt x="0" y="65485"/>
                  </a:lnTo>
                  <a:close/>
                </a:path>
              </a:pathLst>
            </a:custGeom>
            <a:ln w="93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8899184" y="5099887"/>
              <a:ext cx="50165" cy="66040"/>
            </a:xfrm>
            <a:custGeom>
              <a:avLst/>
              <a:gdLst/>
              <a:ahLst/>
              <a:cxnLst/>
              <a:rect l="l" t="t" r="r" b="b"/>
              <a:pathLst>
                <a:path w="50165" h="66039">
                  <a:moveTo>
                    <a:pt x="50158" y="0"/>
                  </a:moveTo>
                  <a:lnTo>
                    <a:pt x="0" y="0"/>
                  </a:lnTo>
                  <a:lnTo>
                    <a:pt x="0" y="65485"/>
                  </a:lnTo>
                  <a:lnTo>
                    <a:pt x="50158" y="65485"/>
                  </a:lnTo>
                  <a:lnTo>
                    <a:pt x="5015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8899184" y="5099887"/>
              <a:ext cx="50165" cy="66040"/>
            </a:xfrm>
            <a:custGeom>
              <a:avLst/>
              <a:gdLst/>
              <a:ahLst/>
              <a:cxnLst/>
              <a:rect l="l" t="t" r="r" b="b"/>
              <a:pathLst>
                <a:path w="50165" h="66039">
                  <a:moveTo>
                    <a:pt x="0" y="65485"/>
                  </a:moveTo>
                  <a:lnTo>
                    <a:pt x="50158" y="65485"/>
                  </a:lnTo>
                  <a:lnTo>
                    <a:pt x="50158" y="0"/>
                  </a:lnTo>
                  <a:lnTo>
                    <a:pt x="0" y="0"/>
                  </a:lnTo>
                  <a:lnTo>
                    <a:pt x="0" y="65485"/>
                  </a:lnTo>
                  <a:close/>
                </a:path>
              </a:pathLst>
            </a:custGeom>
            <a:ln w="93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8972914" y="4999948"/>
              <a:ext cx="50800" cy="65405"/>
            </a:xfrm>
            <a:custGeom>
              <a:avLst/>
              <a:gdLst/>
              <a:ahLst/>
              <a:cxnLst/>
              <a:rect l="l" t="t" r="r" b="b"/>
              <a:pathLst>
                <a:path w="50800" h="65404">
                  <a:moveTo>
                    <a:pt x="50477" y="0"/>
                  </a:moveTo>
                  <a:lnTo>
                    <a:pt x="0" y="0"/>
                  </a:lnTo>
                  <a:lnTo>
                    <a:pt x="0" y="65190"/>
                  </a:lnTo>
                  <a:lnTo>
                    <a:pt x="50477" y="65190"/>
                  </a:lnTo>
                  <a:lnTo>
                    <a:pt x="5047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8972914" y="4999948"/>
              <a:ext cx="50800" cy="65405"/>
            </a:xfrm>
            <a:custGeom>
              <a:avLst/>
              <a:gdLst/>
              <a:ahLst/>
              <a:cxnLst/>
              <a:rect l="l" t="t" r="r" b="b"/>
              <a:pathLst>
                <a:path w="50800" h="65404">
                  <a:moveTo>
                    <a:pt x="0" y="65190"/>
                  </a:moveTo>
                  <a:lnTo>
                    <a:pt x="50477" y="65190"/>
                  </a:lnTo>
                  <a:lnTo>
                    <a:pt x="50477" y="0"/>
                  </a:lnTo>
                  <a:lnTo>
                    <a:pt x="0" y="0"/>
                  </a:lnTo>
                  <a:lnTo>
                    <a:pt x="0" y="65190"/>
                  </a:lnTo>
                  <a:close/>
                </a:path>
              </a:pathLst>
            </a:custGeom>
            <a:ln w="93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8972914" y="5099887"/>
              <a:ext cx="50800" cy="66040"/>
            </a:xfrm>
            <a:custGeom>
              <a:avLst/>
              <a:gdLst/>
              <a:ahLst/>
              <a:cxnLst/>
              <a:rect l="l" t="t" r="r" b="b"/>
              <a:pathLst>
                <a:path w="50800" h="66039">
                  <a:moveTo>
                    <a:pt x="50477" y="0"/>
                  </a:moveTo>
                  <a:lnTo>
                    <a:pt x="0" y="0"/>
                  </a:lnTo>
                  <a:lnTo>
                    <a:pt x="0" y="65485"/>
                  </a:lnTo>
                  <a:lnTo>
                    <a:pt x="50477" y="65485"/>
                  </a:lnTo>
                  <a:lnTo>
                    <a:pt x="5047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8972914" y="5099887"/>
              <a:ext cx="50800" cy="66040"/>
            </a:xfrm>
            <a:custGeom>
              <a:avLst/>
              <a:gdLst/>
              <a:ahLst/>
              <a:cxnLst/>
              <a:rect l="l" t="t" r="r" b="b"/>
              <a:pathLst>
                <a:path w="50800" h="66039">
                  <a:moveTo>
                    <a:pt x="0" y="65485"/>
                  </a:moveTo>
                  <a:lnTo>
                    <a:pt x="50477" y="65485"/>
                  </a:lnTo>
                  <a:lnTo>
                    <a:pt x="50477" y="0"/>
                  </a:lnTo>
                  <a:lnTo>
                    <a:pt x="0" y="0"/>
                  </a:lnTo>
                  <a:lnTo>
                    <a:pt x="0" y="65485"/>
                  </a:lnTo>
                  <a:close/>
                </a:path>
              </a:pathLst>
            </a:custGeom>
            <a:ln w="93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9047036" y="4999948"/>
              <a:ext cx="50165" cy="65405"/>
            </a:xfrm>
            <a:custGeom>
              <a:avLst/>
              <a:gdLst/>
              <a:ahLst/>
              <a:cxnLst/>
              <a:rect l="l" t="t" r="r" b="b"/>
              <a:pathLst>
                <a:path w="50165" h="65404">
                  <a:moveTo>
                    <a:pt x="50158" y="0"/>
                  </a:moveTo>
                  <a:lnTo>
                    <a:pt x="0" y="0"/>
                  </a:lnTo>
                  <a:lnTo>
                    <a:pt x="0" y="65190"/>
                  </a:lnTo>
                  <a:lnTo>
                    <a:pt x="50158" y="65190"/>
                  </a:lnTo>
                  <a:lnTo>
                    <a:pt x="5015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9047036" y="4999948"/>
              <a:ext cx="50165" cy="65405"/>
            </a:xfrm>
            <a:custGeom>
              <a:avLst/>
              <a:gdLst/>
              <a:ahLst/>
              <a:cxnLst/>
              <a:rect l="l" t="t" r="r" b="b"/>
              <a:pathLst>
                <a:path w="50165" h="65404">
                  <a:moveTo>
                    <a:pt x="0" y="65190"/>
                  </a:moveTo>
                  <a:lnTo>
                    <a:pt x="50158" y="65190"/>
                  </a:lnTo>
                  <a:lnTo>
                    <a:pt x="50158" y="0"/>
                  </a:lnTo>
                  <a:lnTo>
                    <a:pt x="0" y="0"/>
                  </a:lnTo>
                  <a:lnTo>
                    <a:pt x="0" y="65190"/>
                  </a:lnTo>
                  <a:close/>
                </a:path>
              </a:pathLst>
            </a:custGeom>
            <a:ln w="93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9047036" y="5099887"/>
              <a:ext cx="50165" cy="66040"/>
            </a:xfrm>
            <a:custGeom>
              <a:avLst/>
              <a:gdLst/>
              <a:ahLst/>
              <a:cxnLst/>
              <a:rect l="l" t="t" r="r" b="b"/>
              <a:pathLst>
                <a:path w="50165" h="66039">
                  <a:moveTo>
                    <a:pt x="50158" y="0"/>
                  </a:moveTo>
                  <a:lnTo>
                    <a:pt x="0" y="0"/>
                  </a:lnTo>
                  <a:lnTo>
                    <a:pt x="0" y="65485"/>
                  </a:lnTo>
                  <a:lnTo>
                    <a:pt x="50158" y="65485"/>
                  </a:lnTo>
                  <a:lnTo>
                    <a:pt x="5015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9047036" y="5099887"/>
              <a:ext cx="50165" cy="66040"/>
            </a:xfrm>
            <a:custGeom>
              <a:avLst/>
              <a:gdLst/>
              <a:ahLst/>
              <a:cxnLst/>
              <a:rect l="l" t="t" r="r" b="b"/>
              <a:pathLst>
                <a:path w="50165" h="66039">
                  <a:moveTo>
                    <a:pt x="0" y="65485"/>
                  </a:moveTo>
                  <a:lnTo>
                    <a:pt x="50158" y="65485"/>
                  </a:lnTo>
                  <a:lnTo>
                    <a:pt x="50158" y="0"/>
                  </a:lnTo>
                  <a:lnTo>
                    <a:pt x="0" y="0"/>
                  </a:lnTo>
                  <a:lnTo>
                    <a:pt x="0" y="65485"/>
                  </a:lnTo>
                  <a:close/>
                </a:path>
              </a:pathLst>
            </a:custGeom>
            <a:ln w="93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825062" y="4898209"/>
              <a:ext cx="50800" cy="66040"/>
            </a:xfrm>
            <a:custGeom>
              <a:avLst/>
              <a:gdLst/>
              <a:ahLst/>
              <a:cxnLst/>
              <a:rect l="l" t="t" r="r" b="b"/>
              <a:pathLst>
                <a:path w="50800" h="66039">
                  <a:moveTo>
                    <a:pt x="50477" y="0"/>
                  </a:moveTo>
                  <a:lnTo>
                    <a:pt x="0" y="0"/>
                  </a:lnTo>
                  <a:lnTo>
                    <a:pt x="0" y="65485"/>
                  </a:lnTo>
                  <a:lnTo>
                    <a:pt x="50477" y="65485"/>
                  </a:lnTo>
                  <a:lnTo>
                    <a:pt x="5047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825062" y="4898209"/>
              <a:ext cx="50800" cy="66040"/>
            </a:xfrm>
            <a:custGeom>
              <a:avLst/>
              <a:gdLst/>
              <a:ahLst/>
              <a:cxnLst/>
              <a:rect l="l" t="t" r="r" b="b"/>
              <a:pathLst>
                <a:path w="50800" h="66039">
                  <a:moveTo>
                    <a:pt x="0" y="65485"/>
                  </a:moveTo>
                  <a:lnTo>
                    <a:pt x="50477" y="65485"/>
                  </a:lnTo>
                  <a:lnTo>
                    <a:pt x="50477" y="0"/>
                  </a:lnTo>
                  <a:lnTo>
                    <a:pt x="0" y="0"/>
                  </a:lnTo>
                  <a:lnTo>
                    <a:pt x="0" y="65485"/>
                  </a:lnTo>
                  <a:close/>
                </a:path>
              </a:pathLst>
            </a:custGeom>
            <a:ln w="93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8899184" y="4898209"/>
              <a:ext cx="50165" cy="66040"/>
            </a:xfrm>
            <a:custGeom>
              <a:avLst/>
              <a:gdLst/>
              <a:ahLst/>
              <a:cxnLst/>
              <a:rect l="l" t="t" r="r" b="b"/>
              <a:pathLst>
                <a:path w="50165" h="66039">
                  <a:moveTo>
                    <a:pt x="50158" y="0"/>
                  </a:moveTo>
                  <a:lnTo>
                    <a:pt x="0" y="0"/>
                  </a:lnTo>
                  <a:lnTo>
                    <a:pt x="0" y="65485"/>
                  </a:lnTo>
                  <a:lnTo>
                    <a:pt x="50158" y="65485"/>
                  </a:lnTo>
                  <a:lnTo>
                    <a:pt x="5015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8899184" y="4898209"/>
              <a:ext cx="50165" cy="66040"/>
            </a:xfrm>
            <a:custGeom>
              <a:avLst/>
              <a:gdLst/>
              <a:ahLst/>
              <a:cxnLst/>
              <a:rect l="l" t="t" r="r" b="b"/>
              <a:pathLst>
                <a:path w="50165" h="66039">
                  <a:moveTo>
                    <a:pt x="0" y="65485"/>
                  </a:moveTo>
                  <a:lnTo>
                    <a:pt x="50158" y="65485"/>
                  </a:lnTo>
                  <a:lnTo>
                    <a:pt x="50158" y="0"/>
                  </a:lnTo>
                  <a:lnTo>
                    <a:pt x="0" y="0"/>
                  </a:lnTo>
                  <a:lnTo>
                    <a:pt x="0" y="65485"/>
                  </a:lnTo>
                  <a:close/>
                </a:path>
              </a:pathLst>
            </a:custGeom>
            <a:ln w="93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8972914" y="4898209"/>
              <a:ext cx="50800" cy="66040"/>
            </a:xfrm>
            <a:custGeom>
              <a:avLst/>
              <a:gdLst/>
              <a:ahLst/>
              <a:cxnLst/>
              <a:rect l="l" t="t" r="r" b="b"/>
              <a:pathLst>
                <a:path w="50800" h="66039">
                  <a:moveTo>
                    <a:pt x="50477" y="0"/>
                  </a:moveTo>
                  <a:lnTo>
                    <a:pt x="0" y="0"/>
                  </a:lnTo>
                  <a:lnTo>
                    <a:pt x="0" y="65485"/>
                  </a:lnTo>
                  <a:lnTo>
                    <a:pt x="50477" y="65485"/>
                  </a:lnTo>
                  <a:lnTo>
                    <a:pt x="5047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8972914" y="4898209"/>
              <a:ext cx="50800" cy="66040"/>
            </a:xfrm>
            <a:custGeom>
              <a:avLst/>
              <a:gdLst/>
              <a:ahLst/>
              <a:cxnLst/>
              <a:rect l="l" t="t" r="r" b="b"/>
              <a:pathLst>
                <a:path w="50800" h="66039">
                  <a:moveTo>
                    <a:pt x="0" y="65485"/>
                  </a:moveTo>
                  <a:lnTo>
                    <a:pt x="50477" y="65485"/>
                  </a:lnTo>
                  <a:lnTo>
                    <a:pt x="50477" y="0"/>
                  </a:lnTo>
                  <a:lnTo>
                    <a:pt x="0" y="0"/>
                  </a:lnTo>
                  <a:lnTo>
                    <a:pt x="0" y="65485"/>
                  </a:lnTo>
                  <a:close/>
                </a:path>
              </a:pathLst>
            </a:custGeom>
            <a:ln w="93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9047036" y="4898209"/>
              <a:ext cx="50165" cy="66040"/>
            </a:xfrm>
            <a:custGeom>
              <a:avLst/>
              <a:gdLst/>
              <a:ahLst/>
              <a:cxnLst/>
              <a:rect l="l" t="t" r="r" b="b"/>
              <a:pathLst>
                <a:path w="50165" h="66039">
                  <a:moveTo>
                    <a:pt x="50158" y="0"/>
                  </a:moveTo>
                  <a:lnTo>
                    <a:pt x="0" y="0"/>
                  </a:lnTo>
                  <a:lnTo>
                    <a:pt x="0" y="65485"/>
                  </a:lnTo>
                  <a:lnTo>
                    <a:pt x="50158" y="65485"/>
                  </a:lnTo>
                  <a:lnTo>
                    <a:pt x="5015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9047036" y="4898209"/>
              <a:ext cx="50165" cy="66040"/>
            </a:xfrm>
            <a:custGeom>
              <a:avLst/>
              <a:gdLst/>
              <a:ahLst/>
              <a:cxnLst/>
              <a:rect l="l" t="t" r="r" b="b"/>
              <a:pathLst>
                <a:path w="50165" h="66039">
                  <a:moveTo>
                    <a:pt x="0" y="65485"/>
                  </a:moveTo>
                  <a:lnTo>
                    <a:pt x="50158" y="65485"/>
                  </a:lnTo>
                  <a:lnTo>
                    <a:pt x="50158" y="0"/>
                  </a:lnTo>
                  <a:lnTo>
                    <a:pt x="0" y="0"/>
                  </a:lnTo>
                  <a:lnTo>
                    <a:pt x="0" y="65485"/>
                  </a:lnTo>
                  <a:close/>
                </a:path>
              </a:pathLst>
            </a:custGeom>
            <a:ln w="93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8806204" y="4738558"/>
              <a:ext cx="434975" cy="1209675"/>
            </a:xfrm>
            <a:custGeom>
              <a:avLst/>
              <a:gdLst/>
              <a:ahLst/>
              <a:cxnLst/>
              <a:rect l="l" t="t" r="r" b="b"/>
              <a:pathLst>
                <a:path w="434975" h="1209675">
                  <a:moveTo>
                    <a:pt x="434519" y="0"/>
                  </a:moveTo>
                  <a:lnTo>
                    <a:pt x="124279" y="0"/>
                  </a:lnTo>
                  <a:lnTo>
                    <a:pt x="0" y="114744"/>
                  </a:lnTo>
                  <a:lnTo>
                    <a:pt x="0" y="1209444"/>
                  </a:lnTo>
                  <a:lnTo>
                    <a:pt x="308275" y="1209444"/>
                  </a:lnTo>
                  <a:lnTo>
                    <a:pt x="434519" y="1094688"/>
                  </a:lnTo>
                  <a:lnTo>
                    <a:pt x="434519" y="0"/>
                  </a:lnTo>
                  <a:close/>
                </a:path>
              </a:pathLst>
            </a:custGeom>
            <a:solidFill>
              <a:srgbClr val="EAEAEA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8806204" y="4738558"/>
              <a:ext cx="434975" cy="114935"/>
            </a:xfrm>
            <a:custGeom>
              <a:avLst/>
              <a:gdLst/>
              <a:ahLst/>
              <a:cxnLst/>
              <a:rect l="l" t="t" r="r" b="b"/>
              <a:pathLst>
                <a:path w="434975" h="114935">
                  <a:moveTo>
                    <a:pt x="434519" y="0"/>
                  </a:moveTo>
                  <a:lnTo>
                    <a:pt x="124279" y="0"/>
                  </a:lnTo>
                  <a:lnTo>
                    <a:pt x="0" y="114744"/>
                  </a:lnTo>
                  <a:lnTo>
                    <a:pt x="308275" y="114744"/>
                  </a:lnTo>
                  <a:lnTo>
                    <a:pt x="434519" y="0"/>
                  </a:lnTo>
                  <a:close/>
                </a:path>
              </a:pathLst>
            </a:custGeom>
            <a:solidFill>
              <a:srgbClr val="EEEEEE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9114480" y="4738558"/>
              <a:ext cx="126364" cy="1209675"/>
            </a:xfrm>
            <a:custGeom>
              <a:avLst/>
              <a:gdLst/>
              <a:ahLst/>
              <a:cxnLst/>
              <a:rect l="l" t="t" r="r" b="b"/>
              <a:pathLst>
                <a:path w="126365" h="1209675">
                  <a:moveTo>
                    <a:pt x="126243" y="0"/>
                  </a:moveTo>
                  <a:lnTo>
                    <a:pt x="0" y="114744"/>
                  </a:lnTo>
                  <a:lnTo>
                    <a:pt x="0" y="1209444"/>
                  </a:lnTo>
                  <a:lnTo>
                    <a:pt x="126243" y="1094688"/>
                  </a:lnTo>
                  <a:lnTo>
                    <a:pt x="126243" y="0"/>
                  </a:lnTo>
                  <a:close/>
                </a:path>
              </a:pathLst>
            </a:custGeom>
            <a:solidFill>
              <a:srgbClr val="BBBBBB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8806204" y="4738558"/>
              <a:ext cx="434975" cy="1209675"/>
            </a:xfrm>
            <a:custGeom>
              <a:avLst/>
              <a:gdLst/>
              <a:ahLst/>
              <a:cxnLst/>
              <a:rect l="l" t="t" r="r" b="b"/>
              <a:pathLst>
                <a:path w="434975" h="1209675">
                  <a:moveTo>
                    <a:pt x="124279" y="0"/>
                  </a:moveTo>
                  <a:lnTo>
                    <a:pt x="0" y="114744"/>
                  </a:lnTo>
                  <a:lnTo>
                    <a:pt x="0" y="1209444"/>
                  </a:lnTo>
                  <a:lnTo>
                    <a:pt x="308275" y="1209444"/>
                  </a:lnTo>
                  <a:lnTo>
                    <a:pt x="434519" y="1094688"/>
                  </a:lnTo>
                  <a:lnTo>
                    <a:pt x="434519" y="0"/>
                  </a:lnTo>
                  <a:lnTo>
                    <a:pt x="124279" y="0"/>
                  </a:lnTo>
                  <a:close/>
                </a:path>
                <a:path w="434975" h="1209675">
                  <a:moveTo>
                    <a:pt x="0" y="114744"/>
                  </a:moveTo>
                  <a:lnTo>
                    <a:pt x="308275" y="114744"/>
                  </a:lnTo>
                  <a:lnTo>
                    <a:pt x="434519" y="0"/>
                  </a:lnTo>
                </a:path>
                <a:path w="434975" h="1209675">
                  <a:moveTo>
                    <a:pt x="308275" y="114744"/>
                  </a:moveTo>
                  <a:lnTo>
                    <a:pt x="308275" y="1209444"/>
                  </a:lnTo>
                </a:path>
              </a:pathLst>
            </a:custGeom>
            <a:ln w="92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8825062" y="5400471"/>
              <a:ext cx="50800" cy="66040"/>
            </a:xfrm>
            <a:custGeom>
              <a:avLst/>
              <a:gdLst/>
              <a:ahLst/>
              <a:cxnLst/>
              <a:rect l="l" t="t" r="r" b="b"/>
              <a:pathLst>
                <a:path w="50800" h="66039">
                  <a:moveTo>
                    <a:pt x="50477" y="0"/>
                  </a:moveTo>
                  <a:lnTo>
                    <a:pt x="0" y="0"/>
                  </a:lnTo>
                  <a:lnTo>
                    <a:pt x="0" y="65485"/>
                  </a:lnTo>
                  <a:lnTo>
                    <a:pt x="50477" y="65485"/>
                  </a:lnTo>
                  <a:lnTo>
                    <a:pt x="5047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8825062" y="5400471"/>
              <a:ext cx="50800" cy="66040"/>
            </a:xfrm>
            <a:custGeom>
              <a:avLst/>
              <a:gdLst/>
              <a:ahLst/>
              <a:cxnLst/>
              <a:rect l="l" t="t" r="r" b="b"/>
              <a:pathLst>
                <a:path w="50800" h="66039">
                  <a:moveTo>
                    <a:pt x="0" y="65485"/>
                  </a:moveTo>
                  <a:lnTo>
                    <a:pt x="50477" y="65485"/>
                  </a:lnTo>
                  <a:lnTo>
                    <a:pt x="50477" y="0"/>
                  </a:lnTo>
                  <a:lnTo>
                    <a:pt x="0" y="0"/>
                  </a:lnTo>
                  <a:lnTo>
                    <a:pt x="0" y="65485"/>
                  </a:lnTo>
                  <a:close/>
                </a:path>
              </a:pathLst>
            </a:custGeom>
            <a:ln w="93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8899184" y="5400471"/>
              <a:ext cx="50165" cy="66040"/>
            </a:xfrm>
            <a:custGeom>
              <a:avLst/>
              <a:gdLst/>
              <a:ahLst/>
              <a:cxnLst/>
              <a:rect l="l" t="t" r="r" b="b"/>
              <a:pathLst>
                <a:path w="50165" h="66039">
                  <a:moveTo>
                    <a:pt x="50158" y="0"/>
                  </a:moveTo>
                  <a:lnTo>
                    <a:pt x="0" y="0"/>
                  </a:lnTo>
                  <a:lnTo>
                    <a:pt x="0" y="65485"/>
                  </a:lnTo>
                  <a:lnTo>
                    <a:pt x="50158" y="65485"/>
                  </a:lnTo>
                  <a:lnTo>
                    <a:pt x="5015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8899184" y="5400471"/>
              <a:ext cx="50165" cy="66040"/>
            </a:xfrm>
            <a:custGeom>
              <a:avLst/>
              <a:gdLst/>
              <a:ahLst/>
              <a:cxnLst/>
              <a:rect l="l" t="t" r="r" b="b"/>
              <a:pathLst>
                <a:path w="50165" h="66039">
                  <a:moveTo>
                    <a:pt x="0" y="65485"/>
                  </a:moveTo>
                  <a:lnTo>
                    <a:pt x="50158" y="65485"/>
                  </a:lnTo>
                  <a:lnTo>
                    <a:pt x="50158" y="0"/>
                  </a:lnTo>
                  <a:lnTo>
                    <a:pt x="0" y="0"/>
                  </a:lnTo>
                  <a:lnTo>
                    <a:pt x="0" y="65485"/>
                  </a:lnTo>
                  <a:close/>
                </a:path>
              </a:pathLst>
            </a:custGeom>
            <a:ln w="93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8825062" y="5500759"/>
              <a:ext cx="50800" cy="65405"/>
            </a:xfrm>
            <a:custGeom>
              <a:avLst/>
              <a:gdLst/>
              <a:ahLst/>
              <a:cxnLst/>
              <a:rect l="l" t="t" r="r" b="b"/>
              <a:pathLst>
                <a:path w="50800" h="65404">
                  <a:moveTo>
                    <a:pt x="50477" y="0"/>
                  </a:moveTo>
                  <a:lnTo>
                    <a:pt x="0" y="0"/>
                  </a:lnTo>
                  <a:lnTo>
                    <a:pt x="0" y="65190"/>
                  </a:lnTo>
                  <a:lnTo>
                    <a:pt x="50477" y="65190"/>
                  </a:lnTo>
                  <a:lnTo>
                    <a:pt x="5047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8825062" y="5500759"/>
              <a:ext cx="50800" cy="65405"/>
            </a:xfrm>
            <a:custGeom>
              <a:avLst/>
              <a:gdLst/>
              <a:ahLst/>
              <a:cxnLst/>
              <a:rect l="l" t="t" r="r" b="b"/>
              <a:pathLst>
                <a:path w="50800" h="65404">
                  <a:moveTo>
                    <a:pt x="0" y="65190"/>
                  </a:moveTo>
                  <a:lnTo>
                    <a:pt x="50477" y="65190"/>
                  </a:lnTo>
                  <a:lnTo>
                    <a:pt x="50477" y="0"/>
                  </a:lnTo>
                  <a:lnTo>
                    <a:pt x="0" y="0"/>
                  </a:lnTo>
                  <a:lnTo>
                    <a:pt x="0" y="65190"/>
                  </a:lnTo>
                  <a:close/>
                </a:path>
              </a:pathLst>
            </a:custGeom>
            <a:ln w="93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899184" y="5500759"/>
              <a:ext cx="50165" cy="65405"/>
            </a:xfrm>
            <a:custGeom>
              <a:avLst/>
              <a:gdLst/>
              <a:ahLst/>
              <a:cxnLst/>
              <a:rect l="l" t="t" r="r" b="b"/>
              <a:pathLst>
                <a:path w="50165" h="65404">
                  <a:moveTo>
                    <a:pt x="50158" y="0"/>
                  </a:moveTo>
                  <a:lnTo>
                    <a:pt x="0" y="0"/>
                  </a:lnTo>
                  <a:lnTo>
                    <a:pt x="0" y="65190"/>
                  </a:lnTo>
                  <a:lnTo>
                    <a:pt x="50158" y="65190"/>
                  </a:lnTo>
                  <a:lnTo>
                    <a:pt x="5015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899184" y="5500759"/>
              <a:ext cx="50165" cy="65405"/>
            </a:xfrm>
            <a:custGeom>
              <a:avLst/>
              <a:gdLst/>
              <a:ahLst/>
              <a:cxnLst/>
              <a:rect l="l" t="t" r="r" b="b"/>
              <a:pathLst>
                <a:path w="50165" h="65404">
                  <a:moveTo>
                    <a:pt x="0" y="65190"/>
                  </a:moveTo>
                  <a:lnTo>
                    <a:pt x="50158" y="65190"/>
                  </a:lnTo>
                  <a:lnTo>
                    <a:pt x="50158" y="0"/>
                  </a:lnTo>
                  <a:lnTo>
                    <a:pt x="0" y="0"/>
                  </a:lnTo>
                  <a:lnTo>
                    <a:pt x="0" y="65190"/>
                  </a:lnTo>
                  <a:close/>
                </a:path>
              </a:pathLst>
            </a:custGeom>
            <a:ln w="93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8825062" y="5602283"/>
              <a:ext cx="50800" cy="64135"/>
            </a:xfrm>
            <a:custGeom>
              <a:avLst/>
              <a:gdLst/>
              <a:ahLst/>
              <a:cxnLst/>
              <a:rect l="l" t="t" r="r" b="b"/>
              <a:pathLst>
                <a:path w="50800" h="64135">
                  <a:moveTo>
                    <a:pt x="50477" y="0"/>
                  </a:moveTo>
                  <a:lnTo>
                    <a:pt x="0" y="0"/>
                  </a:lnTo>
                  <a:lnTo>
                    <a:pt x="0" y="64010"/>
                  </a:lnTo>
                  <a:lnTo>
                    <a:pt x="50477" y="64010"/>
                  </a:lnTo>
                  <a:lnTo>
                    <a:pt x="5047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8825062" y="5602283"/>
              <a:ext cx="50800" cy="64135"/>
            </a:xfrm>
            <a:custGeom>
              <a:avLst/>
              <a:gdLst/>
              <a:ahLst/>
              <a:cxnLst/>
              <a:rect l="l" t="t" r="r" b="b"/>
              <a:pathLst>
                <a:path w="50800" h="64135">
                  <a:moveTo>
                    <a:pt x="0" y="64010"/>
                  </a:moveTo>
                  <a:lnTo>
                    <a:pt x="50477" y="64010"/>
                  </a:lnTo>
                  <a:lnTo>
                    <a:pt x="50477" y="0"/>
                  </a:lnTo>
                  <a:lnTo>
                    <a:pt x="0" y="0"/>
                  </a:lnTo>
                  <a:lnTo>
                    <a:pt x="0" y="64010"/>
                  </a:lnTo>
                  <a:close/>
                </a:path>
              </a:pathLst>
            </a:custGeom>
            <a:ln w="93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8899184" y="5602283"/>
              <a:ext cx="50165" cy="64135"/>
            </a:xfrm>
            <a:custGeom>
              <a:avLst/>
              <a:gdLst/>
              <a:ahLst/>
              <a:cxnLst/>
              <a:rect l="l" t="t" r="r" b="b"/>
              <a:pathLst>
                <a:path w="50165" h="64135">
                  <a:moveTo>
                    <a:pt x="50158" y="0"/>
                  </a:moveTo>
                  <a:lnTo>
                    <a:pt x="0" y="0"/>
                  </a:lnTo>
                  <a:lnTo>
                    <a:pt x="0" y="64010"/>
                  </a:lnTo>
                  <a:lnTo>
                    <a:pt x="50158" y="64010"/>
                  </a:lnTo>
                  <a:lnTo>
                    <a:pt x="5015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8899184" y="5602283"/>
              <a:ext cx="50165" cy="64135"/>
            </a:xfrm>
            <a:custGeom>
              <a:avLst/>
              <a:gdLst/>
              <a:ahLst/>
              <a:cxnLst/>
              <a:rect l="l" t="t" r="r" b="b"/>
              <a:pathLst>
                <a:path w="50165" h="64135">
                  <a:moveTo>
                    <a:pt x="0" y="64010"/>
                  </a:moveTo>
                  <a:lnTo>
                    <a:pt x="50158" y="64010"/>
                  </a:lnTo>
                  <a:lnTo>
                    <a:pt x="50158" y="0"/>
                  </a:lnTo>
                  <a:lnTo>
                    <a:pt x="0" y="0"/>
                  </a:lnTo>
                  <a:lnTo>
                    <a:pt x="0" y="64010"/>
                  </a:lnTo>
                  <a:close/>
                </a:path>
              </a:pathLst>
            </a:custGeom>
            <a:ln w="93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8972914" y="5400471"/>
              <a:ext cx="50800" cy="66040"/>
            </a:xfrm>
            <a:custGeom>
              <a:avLst/>
              <a:gdLst/>
              <a:ahLst/>
              <a:cxnLst/>
              <a:rect l="l" t="t" r="r" b="b"/>
              <a:pathLst>
                <a:path w="50800" h="66039">
                  <a:moveTo>
                    <a:pt x="50477" y="0"/>
                  </a:moveTo>
                  <a:lnTo>
                    <a:pt x="0" y="0"/>
                  </a:lnTo>
                  <a:lnTo>
                    <a:pt x="0" y="65485"/>
                  </a:lnTo>
                  <a:lnTo>
                    <a:pt x="50477" y="65485"/>
                  </a:lnTo>
                  <a:lnTo>
                    <a:pt x="5047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8972914" y="5400471"/>
              <a:ext cx="50800" cy="66040"/>
            </a:xfrm>
            <a:custGeom>
              <a:avLst/>
              <a:gdLst/>
              <a:ahLst/>
              <a:cxnLst/>
              <a:rect l="l" t="t" r="r" b="b"/>
              <a:pathLst>
                <a:path w="50800" h="66039">
                  <a:moveTo>
                    <a:pt x="0" y="65485"/>
                  </a:moveTo>
                  <a:lnTo>
                    <a:pt x="50477" y="65485"/>
                  </a:lnTo>
                  <a:lnTo>
                    <a:pt x="50477" y="0"/>
                  </a:lnTo>
                  <a:lnTo>
                    <a:pt x="0" y="0"/>
                  </a:lnTo>
                  <a:lnTo>
                    <a:pt x="0" y="65485"/>
                  </a:lnTo>
                  <a:close/>
                </a:path>
              </a:pathLst>
            </a:custGeom>
            <a:ln w="93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8972914" y="5500759"/>
              <a:ext cx="50800" cy="65405"/>
            </a:xfrm>
            <a:custGeom>
              <a:avLst/>
              <a:gdLst/>
              <a:ahLst/>
              <a:cxnLst/>
              <a:rect l="l" t="t" r="r" b="b"/>
              <a:pathLst>
                <a:path w="50800" h="65404">
                  <a:moveTo>
                    <a:pt x="50477" y="0"/>
                  </a:moveTo>
                  <a:lnTo>
                    <a:pt x="0" y="0"/>
                  </a:lnTo>
                  <a:lnTo>
                    <a:pt x="0" y="65190"/>
                  </a:lnTo>
                  <a:lnTo>
                    <a:pt x="50477" y="65190"/>
                  </a:lnTo>
                  <a:lnTo>
                    <a:pt x="5047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8972914" y="5500759"/>
              <a:ext cx="50800" cy="65405"/>
            </a:xfrm>
            <a:custGeom>
              <a:avLst/>
              <a:gdLst/>
              <a:ahLst/>
              <a:cxnLst/>
              <a:rect l="l" t="t" r="r" b="b"/>
              <a:pathLst>
                <a:path w="50800" h="65404">
                  <a:moveTo>
                    <a:pt x="0" y="65190"/>
                  </a:moveTo>
                  <a:lnTo>
                    <a:pt x="50477" y="65190"/>
                  </a:lnTo>
                  <a:lnTo>
                    <a:pt x="50477" y="0"/>
                  </a:lnTo>
                  <a:lnTo>
                    <a:pt x="0" y="0"/>
                  </a:lnTo>
                  <a:lnTo>
                    <a:pt x="0" y="65190"/>
                  </a:lnTo>
                  <a:close/>
                </a:path>
              </a:pathLst>
            </a:custGeom>
            <a:ln w="93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8972914" y="5602283"/>
              <a:ext cx="50800" cy="64135"/>
            </a:xfrm>
            <a:custGeom>
              <a:avLst/>
              <a:gdLst/>
              <a:ahLst/>
              <a:cxnLst/>
              <a:rect l="l" t="t" r="r" b="b"/>
              <a:pathLst>
                <a:path w="50800" h="64135">
                  <a:moveTo>
                    <a:pt x="50477" y="0"/>
                  </a:moveTo>
                  <a:lnTo>
                    <a:pt x="0" y="0"/>
                  </a:lnTo>
                  <a:lnTo>
                    <a:pt x="0" y="64010"/>
                  </a:lnTo>
                  <a:lnTo>
                    <a:pt x="50477" y="64010"/>
                  </a:lnTo>
                  <a:lnTo>
                    <a:pt x="5047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8972914" y="5602283"/>
              <a:ext cx="50800" cy="64135"/>
            </a:xfrm>
            <a:custGeom>
              <a:avLst/>
              <a:gdLst/>
              <a:ahLst/>
              <a:cxnLst/>
              <a:rect l="l" t="t" r="r" b="b"/>
              <a:pathLst>
                <a:path w="50800" h="64135">
                  <a:moveTo>
                    <a:pt x="0" y="64010"/>
                  </a:moveTo>
                  <a:lnTo>
                    <a:pt x="50477" y="64010"/>
                  </a:lnTo>
                  <a:lnTo>
                    <a:pt x="50477" y="0"/>
                  </a:lnTo>
                  <a:lnTo>
                    <a:pt x="0" y="0"/>
                  </a:lnTo>
                  <a:lnTo>
                    <a:pt x="0" y="64010"/>
                  </a:lnTo>
                  <a:close/>
                </a:path>
              </a:pathLst>
            </a:custGeom>
            <a:ln w="93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9047036" y="5400471"/>
              <a:ext cx="50165" cy="66040"/>
            </a:xfrm>
            <a:custGeom>
              <a:avLst/>
              <a:gdLst/>
              <a:ahLst/>
              <a:cxnLst/>
              <a:rect l="l" t="t" r="r" b="b"/>
              <a:pathLst>
                <a:path w="50165" h="66039">
                  <a:moveTo>
                    <a:pt x="50158" y="0"/>
                  </a:moveTo>
                  <a:lnTo>
                    <a:pt x="0" y="0"/>
                  </a:lnTo>
                  <a:lnTo>
                    <a:pt x="0" y="65485"/>
                  </a:lnTo>
                  <a:lnTo>
                    <a:pt x="50158" y="65485"/>
                  </a:lnTo>
                  <a:lnTo>
                    <a:pt x="5015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9047036" y="5400471"/>
              <a:ext cx="50165" cy="66040"/>
            </a:xfrm>
            <a:custGeom>
              <a:avLst/>
              <a:gdLst/>
              <a:ahLst/>
              <a:cxnLst/>
              <a:rect l="l" t="t" r="r" b="b"/>
              <a:pathLst>
                <a:path w="50165" h="66039">
                  <a:moveTo>
                    <a:pt x="0" y="65485"/>
                  </a:moveTo>
                  <a:lnTo>
                    <a:pt x="50158" y="65485"/>
                  </a:lnTo>
                  <a:lnTo>
                    <a:pt x="50158" y="0"/>
                  </a:lnTo>
                  <a:lnTo>
                    <a:pt x="0" y="0"/>
                  </a:lnTo>
                  <a:lnTo>
                    <a:pt x="0" y="65485"/>
                  </a:lnTo>
                  <a:close/>
                </a:path>
              </a:pathLst>
            </a:custGeom>
            <a:ln w="93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9047036" y="5500759"/>
              <a:ext cx="50165" cy="65405"/>
            </a:xfrm>
            <a:custGeom>
              <a:avLst/>
              <a:gdLst/>
              <a:ahLst/>
              <a:cxnLst/>
              <a:rect l="l" t="t" r="r" b="b"/>
              <a:pathLst>
                <a:path w="50165" h="65404">
                  <a:moveTo>
                    <a:pt x="50158" y="0"/>
                  </a:moveTo>
                  <a:lnTo>
                    <a:pt x="0" y="0"/>
                  </a:lnTo>
                  <a:lnTo>
                    <a:pt x="0" y="65190"/>
                  </a:lnTo>
                  <a:lnTo>
                    <a:pt x="50158" y="65190"/>
                  </a:lnTo>
                  <a:lnTo>
                    <a:pt x="5015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9047036" y="5500759"/>
              <a:ext cx="50165" cy="65405"/>
            </a:xfrm>
            <a:custGeom>
              <a:avLst/>
              <a:gdLst/>
              <a:ahLst/>
              <a:cxnLst/>
              <a:rect l="l" t="t" r="r" b="b"/>
              <a:pathLst>
                <a:path w="50165" h="65404">
                  <a:moveTo>
                    <a:pt x="0" y="65190"/>
                  </a:moveTo>
                  <a:lnTo>
                    <a:pt x="50158" y="65190"/>
                  </a:lnTo>
                  <a:lnTo>
                    <a:pt x="50158" y="0"/>
                  </a:lnTo>
                  <a:lnTo>
                    <a:pt x="0" y="0"/>
                  </a:lnTo>
                  <a:lnTo>
                    <a:pt x="0" y="65190"/>
                  </a:lnTo>
                  <a:close/>
                </a:path>
              </a:pathLst>
            </a:custGeom>
            <a:ln w="93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9047036" y="5602283"/>
              <a:ext cx="50165" cy="64135"/>
            </a:xfrm>
            <a:custGeom>
              <a:avLst/>
              <a:gdLst/>
              <a:ahLst/>
              <a:cxnLst/>
              <a:rect l="l" t="t" r="r" b="b"/>
              <a:pathLst>
                <a:path w="50165" h="64135">
                  <a:moveTo>
                    <a:pt x="50158" y="0"/>
                  </a:moveTo>
                  <a:lnTo>
                    <a:pt x="0" y="0"/>
                  </a:lnTo>
                  <a:lnTo>
                    <a:pt x="0" y="64010"/>
                  </a:lnTo>
                  <a:lnTo>
                    <a:pt x="50158" y="64010"/>
                  </a:lnTo>
                  <a:lnTo>
                    <a:pt x="5015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9047036" y="5602283"/>
              <a:ext cx="50165" cy="64135"/>
            </a:xfrm>
            <a:custGeom>
              <a:avLst/>
              <a:gdLst/>
              <a:ahLst/>
              <a:cxnLst/>
              <a:rect l="l" t="t" r="r" b="b"/>
              <a:pathLst>
                <a:path w="50165" h="64135">
                  <a:moveTo>
                    <a:pt x="0" y="64010"/>
                  </a:moveTo>
                  <a:lnTo>
                    <a:pt x="50158" y="64010"/>
                  </a:lnTo>
                  <a:lnTo>
                    <a:pt x="50158" y="0"/>
                  </a:lnTo>
                  <a:lnTo>
                    <a:pt x="0" y="0"/>
                  </a:lnTo>
                  <a:lnTo>
                    <a:pt x="0" y="64010"/>
                  </a:lnTo>
                  <a:close/>
                </a:path>
              </a:pathLst>
            </a:custGeom>
            <a:ln w="93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825062" y="5200267"/>
              <a:ext cx="50800" cy="64135"/>
            </a:xfrm>
            <a:custGeom>
              <a:avLst/>
              <a:gdLst/>
              <a:ahLst/>
              <a:cxnLst/>
              <a:rect l="l" t="t" r="r" b="b"/>
              <a:pathLst>
                <a:path w="50800" h="64135">
                  <a:moveTo>
                    <a:pt x="50477" y="0"/>
                  </a:moveTo>
                  <a:lnTo>
                    <a:pt x="0" y="0"/>
                  </a:lnTo>
                  <a:lnTo>
                    <a:pt x="0" y="64010"/>
                  </a:lnTo>
                  <a:lnTo>
                    <a:pt x="50477" y="64010"/>
                  </a:lnTo>
                  <a:lnTo>
                    <a:pt x="5047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825062" y="5200267"/>
              <a:ext cx="50800" cy="64135"/>
            </a:xfrm>
            <a:custGeom>
              <a:avLst/>
              <a:gdLst/>
              <a:ahLst/>
              <a:cxnLst/>
              <a:rect l="l" t="t" r="r" b="b"/>
              <a:pathLst>
                <a:path w="50800" h="64135">
                  <a:moveTo>
                    <a:pt x="0" y="64010"/>
                  </a:moveTo>
                  <a:lnTo>
                    <a:pt x="50477" y="64010"/>
                  </a:lnTo>
                  <a:lnTo>
                    <a:pt x="50477" y="0"/>
                  </a:lnTo>
                  <a:lnTo>
                    <a:pt x="0" y="0"/>
                  </a:lnTo>
                  <a:lnTo>
                    <a:pt x="0" y="64010"/>
                  </a:lnTo>
                  <a:close/>
                </a:path>
              </a:pathLst>
            </a:custGeom>
            <a:ln w="93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8899184" y="5200267"/>
              <a:ext cx="50165" cy="64135"/>
            </a:xfrm>
            <a:custGeom>
              <a:avLst/>
              <a:gdLst/>
              <a:ahLst/>
              <a:cxnLst/>
              <a:rect l="l" t="t" r="r" b="b"/>
              <a:pathLst>
                <a:path w="50165" h="64135">
                  <a:moveTo>
                    <a:pt x="50158" y="0"/>
                  </a:moveTo>
                  <a:lnTo>
                    <a:pt x="0" y="0"/>
                  </a:lnTo>
                  <a:lnTo>
                    <a:pt x="0" y="64010"/>
                  </a:lnTo>
                  <a:lnTo>
                    <a:pt x="50158" y="64010"/>
                  </a:lnTo>
                  <a:lnTo>
                    <a:pt x="5015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8899184" y="5200267"/>
              <a:ext cx="50165" cy="64135"/>
            </a:xfrm>
            <a:custGeom>
              <a:avLst/>
              <a:gdLst/>
              <a:ahLst/>
              <a:cxnLst/>
              <a:rect l="l" t="t" r="r" b="b"/>
              <a:pathLst>
                <a:path w="50165" h="64135">
                  <a:moveTo>
                    <a:pt x="0" y="64010"/>
                  </a:moveTo>
                  <a:lnTo>
                    <a:pt x="50158" y="64010"/>
                  </a:lnTo>
                  <a:lnTo>
                    <a:pt x="50158" y="0"/>
                  </a:lnTo>
                  <a:lnTo>
                    <a:pt x="0" y="0"/>
                  </a:lnTo>
                  <a:lnTo>
                    <a:pt x="0" y="64010"/>
                  </a:lnTo>
                  <a:close/>
                </a:path>
              </a:pathLst>
            </a:custGeom>
            <a:ln w="93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8825062" y="5300531"/>
              <a:ext cx="50800" cy="65405"/>
            </a:xfrm>
            <a:custGeom>
              <a:avLst/>
              <a:gdLst/>
              <a:ahLst/>
              <a:cxnLst/>
              <a:rect l="l" t="t" r="r" b="b"/>
              <a:pathLst>
                <a:path w="50800" h="65404">
                  <a:moveTo>
                    <a:pt x="50477" y="0"/>
                  </a:moveTo>
                  <a:lnTo>
                    <a:pt x="0" y="0"/>
                  </a:lnTo>
                  <a:lnTo>
                    <a:pt x="0" y="65190"/>
                  </a:lnTo>
                  <a:lnTo>
                    <a:pt x="50477" y="65190"/>
                  </a:lnTo>
                  <a:lnTo>
                    <a:pt x="5047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8825062" y="5300531"/>
              <a:ext cx="50800" cy="65405"/>
            </a:xfrm>
            <a:custGeom>
              <a:avLst/>
              <a:gdLst/>
              <a:ahLst/>
              <a:cxnLst/>
              <a:rect l="l" t="t" r="r" b="b"/>
              <a:pathLst>
                <a:path w="50800" h="65404">
                  <a:moveTo>
                    <a:pt x="0" y="65190"/>
                  </a:moveTo>
                  <a:lnTo>
                    <a:pt x="50477" y="65190"/>
                  </a:lnTo>
                  <a:lnTo>
                    <a:pt x="50477" y="0"/>
                  </a:lnTo>
                  <a:lnTo>
                    <a:pt x="0" y="0"/>
                  </a:lnTo>
                  <a:lnTo>
                    <a:pt x="0" y="65190"/>
                  </a:lnTo>
                  <a:close/>
                </a:path>
              </a:pathLst>
            </a:custGeom>
            <a:ln w="93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8899184" y="5300531"/>
              <a:ext cx="50165" cy="65405"/>
            </a:xfrm>
            <a:custGeom>
              <a:avLst/>
              <a:gdLst/>
              <a:ahLst/>
              <a:cxnLst/>
              <a:rect l="l" t="t" r="r" b="b"/>
              <a:pathLst>
                <a:path w="50165" h="65404">
                  <a:moveTo>
                    <a:pt x="50158" y="0"/>
                  </a:moveTo>
                  <a:lnTo>
                    <a:pt x="0" y="0"/>
                  </a:lnTo>
                  <a:lnTo>
                    <a:pt x="0" y="65190"/>
                  </a:lnTo>
                  <a:lnTo>
                    <a:pt x="50158" y="65190"/>
                  </a:lnTo>
                  <a:lnTo>
                    <a:pt x="5015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8899184" y="5300531"/>
              <a:ext cx="50165" cy="65405"/>
            </a:xfrm>
            <a:custGeom>
              <a:avLst/>
              <a:gdLst/>
              <a:ahLst/>
              <a:cxnLst/>
              <a:rect l="l" t="t" r="r" b="b"/>
              <a:pathLst>
                <a:path w="50165" h="65404">
                  <a:moveTo>
                    <a:pt x="0" y="65190"/>
                  </a:moveTo>
                  <a:lnTo>
                    <a:pt x="50158" y="65190"/>
                  </a:lnTo>
                  <a:lnTo>
                    <a:pt x="50158" y="0"/>
                  </a:lnTo>
                  <a:lnTo>
                    <a:pt x="0" y="0"/>
                  </a:lnTo>
                  <a:lnTo>
                    <a:pt x="0" y="65190"/>
                  </a:lnTo>
                  <a:close/>
                </a:path>
              </a:pathLst>
            </a:custGeom>
            <a:ln w="93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8972914" y="5200267"/>
              <a:ext cx="50800" cy="64135"/>
            </a:xfrm>
            <a:custGeom>
              <a:avLst/>
              <a:gdLst/>
              <a:ahLst/>
              <a:cxnLst/>
              <a:rect l="l" t="t" r="r" b="b"/>
              <a:pathLst>
                <a:path w="50800" h="64135">
                  <a:moveTo>
                    <a:pt x="50477" y="0"/>
                  </a:moveTo>
                  <a:lnTo>
                    <a:pt x="0" y="0"/>
                  </a:lnTo>
                  <a:lnTo>
                    <a:pt x="0" y="64010"/>
                  </a:lnTo>
                  <a:lnTo>
                    <a:pt x="50477" y="64010"/>
                  </a:lnTo>
                  <a:lnTo>
                    <a:pt x="5047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8972914" y="5200267"/>
              <a:ext cx="50800" cy="64135"/>
            </a:xfrm>
            <a:custGeom>
              <a:avLst/>
              <a:gdLst/>
              <a:ahLst/>
              <a:cxnLst/>
              <a:rect l="l" t="t" r="r" b="b"/>
              <a:pathLst>
                <a:path w="50800" h="64135">
                  <a:moveTo>
                    <a:pt x="0" y="64010"/>
                  </a:moveTo>
                  <a:lnTo>
                    <a:pt x="50477" y="64010"/>
                  </a:lnTo>
                  <a:lnTo>
                    <a:pt x="50477" y="0"/>
                  </a:lnTo>
                  <a:lnTo>
                    <a:pt x="0" y="0"/>
                  </a:lnTo>
                  <a:lnTo>
                    <a:pt x="0" y="64010"/>
                  </a:lnTo>
                  <a:close/>
                </a:path>
              </a:pathLst>
            </a:custGeom>
            <a:ln w="93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8972914" y="5300531"/>
              <a:ext cx="50800" cy="65405"/>
            </a:xfrm>
            <a:custGeom>
              <a:avLst/>
              <a:gdLst/>
              <a:ahLst/>
              <a:cxnLst/>
              <a:rect l="l" t="t" r="r" b="b"/>
              <a:pathLst>
                <a:path w="50800" h="65404">
                  <a:moveTo>
                    <a:pt x="50477" y="0"/>
                  </a:moveTo>
                  <a:lnTo>
                    <a:pt x="0" y="0"/>
                  </a:lnTo>
                  <a:lnTo>
                    <a:pt x="0" y="65190"/>
                  </a:lnTo>
                  <a:lnTo>
                    <a:pt x="50477" y="65190"/>
                  </a:lnTo>
                  <a:lnTo>
                    <a:pt x="5047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8972914" y="5300531"/>
              <a:ext cx="50800" cy="65405"/>
            </a:xfrm>
            <a:custGeom>
              <a:avLst/>
              <a:gdLst/>
              <a:ahLst/>
              <a:cxnLst/>
              <a:rect l="l" t="t" r="r" b="b"/>
              <a:pathLst>
                <a:path w="50800" h="65404">
                  <a:moveTo>
                    <a:pt x="0" y="65190"/>
                  </a:moveTo>
                  <a:lnTo>
                    <a:pt x="50477" y="65190"/>
                  </a:lnTo>
                  <a:lnTo>
                    <a:pt x="50477" y="0"/>
                  </a:lnTo>
                  <a:lnTo>
                    <a:pt x="0" y="0"/>
                  </a:lnTo>
                  <a:lnTo>
                    <a:pt x="0" y="65190"/>
                  </a:lnTo>
                  <a:close/>
                </a:path>
              </a:pathLst>
            </a:custGeom>
            <a:ln w="93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9047036" y="5200267"/>
              <a:ext cx="50165" cy="64135"/>
            </a:xfrm>
            <a:custGeom>
              <a:avLst/>
              <a:gdLst/>
              <a:ahLst/>
              <a:cxnLst/>
              <a:rect l="l" t="t" r="r" b="b"/>
              <a:pathLst>
                <a:path w="50165" h="64135">
                  <a:moveTo>
                    <a:pt x="50158" y="0"/>
                  </a:moveTo>
                  <a:lnTo>
                    <a:pt x="0" y="0"/>
                  </a:lnTo>
                  <a:lnTo>
                    <a:pt x="0" y="64010"/>
                  </a:lnTo>
                  <a:lnTo>
                    <a:pt x="50158" y="64010"/>
                  </a:lnTo>
                  <a:lnTo>
                    <a:pt x="5015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9047036" y="5200267"/>
              <a:ext cx="50165" cy="64135"/>
            </a:xfrm>
            <a:custGeom>
              <a:avLst/>
              <a:gdLst/>
              <a:ahLst/>
              <a:cxnLst/>
              <a:rect l="l" t="t" r="r" b="b"/>
              <a:pathLst>
                <a:path w="50165" h="64135">
                  <a:moveTo>
                    <a:pt x="0" y="64010"/>
                  </a:moveTo>
                  <a:lnTo>
                    <a:pt x="50158" y="64010"/>
                  </a:lnTo>
                  <a:lnTo>
                    <a:pt x="50158" y="0"/>
                  </a:lnTo>
                  <a:lnTo>
                    <a:pt x="0" y="0"/>
                  </a:lnTo>
                  <a:lnTo>
                    <a:pt x="0" y="64010"/>
                  </a:lnTo>
                  <a:close/>
                </a:path>
              </a:pathLst>
            </a:custGeom>
            <a:ln w="93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9047036" y="5300531"/>
              <a:ext cx="50165" cy="65405"/>
            </a:xfrm>
            <a:custGeom>
              <a:avLst/>
              <a:gdLst/>
              <a:ahLst/>
              <a:cxnLst/>
              <a:rect l="l" t="t" r="r" b="b"/>
              <a:pathLst>
                <a:path w="50165" h="65404">
                  <a:moveTo>
                    <a:pt x="50158" y="0"/>
                  </a:moveTo>
                  <a:lnTo>
                    <a:pt x="0" y="0"/>
                  </a:lnTo>
                  <a:lnTo>
                    <a:pt x="0" y="65190"/>
                  </a:lnTo>
                  <a:lnTo>
                    <a:pt x="50158" y="65190"/>
                  </a:lnTo>
                  <a:lnTo>
                    <a:pt x="5015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9047036" y="5300531"/>
              <a:ext cx="50165" cy="65405"/>
            </a:xfrm>
            <a:custGeom>
              <a:avLst/>
              <a:gdLst/>
              <a:ahLst/>
              <a:cxnLst/>
              <a:rect l="l" t="t" r="r" b="b"/>
              <a:pathLst>
                <a:path w="50165" h="65404">
                  <a:moveTo>
                    <a:pt x="0" y="65190"/>
                  </a:moveTo>
                  <a:lnTo>
                    <a:pt x="50158" y="65190"/>
                  </a:lnTo>
                  <a:lnTo>
                    <a:pt x="50158" y="0"/>
                  </a:lnTo>
                  <a:lnTo>
                    <a:pt x="0" y="0"/>
                  </a:lnTo>
                  <a:lnTo>
                    <a:pt x="0" y="65190"/>
                  </a:lnTo>
                  <a:close/>
                </a:path>
              </a:pathLst>
            </a:custGeom>
            <a:ln w="93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8825062" y="4999948"/>
              <a:ext cx="50800" cy="65405"/>
            </a:xfrm>
            <a:custGeom>
              <a:avLst/>
              <a:gdLst/>
              <a:ahLst/>
              <a:cxnLst/>
              <a:rect l="l" t="t" r="r" b="b"/>
              <a:pathLst>
                <a:path w="50800" h="65404">
                  <a:moveTo>
                    <a:pt x="50477" y="0"/>
                  </a:moveTo>
                  <a:lnTo>
                    <a:pt x="0" y="0"/>
                  </a:lnTo>
                  <a:lnTo>
                    <a:pt x="0" y="65190"/>
                  </a:lnTo>
                  <a:lnTo>
                    <a:pt x="50477" y="65190"/>
                  </a:lnTo>
                  <a:lnTo>
                    <a:pt x="5047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8825062" y="4999948"/>
              <a:ext cx="50800" cy="65405"/>
            </a:xfrm>
            <a:custGeom>
              <a:avLst/>
              <a:gdLst/>
              <a:ahLst/>
              <a:cxnLst/>
              <a:rect l="l" t="t" r="r" b="b"/>
              <a:pathLst>
                <a:path w="50800" h="65404">
                  <a:moveTo>
                    <a:pt x="0" y="65190"/>
                  </a:moveTo>
                  <a:lnTo>
                    <a:pt x="50477" y="65190"/>
                  </a:lnTo>
                  <a:lnTo>
                    <a:pt x="50477" y="0"/>
                  </a:lnTo>
                  <a:lnTo>
                    <a:pt x="0" y="0"/>
                  </a:lnTo>
                  <a:lnTo>
                    <a:pt x="0" y="65190"/>
                  </a:lnTo>
                  <a:close/>
                </a:path>
              </a:pathLst>
            </a:custGeom>
            <a:ln w="93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8899184" y="4999948"/>
              <a:ext cx="50165" cy="65405"/>
            </a:xfrm>
            <a:custGeom>
              <a:avLst/>
              <a:gdLst/>
              <a:ahLst/>
              <a:cxnLst/>
              <a:rect l="l" t="t" r="r" b="b"/>
              <a:pathLst>
                <a:path w="50165" h="65404">
                  <a:moveTo>
                    <a:pt x="50158" y="0"/>
                  </a:moveTo>
                  <a:lnTo>
                    <a:pt x="0" y="0"/>
                  </a:lnTo>
                  <a:lnTo>
                    <a:pt x="0" y="65190"/>
                  </a:lnTo>
                  <a:lnTo>
                    <a:pt x="50158" y="65190"/>
                  </a:lnTo>
                  <a:lnTo>
                    <a:pt x="5015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8899184" y="4999948"/>
              <a:ext cx="50165" cy="65405"/>
            </a:xfrm>
            <a:custGeom>
              <a:avLst/>
              <a:gdLst/>
              <a:ahLst/>
              <a:cxnLst/>
              <a:rect l="l" t="t" r="r" b="b"/>
              <a:pathLst>
                <a:path w="50165" h="65404">
                  <a:moveTo>
                    <a:pt x="0" y="65190"/>
                  </a:moveTo>
                  <a:lnTo>
                    <a:pt x="50158" y="65190"/>
                  </a:lnTo>
                  <a:lnTo>
                    <a:pt x="50158" y="0"/>
                  </a:lnTo>
                  <a:lnTo>
                    <a:pt x="0" y="0"/>
                  </a:lnTo>
                  <a:lnTo>
                    <a:pt x="0" y="65190"/>
                  </a:lnTo>
                  <a:close/>
                </a:path>
              </a:pathLst>
            </a:custGeom>
            <a:ln w="93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8825062" y="5099887"/>
              <a:ext cx="50800" cy="66040"/>
            </a:xfrm>
            <a:custGeom>
              <a:avLst/>
              <a:gdLst/>
              <a:ahLst/>
              <a:cxnLst/>
              <a:rect l="l" t="t" r="r" b="b"/>
              <a:pathLst>
                <a:path w="50800" h="66039">
                  <a:moveTo>
                    <a:pt x="50477" y="0"/>
                  </a:moveTo>
                  <a:lnTo>
                    <a:pt x="0" y="0"/>
                  </a:lnTo>
                  <a:lnTo>
                    <a:pt x="0" y="65485"/>
                  </a:lnTo>
                  <a:lnTo>
                    <a:pt x="50477" y="65485"/>
                  </a:lnTo>
                  <a:lnTo>
                    <a:pt x="5047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8825062" y="5099887"/>
              <a:ext cx="50800" cy="66040"/>
            </a:xfrm>
            <a:custGeom>
              <a:avLst/>
              <a:gdLst/>
              <a:ahLst/>
              <a:cxnLst/>
              <a:rect l="l" t="t" r="r" b="b"/>
              <a:pathLst>
                <a:path w="50800" h="66039">
                  <a:moveTo>
                    <a:pt x="0" y="65485"/>
                  </a:moveTo>
                  <a:lnTo>
                    <a:pt x="50477" y="65485"/>
                  </a:lnTo>
                  <a:lnTo>
                    <a:pt x="50477" y="0"/>
                  </a:lnTo>
                  <a:lnTo>
                    <a:pt x="0" y="0"/>
                  </a:lnTo>
                  <a:lnTo>
                    <a:pt x="0" y="65485"/>
                  </a:lnTo>
                  <a:close/>
                </a:path>
              </a:pathLst>
            </a:custGeom>
            <a:ln w="93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8899184" y="5099887"/>
              <a:ext cx="50165" cy="66040"/>
            </a:xfrm>
            <a:custGeom>
              <a:avLst/>
              <a:gdLst/>
              <a:ahLst/>
              <a:cxnLst/>
              <a:rect l="l" t="t" r="r" b="b"/>
              <a:pathLst>
                <a:path w="50165" h="66039">
                  <a:moveTo>
                    <a:pt x="50158" y="0"/>
                  </a:moveTo>
                  <a:lnTo>
                    <a:pt x="0" y="0"/>
                  </a:lnTo>
                  <a:lnTo>
                    <a:pt x="0" y="65485"/>
                  </a:lnTo>
                  <a:lnTo>
                    <a:pt x="50158" y="65485"/>
                  </a:lnTo>
                  <a:lnTo>
                    <a:pt x="5015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8899184" y="5099887"/>
              <a:ext cx="50165" cy="66040"/>
            </a:xfrm>
            <a:custGeom>
              <a:avLst/>
              <a:gdLst/>
              <a:ahLst/>
              <a:cxnLst/>
              <a:rect l="l" t="t" r="r" b="b"/>
              <a:pathLst>
                <a:path w="50165" h="66039">
                  <a:moveTo>
                    <a:pt x="0" y="65485"/>
                  </a:moveTo>
                  <a:lnTo>
                    <a:pt x="50158" y="65485"/>
                  </a:lnTo>
                  <a:lnTo>
                    <a:pt x="50158" y="0"/>
                  </a:lnTo>
                  <a:lnTo>
                    <a:pt x="0" y="0"/>
                  </a:lnTo>
                  <a:lnTo>
                    <a:pt x="0" y="65485"/>
                  </a:lnTo>
                  <a:close/>
                </a:path>
              </a:pathLst>
            </a:custGeom>
            <a:ln w="93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8972914" y="4999948"/>
              <a:ext cx="50800" cy="65405"/>
            </a:xfrm>
            <a:custGeom>
              <a:avLst/>
              <a:gdLst/>
              <a:ahLst/>
              <a:cxnLst/>
              <a:rect l="l" t="t" r="r" b="b"/>
              <a:pathLst>
                <a:path w="50800" h="65404">
                  <a:moveTo>
                    <a:pt x="50477" y="0"/>
                  </a:moveTo>
                  <a:lnTo>
                    <a:pt x="0" y="0"/>
                  </a:lnTo>
                  <a:lnTo>
                    <a:pt x="0" y="65190"/>
                  </a:lnTo>
                  <a:lnTo>
                    <a:pt x="50477" y="65190"/>
                  </a:lnTo>
                  <a:lnTo>
                    <a:pt x="5047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8972914" y="4999948"/>
              <a:ext cx="50800" cy="65405"/>
            </a:xfrm>
            <a:custGeom>
              <a:avLst/>
              <a:gdLst/>
              <a:ahLst/>
              <a:cxnLst/>
              <a:rect l="l" t="t" r="r" b="b"/>
              <a:pathLst>
                <a:path w="50800" h="65404">
                  <a:moveTo>
                    <a:pt x="0" y="65190"/>
                  </a:moveTo>
                  <a:lnTo>
                    <a:pt x="50477" y="65190"/>
                  </a:lnTo>
                  <a:lnTo>
                    <a:pt x="50477" y="0"/>
                  </a:lnTo>
                  <a:lnTo>
                    <a:pt x="0" y="0"/>
                  </a:lnTo>
                  <a:lnTo>
                    <a:pt x="0" y="65190"/>
                  </a:lnTo>
                  <a:close/>
                </a:path>
              </a:pathLst>
            </a:custGeom>
            <a:ln w="93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8972914" y="5099887"/>
              <a:ext cx="50800" cy="66040"/>
            </a:xfrm>
            <a:custGeom>
              <a:avLst/>
              <a:gdLst/>
              <a:ahLst/>
              <a:cxnLst/>
              <a:rect l="l" t="t" r="r" b="b"/>
              <a:pathLst>
                <a:path w="50800" h="66039">
                  <a:moveTo>
                    <a:pt x="50477" y="0"/>
                  </a:moveTo>
                  <a:lnTo>
                    <a:pt x="0" y="0"/>
                  </a:lnTo>
                  <a:lnTo>
                    <a:pt x="0" y="65485"/>
                  </a:lnTo>
                  <a:lnTo>
                    <a:pt x="50477" y="65485"/>
                  </a:lnTo>
                  <a:lnTo>
                    <a:pt x="5047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8972914" y="5099887"/>
              <a:ext cx="50800" cy="66040"/>
            </a:xfrm>
            <a:custGeom>
              <a:avLst/>
              <a:gdLst/>
              <a:ahLst/>
              <a:cxnLst/>
              <a:rect l="l" t="t" r="r" b="b"/>
              <a:pathLst>
                <a:path w="50800" h="66039">
                  <a:moveTo>
                    <a:pt x="0" y="65485"/>
                  </a:moveTo>
                  <a:lnTo>
                    <a:pt x="50477" y="65485"/>
                  </a:lnTo>
                  <a:lnTo>
                    <a:pt x="50477" y="0"/>
                  </a:lnTo>
                  <a:lnTo>
                    <a:pt x="0" y="0"/>
                  </a:lnTo>
                  <a:lnTo>
                    <a:pt x="0" y="65485"/>
                  </a:lnTo>
                  <a:close/>
                </a:path>
              </a:pathLst>
            </a:custGeom>
            <a:ln w="93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9047036" y="4999948"/>
              <a:ext cx="50165" cy="65405"/>
            </a:xfrm>
            <a:custGeom>
              <a:avLst/>
              <a:gdLst/>
              <a:ahLst/>
              <a:cxnLst/>
              <a:rect l="l" t="t" r="r" b="b"/>
              <a:pathLst>
                <a:path w="50165" h="65404">
                  <a:moveTo>
                    <a:pt x="50158" y="0"/>
                  </a:moveTo>
                  <a:lnTo>
                    <a:pt x="0" y="0"/>
                  </a:lnTo>
                  <a:lnTo>
                    <a:pt x="0" y="65190"/>
                  </a:lnTo>
                  <a:lnTo>
                    <a:pt x="50158" y="65190"/>
                  </a:lnTo>
                  <a:lnTo>
                    <a:pt x="5015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9047036" y="4999948"/>
              <a:ext cx="50165" cy="65405"/>
            </a:xfrm>
            <a:custGeom>
              <a:avLst/>
              <a:gdLst/>
              <a:ahLst/>
              <a:cxnLst/>
              <a:rect l="l" t="t" r="r" b="b"/>
              <a:pathLst>
                <a:path w="50165" h="65404">
                  <a:moveTo>
                    <a:pt x="0" y="65190"/>
                  </a:moveTo>
                  <a:lnTo>
                    <a:pt x="50158" y="65190"/>
                  </a:lnTo>
                  <a:lnTo>
                    <a:pt x="50158" y="0"/>
                  </a:lnTo>
                  <a:lnTo>
                    <a:pt x="0" y="0"/>
                  </a:lnTo>
                  <a:lnTo>
                    <a:pt x="0" y="65190"/>
                  </a:lnTo>
                  <a:close/>
                </a:path>
              </a:pathLst>
            </a:custGeom>
            <a:ln w="93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9047036" y="5099887"/>
              <a:ext cx="50165" cy="66040"/>
            </a:xfrm>
            <a:custGeom>
              <a:avLst/>
              <a:gdLst/>
              <a:ahLst/>
              <a:cxnLst/>
              <a:rect l="l" t="t" r="r" b="b"/>
              <a:pathLst>
                <a:path w="50165" h="66039">
                  <a:moveTo>
                    <a:pt x="50158" y="0"/>
                  </a:moveTo>
                  <a:lnTo>
                    <a:pt x="0" y="0"/>
                  </a:lnTo>
                  <a:lnTo>
                    <a:pt x="0" y="65485"/>
                  </a:lnTo>
                  <a:lnTo>
                    <a:pt x="50158" y="65485"/>
                  </a:lnTo>
                  <a:lnTo>
                    <a:pt x="5015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9047036" y="5099887"/>
              <a:ext cx="50165" cy="66040"/>
            </a:xfrm>
            <a:custGeom>
              <a:avLst/>
              <a:gdLst/>
              <a:ahLst/>
              <a:cxnLst/>
              <a:rect l="l" t="t" r="r" b="b"/>
              <a:pathLst>
                <a:path w="50165" h="66039">
                  <a:moveTo>
                    <a:pt x="0" y="65485"/>
                  </a:moveTo>
                  <a:lnTo>
                    <a:pt x="50158" y="65485"/>
                  </a:lnTo>
                  <a:lnTo>
                    <a:pt x="50158" y="0"/>
                  </a:lnTo>
                  <a:lnTo>
                    <a:pt x="0" y="0"/>
                  </a:lnTo>
                  <a:lnTo>
                    <a:pt x="0" y="65485"/>
                  </a:lnTo>
                  <a:close/>
                </a:path>
              </a:pathLst>
            </a:custGeom>
            <a:ln w="93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8825062" y="4898209"/>
              <a:ext cx="50800" cy="66040"/>
            </a:xfrm>
            <a:custGeom>
              <a:avLst/>
              <a:gdLst/>
              <a:ahLst/>
              <a:cxnLst/>
              <a:rect l="l" t="t" r="r" b="b"/>
              <a:pathLst>
                <a:path w="50800" h="66039">
                  <a:moveTo>
                    <a:pt x="50477" y="0"/>
                  </a:moveTo>
                  <a:lnTo>
                    <a:pt x="0" y="0"/>
                  </a:lnTo>
                  <a:lnTo>
                    <a:pt x="0" y="65485"/>
                  </a:lnTo>
                  <a:lnTo>
                    <a:pt x="50477" y="65485"/>
                  </a:lnTo>
                  <a:lnTo>
                    <a:pt x="5047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8825062" y="4898209"/>
              <a:ext cx="50800" cy="66040"/>
            </a:xfrm>
            <a:custGeom>
              <a:avLst/>
              <a:gdLst/>
              <a:ahLst/>
              <a:cxnLst/>
              <a:rect l="l" t="t" r="r" b="b"/>
              <a:pathLst>
                <a:path w="50800" h="66039">
                  <a:moveTo>
                    <a:pt x="0" y="65485"/>
                  </a:moveTo>
                  <a:lnTo>
                    <a:pt x="50477" y="65485"/>
                  </a:lnTo>
                  <a:lnTo>
                    <a:pt x="50477" y="0"/>
                  </a:lnTo>
                  <a:lnTo>
                    <a:pt x="0" y="0"/>
                  </a:lnTo>
                  <a:lnTo>
                    <a:pt x="0" y="65485"/>
                  </a:lnTo>
                  <a:close/>
                </a:path>
              </a:pathLst>
            </a:custGeom>
            <a:ln w="93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8899184" y="4898209"/>
              <a:ext cx="50165" cy="66040"/>
            </a:xfrm>
            <a:custGeom>
              <a:avLst/>
              <a:gdLst/>
              <a:ahLst/>
              <a:cxnLst/>
              <a:rect l="l" t="t" r="r" b="b"/>
              <a:pathLst>
                <a:path w="50165" h="66039">
                  <a:moveTo>
                    <a:pt x="50158" y="0"/>
                  </a:moveTo>
                  <a:lnTo>
                    <a:pt x="0" y="0"/>
                  </a:lnTo>
                  <a:lnTo>
                    <a:pt x="0" y="65485"/>
                  </a:lnTo>
                  <a:lnTo>
                    <a:pt x="50158" y="65485"/>
                  </a:lnTo>
                  <a:lnTo>
                    <a:pt x="5015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8899184" y="4898209"/>
              <a:ext cx="50165" cy="66040"/>
            </a:xfrm>
            <a:custGeom>
              <a:avLst/>
              <a:gdLst/>
              <a:ahLst/>
              <a:cxnLst/>
              <a:rect l="l" t="t" r="r" b="b"/>
              <a:pathLst>
                <a:path w="50165" h="66039">
                  <a:moveTo>
                    <a:pt x="0" y="65485"/>
                  </a:moveTo>
                  <a:lnTo>
                    <a:pt x="50158" y="65485"/>
                  </a:lnTo>
                  <a:lnTo>
                    <a:pt x="50158" y="0"/>
                  </a:lnTo>
                  <a:lnTo>
                    <a:pt x="0" y="0"/>
                  </a:lnTo>
                  <a:lnTo>
                    <a:pt x="0" y="65485"/>
                  </a:lnTo>
                  <a:close/>
                </a:path>
              </a:pathLst>
            </a:custGeom>
            <a:ln w="93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8972914" y="4898209"/>
              <a:ext cx="50800" cy="66040"/>
            </a:xfrm>
            <a:custGeom>
              <a:avLst/>
              <a:gdLst/>
              <a:ahLst/>
              <a:cxnLst/>
              <a:rect l="l" t="t" r="r" b="b"/>
              <a:pathLst>
                <a:path w="50800" h="66039">
                  <a:moveTo>
                    <a:pt x="50477" y="0"/>
                  </a:moveTo>
                  <a:lnTo>
                    <a:pt x="0" y="0"/>
                  </a:lnTo>
                  <a:lnTo>
                    <a:pt x="0" y="65485"/>
                  </a:lnTo>
                  <a:lnTo>
                    <a:pt x="50477" y="65485"/>
                  </a:lnTo>
                  <a:lnTo>
                    <a:pt x="5047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8972914" y="4898209"/>
              <a:ext cx="50800" cy="66040"/>
            </a:xfrm>
            <a:custGeom>
              <a:avLst/>
              <a:gdLst/>
              <a:ahLst/>
              <a:cxnLst/>
              <a:rect l="l" t="t" r="r" b="b"/>
              <a:pathLst>
                <a:path w="50800" h="66039">
                  <a:moveTo>
                    <a:pt x="0" y="65485"/>
                  </a:moveTo>
                  <a:lnTo>
                    <a:pt x="50477" y="65485"/>
                  </a:lnTo>
                  <a:lnTo>
                    <a:pt x="50477" y="0"/>
                  </a:lnTo>
                  <a:lnTo>
                    <a:pt x="0" y="0"/>
                  </a:lnTo>
                  <a:lnTo>
                    <a:pt x="0" y="65485"/>
                  </a:lnTo>
                  <a:close/>
                </a:path>
              </a:pathLst>
            </a:custGeom>
            <a:ln w="93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9047036" y="4898209"/>
              <a:ext cx="50165" cy="66040"/>
            </a:xfrm>
            <a:custGeom>
              <a:avLst/>
              <a:gdLst/>
              <a:ahLst/>
              <a:cxnLst/>
              <a:rect l="l" t="t" r="r" b="b"/>
              <a:pathLst>
                <a:path w="50165" h="66039">
                  <a:moveTo>
                    <a:pt x="50158" y="0"/>
                  </a:moveTo>
                  <a:lnTo>
                    <a:pt x="0" y="0"/>
                  </a:lnTo>
                  <a:lnTo>
                    <a:pt x="0" y="65485"/>
                  </a:lnTo>
                  <a:lnTo>
                    <a:pt x="50158" y="65485"/>
                  </a:lnTo>
                  <a:lnTo>
                    <a:pt x="5015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9047036" y="4898209"/>
              <a:ext cx="50165" cy="66040"/>
            </a:xfrm>
            <a:custGeom>
              <a:avLst/>
              <a:gdLst/>
              <a:ahLst/>
              <a:cxnLst/>
              <a:rect l="l" t="t" r="r" b="b"/>
              <a:pathLst>
                <a:path w="50165" h="66039">
                  <a:moveTo>
                    <a:pt x="0" y="65485"/>
                  </a:moveTo>
                  <a:lnTo>
                    <a:pt x="50158" y="65485"/>
                  </a:lnTo>
                  <a:lnTo>
                    <a:pt x="50158" y="0"/>
                  </a:lnTo>
                  <a:lnTo>
                    <a:pt x="0" y="0"/>
                  </a:lnTo>
                  <a:lnTo>
                    <a:pt x="0" y="65485"/>
                  </a:lnTo>
                  <a:close/>
                </a:path>
              </a:pathLst>
            </a:custGeom>
            <a:ln w="93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3" name="object 163"/>
          <p:cNvSpPr txBox="1"/>
          <p:nvPr/>
        </p:nvSpPr>
        <p:spPr>
          <a:xfrm>
            <a:off x="4449883" y="1277634"/>
            <a:ext cx="1638300" cy="2870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00" b="1" spc="90" dirty="0">
                <a:latin typeface="Arial"/>
                <a:cs typeface="Arial"/>
              </a:rPr>
              <a:t>Domain</a:t>
            </a:r>
            <a:r>
              <a:rPr sz="1700" b="1" spc="60" dirty="0">
                <a:latin typeface="Arial"/>
                <a:cs typeface="Arial"/>
              </a:rPr>
              <a:t> Model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64" name="object 164"/>
          <p:cNvGrpSpPr/>
          <p:nvPr/>
        </p:nvGrpSpPr>
        <p:grpSpPr>
          <a:xfrm>
            <a:off x="1267169" y="1197885"/>
            <a:ext cx="7044055" cy="5642610"/>
            <a:chOff x="1267169" y="1197885"/>
            <a:chExt cx="7044055" cy="5642610"/>
          </a:xfrm>
        </p:grpSpPr>
        <p:sp>
          <p:nvSpPr>
            <p:cNvPr id="165" name="object 165"/>
            <p:cNvSpPr/>
            <p:nvPr/>
          </p:nvSpPr>
          <p:spPr>
            <a:xfrm>
              <a:off x="5795475" y="4747143"/>
              <a:ext cx="2502535" cy="2078355"/>
            </a:xfrm>
            <a:custGeom>
              <a:avLst/>
              <a:gdLst/>
              <a:ahLst/>
              <a:cxnLst/>
              <a:rect l="l" t="t" r="r" b="b"/>
              <a:pathLst>
                <a:path w="2502534" h="2078354">
                  <a:moveTo>
                    <a:pt x="2502480" y="0"/>
                  </a:moveTo>
                  <a:lnTo>
                    <a:pt x="2225503" y="149566"/>
                  </a:lnTo>
                  <a:lnTo>
                    <a:pt x="1901120" y="424154"/>
                  </a:lnTo>
                  <a:lnTo>
                    <a:pt x="1290593" y="724496"/>
                  </a:lnTo>
                  <a:lnTo>
                    <a:pt x="1093893" y="895826"/>
                  </a:lnTo>
                  <a:lnTo>
                    <a:pt x="901778" y="1068704"/>
                  </a:lnTo>
                  <a:lnTo>
                    <a:pt x="757069" y="1292292"/>
                  </a:lnTo>
                  <a:lnTo>
                    <a:pt x="448531" y="1484032"/>
                  </a:lnTo>
                  <a:lnTo>
                    <a:pt x="324252" y="1684320"/>
                  </a:lnTo>
                  <a:lnTo>
                    <a:pt x="96123" y="1812050"/>
                  </a:lnTo>
                  <a:lnTo>
                    <a:pt x="0" y="2077819"/>
                  </a:lnTo>
                  <a:lnTo>
                    <a:pt x="2502480" y="1004694"/>
                  </a:lnTo>
                  <a:lnTo>
                    <a:pt x="2502480" y="0"/>
                  </a:lnTo>
                  <a:close/>
                </a:path>
              </a:pathLst>
            </a:custGeom>
            <a:solidFill>
              <a:srgbClr val="DDDDDD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5795475" y="4747143"/>
              <a:ext cx="2502535" cy="2078355"/>
            </a:xfrm>
            <a:custGeom>
              <a:avLst/>
              <a:gdLst/>
              <a:ahLst/>
              <a:cxnLst/>
              <a:rect l="l" t="t" r="r" b="b"/>
              <a:pathLst>
                <a:path w="2502534" h="2078354">
                  <a:moveTo>
                    <a:pt x="0" y="2077819"/>
                  </a:moveTo>
                  <a:lnTo>
                    <a:pt x="96123" y="1812050"/>
                  </a:lnTo>
                  <a:lnTo>
                    <a:pt x="324252" y="1684320"/>
                  </a:lnTo>
                  <a:lnTo>
                    <a:pt x="448531" y="1484032"/>
                  </a:lnTo>
                  <a:lnTo>
                    <a:pt x="757069" y="1292292"/>
                  </a:lnTo>
                  <a:lnTo>
                    <a:pt x="901778" y="1068704"/>
                  </a:lnTo>
                  <a:lnTo>
                    <a:pt x="1093893" y="895826"/>
                  </a:lnTo>
                  <a:lnTo>
                    <a:pt x="1290593" y="724496"/>
                  </a:lnTo>
                  <a:lnTo>
                    <a:pt x="1901120" y="424154"/>
                  </a:lnTo>
                  <a:lnTo>
                    <a:pt x="2225503" y="149566"/>
                  </a:lnTo>
                  <a:lnTo>
                    <a:pt x="2502480" y="0"/>
                  </a:lnTo>
                  <a:lnTo>
                    <a:pt x="2502480" y="1004694"/>
                  </a:lnTo>
                  <a:lnTo>
                    <a:pt x="0" y="2077819"/>
                  </a:lnTo>
                  <a:close/>
                </a:path>
              </a:pathLst>
            </a:custGeom>
            <a:ln w="3175">
              <a:solidFill>
                <a:srgbClr val="DDDD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5795475" y="4747143"/>
              <a:ext cx="2502535" cy="2078355"/>
            </a:xfrm>
            <a:custGeom>
              <a:avLst/>
              <a:gdLst/>
              <a:ahLst/>
              <a:cxnLst/>
              <a:rect l="l" t="t" r="r" b="b"/>
              <a:pathLst>
                <a:path w="2502534" h="2078354">
                  <a:moveTo>
                    <a:pt x="2502480" y="0"/>
                  </a:moveTo>
                  <a:lnTo>
                    <a:pt x="2502480" y="1004694"/>
                  </a:lnTo>
                  <a:lnTo>
                    <a:pt x="0" y="2077819"/>
                  </a:lnTo>
                </a:path>
                <a:path w="2502534" h="2078354">
                  <a:moveTo>
                    <a:pt x="91277" y="1894644"/>
                  </a:moveTo>
                  <a:lnTo>
                    <a:pt x="2502480" y="872490"/>
                  </a:lnTo>
                </a:path>
                <a:path w="2502534" h="2078354">
                  <a:moveTo>
                    <a:pt x="374671" y="1633586"/>
                  </a:moveTo>
                  <a:lnTo>
                    <a:pt x="2502480" y="731871"/>
                  </a:lnTo>
                </a:path>
                <a:path w="2502534" h="2078354">
                  <a:moveTo>
                    <a:pt x="621658" y="1389637"/>
                  </a:moveTo>
                  <a:lnTo>
                    <a:pt x="2502480" y="589680"/>
                  </a:lnTo>
                </a:path>
                <a:path w="2502534" h="2078354">
                  <a:moveTo>
                    <a:pt x="864193" y="1145688"/>
                  </a:moveTo>
                  <a:lnTo>
                    <a:pt x="2502480" y="450150"/>
                  </a:lnTo>
                </a:path>
                <a:path w="2502534" h="2078354">
                  <a:moveTo>
                    <a:pt x="1100179" y="904701"/>
                  </a:moveTo>
                  <a:lnTo>
                    <a:pt x="2502480" y="310861"/>
                  </a:lnTo>
                </a:path>
                <a:path w="2502534" h="2078354">
                  <a:moveTo>
                    <a:pt x="1938836" y="399367"/>
                  </a:moveTo>
                  <a:lnTo>
                    <a:pt x="2502480" y="162866"/>
                  </a:lnTo>
                </a:path>
                <a:path w="2502534" h="2078354">
                  <a:moveTo>
                    <a:pt x="1079750" y="1478131"/>
                  </a:moveTo>
                  <a:lnTo>
                    <a:pt x="1079750" y="1615885"/>
                  </a:lnTo>
                </a:path>
                <a:path w="2502534" h="2078354">
                  <a:moveTo>
                    <a:pt x="604372" y="1675469"/>
                  </a:moveTo>
                  <a:lnTo>
                    <a:pt x="604372" y="1816475"/>
                  </a:lnTo>
                </a:path>
                <a:path w="2502534" h="2078354">
                  <a:moveTo>
                    <a:pt x="135410" y="1877233"/>
                  </a:moveTo>
                  <a:lnTo>
                    <a:pt x="135410" y="2018234"/>
                  </a:lnTo>
                </a:path>
                <a:path w="2502534" h="2078354">
                  <a:moveTo>
                    <a:pt x="1548842" y="1276368"/>
                  </a:moveTo>
                  <a:lnTo>
                    <a:pt x="1548842" y="1411461"/>
                  </a:lnTo>
                </a:path>
                <a:path w="2502534" h="2078354">
                  <a:moveTo>
                    <a:pt x="2019375" y="1076079"/>
                  </a:moveTo>
                  <a:lnTo>
                    <a:pt x="2019375" y="1212358"/>
                  </a:lnTo>
                </a:path>
                <a:path w="2502534" h="2078354">
                  <a:moveTo>
                    <a:pt x="843632" y="1432995"/>
                  </a:moveTo>
                  <a:lnTo>
                    <a:pt x="843632" y="1576951"/>
                  </a:lnTo>
                </a:path>
                <a:path w="2502534" h="2078354">
                  <a:moveTo>
                    <a:pt x="379516" y="1632111"/>
                  </a:moveTo>
                  <a:lnTo>
                    <a:pt x="379516" y="1774290"/>
                  </a:lnTo>
                </a:path>
                <a:path w="2502534" h="2078354">
                  <a:moveTo>
                    <a:pt x="1318749" y="1234182"/>
                  </a:moveTo>
                  <a:lnTo>
                    <a:pt x="1318749" y="1372238"/>
                  </a:lnTo>
                </a:path>
                <a:path w="2502534" h="2078354">
                  <a:moveTo>
                    <a:pt x="1787710" y="1035369"/>
                  </a:moveTo>
                  <a:lnTo>
                    <a:pt x="1787710" y="1170172"/>
                  </a:lnTo>
                </a:path>
                <a:path w="2502534" h="2078354">
                  <a:moveTo>
                    <a:pt x="2258374" y="835129"/>
                  </a:moveTo>
                  <a:lnTo>
                    <a:pt x="2258374" y="975784"/>
                  </a:lnTo>
                </a:path>
                <a:path w="2502534" h="2078354">
                  <a:moveTo>
                    <a:pt x="2019375" y="795833"/>
                  </a:moveTo>
                  <a:lnTo>
                    <a:pt x="2019375" y="939499"/>
                  </a:lnTo>
                </a:path>
                <a:path w="2502534" h="2078354">
                  <a:moveTo>
                    <a:pt x="1548842" y="994670"/>
                  </a:moveTo>
                  <a:lnTo>
                    <a:pt x="1548842" y="1136849"/>
                  </a:lnTo>
                </a:path>
                <a:path w="2502534" h="2078354">
                  <a:moveTo>
                    <a:pt x="1079750" y="1197909"/>
                  </a:moveTo>
                  <a:lnTo>
                    <a:pt x="1079750" y="1335953"/>
                  </a:lnTo>
                </a:path>
                <a:path w="2502534" h="2078354">
                  <a:moveTo>
                    <a:pt x="610789" y="1389637"/>
                  </a:moveTo>
                  <a:lnTo>
                    <a:pt x="610789" y="1530340"/>
                  </a:lnTo>
                </a:path>
                <a:path w="2502534" h="2078354">
                  <a:moveTo>
                    <a:pt x="1079750" y="914724"/>
                  </a:moveTo>
                  <a:lnTo>
                    <a:pt x="1079750" y="1054255"/>
                  </a:lnTo>
                </a:path>
                <a:path w="2502534" h="2078354">
                  <a:moveTo>
                    <a:pt x="1548842" y="714460"/>
                  </a:moveTo>
                  <a:lnTo>
                    <a:pt x="1548842" y="855200"/>
                  </a:lnTo>
                </a:path>
                <a:path w="2502534" h="2078354">
                  <a:moveTo>
                    <a:pt x="2019375" y="512660"/>
                  </a:moveTo>
                  <a:lnTo>
                    <a:pt x="2019375" y="656302"/>
                  </a:lnTo>
                </a:path>
                <a:path w="2502534" h="2078354">
                  <a:moveTo>
                    <a:pt x="1318749" y="714460"/>
                  </a:moveTo>
                  <a:lnTo>
                    <a:pt x="1318749" y="808770"/>
                  </a:lnTo>
                </a:path>
                <a:path w="2502534" h="2078354">
                  <a:moveTo>
                    <a:pt x="1787710" y="477838"/>
                  </a:moveTo>
                  <a:lnTo>
                    <a:pt x="1787710" y="611444"/>
                  </a:lnTo>
                </a:path>
                <a:path w="2502534" h="2078354">
                  <a:moveTo>
                    <a:pt x="2258374" y="268784"/>
                  </a:moveTo>
                  <a:lnTo>
                    <a:pt x="2258374" y="413876"/>
                  </a:lnTo>
                </a:path>
                <a:path w="2502534" h="2078354">
                  <a:moveTo>
                    <a:pt x="2019375" y="325370"/>
                  </a:moveTo>
                  <a:lnTo>
                    <a:pt x="2019375" y="361643"/>
                  </a:lnTo>
                </a:path>
                <a:path w="2502534" h="2078354">
                  <a:moveTo>
                    <a:pt x="1318749" y="951010"/>
                  </a:moveTo>
                  <a:lnTo>
                    <a:pt x="1318749" y="1094954"/>
                  </a:lnTo>
                </a:path>
                <a:path w="2502534" h="2078354">
                  <a:moveTo>
                    <a:pt x="843632" y="1152773"/>
                  </a:moveTo>
                  <a:lnTo>
                    <a:pt x="843632" y="1293767"/>
                  </a:lnTo>
                </a:path>
                <a:path w="2502534" h="2078354">
                  <a:moveTo>
                    <a:pt x="1787710" y="753635"/>
                  </a:moveTo>
                  <a:lnTo>
                    <a:pt x="1787710" y="894375"/>
                  </a:lnTo>
                </a:path>
                <a:path w="2502534" h="2078354">
                  <a:moveTo>
                    <a:pt x="2258374" y="554858"/>
                  </a:moveTo>
                  <a:lnTo>
                    <a:pt x="2258374" y="692575"/>
                  </a:lnTo>
                </a:path>
              </a:pathLst>
            </a:custGeom>
            <a:ln w="19662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5795475" y="4747143"/>
              <a:ext cx="2502535" cy="2078355"/>
            </a:xfrm>
            <a:custGeom>
              <a:avLst/>
              <a:gdLst/>
              <a:ahLst/>
              <a:cxnLst/>
              <a:rect l="l" t="t" r="r" b="b"/>
              <a:pathLst>
                <a:path w="2502534" h="2078354">
                  <a:moveTo>
                    <a:pt x="2502480" y="0"/>
                  </a:moveTo>
                  <a:lnTo>
                    <a:pt x="2225503" y="149566"/>
                  </a:lnTo>
                  <a:lnTo>
                    <a:pt x="1901120" y="424154"/>
                  </a:lnTo>
                  <a:lnTo>
                    <a:pt x="1290593" y="724496"/>
                  </a:lnTo>
                  <a:lnTo>
                    <a:pt x="1093893" y="895826"/>
                  </a:lnTo>
                  <a:lnTo>
                    <a:pt x="901778" y="1068704"/>
                  </a:lnTo>
                  <a:lnTo>
                    <a:pt x="757069" y="1292292"/>
                  </a:lnTo>
                  <a:lnTo>
                    <a:pt x="448531" y="1484032"/>
                  </a:lnTo>
                  <a:lnTo>
                    <a:pt x="324252" y="1684320"/>
                  </a:lnTo>
                  <a:lnTo>
                    <a:pt x="96123" y="1812050"/>
                  </a:lnTo>
                  <a:lnTo>
                    <a:pt x="0" y="2077819"/>
                  </a:lnTo>
                  <a:lnTo>
                    <a:pt x="2502480" y="1004694"/>
                  </a:lnTo>
                  <a:lnTo>
                    <a:pt x="2502480" y="0"/>
                  </a:lnTo>
                  <a:close/>
                </a:path>
              </a:pathLst>
            </a:custGeom>
            <a:solidFill>
              <a:srgbClr val="DDDDDD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5795475" y="4747143"/>
              <a:ext cx="2502535" cy="2078355"/>
            </a:xfrm>
            <a:custGeom>
              <a:avLst/>
              <a:gdLst/>
              <a:ahLst/>
              <a:cxnLst/>
              <a:rect l="l" t="t" r="r" b="b"/>
              <a:pathLst>
                <a:path w="2502534" h="2078354">
                  <a:moveTo>
                    <a:pt x="0" y="2077819"/>
                  </a:moveTo>
                  <a:lnTo>
                    <a:pt x="96123" y="1812050"/>
                  </a:lnTo>
                  <a:lnTo>
                    <a:pt x="324252" y="1684320"/>
                  </a:lnTo>
                  <a:lnTo>
                    <a:pt x="448531" y="1484032"/>
                  </a:lnTo>
                  <a:lnTo>
                    <a:pt x="757069" y="1292292"/>
                  </a:lnTo>
                  <a:lnTo>
                    <a:pt x="901778" y="1068704"/>
                  </a:lnTo>
                  <a:lnTo>
                    <a:pt x="1093893" y="895826"/>
                  </a:lnTo>
                  <a:lnTo>
                    <a:pt x="1290593" y="724496"/>
                  </a:lnTo>
                  <a:lnTo>
                    <a:pt x="1901120" y="424154"/>
                  </a:lnTo>
                  <a:lnTo>
                    <a:pt x="2225503" y="149566"/>
                  </a:lnTo>
                  <a:lnTo>
                    <a:pt x="2502480" y="0"/>
                  </a:lnTo>
                  <a:lnTo>
                    <a:pt x="2502480" y="1004694"/>
                  </a:lnTo>
                  <a:lnTo>
                    <a:pt x="0" y="2077819"/>
                  </a:lnTo>
                  <a:close/>
                </a:path>
              </a:pathLst>
            </a:custGeom>
            <a:ln w="3175">
              <a:solidFill>
                <a:srgbClr val="DDDD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5795475" y="4747143"/>
              <a:ext cx="2502535" cy="2078355"/>
            </a:xfrm>
            <a:custGeom>
              <a:avLst/>
              <a:gdLst/>
              <a:ahLst/>
              <a:cxnLst/>
              <a:rect l="l" t="t" r="r" b="b"/>
              <a:pathLst>
                <a:path w="2502534" h="2078354">
                  <a:moveTo>
                    <a:pt x="2502480" y="0"/>
                  </a:moveTo>
                  <a:lnTo>
                    <a:pt x="2502480" y="1004694"/>
                  </a:lnTo>
                  <a:lnTo>
                    <a:pt x="0" y="2077819"/>
                  </a:lnTo>
                </a:path>
                <a:path w="2502534" h="2078354">
                  <a:moveTo>
                    <a:pt x="91277" y="1894644"/>
                  </a:moveTo>
                  <a:lnTo>
                    <a:pt x="2502480" y="872490"/>
                  </a:lnTo>
                </a:path>
                <a:path w="2502534" h="2078354">
                  <a:moveTo>
                    <a:pt x="374671" y="1633586"/>
                  </a:moveTo>
                  <a:lnTo>
                    <a:pt x="2502480" y="731871"/>
                  </a:lnTo>
                </a:path>
                <a:path w="2502534" h="2078354">
                  <a:moveTo>
                    <a:pt x="621658" y="1389637"/>
                  </a:moveTo>
                  <a:lnTo>
                    <a:pt x="2502480" y="589680"/>
                  </a:lnTo>
                </a:path>
                <a:path w="2502534" h="2078354">
                  <a:moveTo>
                    <a:pt x="864193" y="1145688"/>
                  </a:moveTo>
                  <a:lnTo>
                    <a:pt x="2502480" y="450150"/>
                  </a:lnTo>
                </a:path>
                <a:path w="2502534" h="2078354">
                  <a:moveTo>
                    <a:pt x="1100179" y="904701"/>
                  </a:moveTo>
                  <a:lnTo>
                    <a:pt x="2502480" y="310861"/>
                  </a:lnTo>
                </a:path>
                <a:path w="2502534" h="2078354">
                  <a:moveTo>
                    <a:pt x="1938836" y="399367"/>
                  </a:moveTo>
                  <a:lnTo>
                    <a:pt x="2502480" y="162866"/>
                  </a:lnTo>
                </a:path>
                <a:path w="2502534" h="2078354">
                  <a:moveTo>
                    <a:pt x="1079750" y="1478131"/>
                  </a:moveTo>
                  <a:lnTo>
                    <a:pt x="1079750" y="1615885"/>
                  </a:lnTo>
                </a:path>
                <a:path w="2502534" h="2078354">
                  <a:moveTo>
                    <a:pt x="604372" y="1675469"/>
                  </a:moveTo>
                  <a:lnTo>
                    <a:pt x="604372" y="1816475"/>
                  </a:lnTo>
                </a:path>
                <a:path w="2502534" h="2078354">
                  <a:moveTo>
                    <a:pt x="135410" y="1877233"/>
                  </a:moveTo>
                  <a:lnTo>
                    <a:pt x="135410" y="2018234"/>
                  </a:lnTo>
                </a:path>
                <a:path w="2502534" h="2078354">
                  <a:moveTo>
                    <a:pt x="1548842" y="1276368"/>
                  </a:moveTo>
                  <a:lnTo>
                    <a:pt x="1548842" y="1411461"/>
                  </a:lnTo>
                </a:path>
                <a:path w="2502534" h="2078354">
                  <a:moveTo>
                    <a:pt x="2019375" y="1076079"/>
                  </a:moveTo>
                  <a:lnTo>
                    <a:pt x="2019375" y="1212358"/>
                  </a:lnTo>
                </a:path>
                <a:path w="2502534" h="2078354">
                  <a:moveTo>
                    <a:pt x="843632" y="1432995"/>
                  </a:moveTo>
                  <a:lnTo>
                    <a:pt x="843632" y="1576951"/>
                  </a:lnTo>
                </a:path>
                <a:path w="2502534" h="2078354">
                  <a:moveTo>
                    <a:pt x="379516" y="1632111"/>
                  </a:moveTo>
                  <a:lnTo>
                    <a:pt x="379516" y="1774290"/>
                  </a:lnTo>
                </a:path>
                <a:path w="2502534" h="2078354">
                  <a:moveTo>
                    <a:pt x="1318749" y="1234182"/>
                  </a:moveTo>
                  <a:lnTo>
                    <a:pt x="1318749" y="1372238"/>
                  </a:lnTo>
                </a:path>
                <a:path w="2502534" h="2078354">
                  <a:moveTo>
                    <a:pt x="1787710" y="1035369"/>
                  </a:moveTo>
                  <a:lnTo>
                    <a:pt x="1787710" y="1170172"/>
                  </a:lnTo>
                </a:path>
                <a:path w="2502534" h="2078354">
                  <a:moveTo>
                    <a:pt x="2258374" y="835129"/>
                  </a:moveTo>
                  <a:lnTo>
                    <a:pt x="2258374" y="975784"/>
                  </a:lnTo>
                </a:path>
                <a:path w="2502534" h="2078354">
                  <a:moveTo>
                    <a:pt x="2019375" y="795833"/>
                  </a:moveTo>
                  <a:lnTo>
                    <a:pt x="2019375" y="939499"/>
                  </a:lnTo>
                </a:path>
                <a:path w="2502534" h="2078354">
                  <a:moveTo>
                    <a:pt x="1548842" y="994670"/>
                  </a:moveTo>
                  <a:lnTo>
                    <a:pt x="1548842" y="1136849"/>
                  </a:lnTo>
                </a:path>
                <a:path w="2502534" h="2078354">
                  <a:moveTo>
                    <a:pt x="1079750" y="1197909"/>
                  </a:moveTo>
                  <a:lnTo>
                    <a:pt x="1079750" y="1335953"/>
                  </a:lnTo>
                </a:path>
                <a:path w="2502534" h="2078354">
                  <a:moveTo>
                    <a:pt x="610789" y="1389637"/>
                  </a:moveTo>
                  <a:lnTo>
                    <a:pt x="610789" y="1530340"/>
                  </a:lnTo>
                </a:path>
                <a:path w="2502534" h="2078354">
                  <a:moveTo>
                    <a:pt x="1079750" y="914724"/>
                  </a:moveTo>
                  <a:lnTo>
                    <a:pt x="1079750" y="1054255"/>
                  </a:lnTo>
                </a:path>
                <a:path w="2502534" h="2078354">
                  <a:moveTo>
                    <a:pt x="1548842" y="714460"/>
                  </a:moveTo>
                  <a:lnTo>
                    <a:pt x="1548842" y="855200"/>
                  </a:lnTo>
                </a:path>
                <a:path w="2502534" h="2078354">
                  <a:moveTo>
                    <a:pt x="2019375" y="512660"/>
                  </a:moveTo>
                  <a:lnTo>
                    <a:pt x="2019375" y="656302"/>
                  </a:lnTo>
                </a:path>
                <a:path w="2502534" h="2078354">
                  <a:moveTo>
                    <a:pt x="1318749" y="714460"/>
                  </a:moveTo>
                  <a:lnTo>
                    <a:pt x="1318749" y="808770"/>
                  </a:lnTo>
                </a:path>
                <a:path w="2502534" h="2078354">
                  <a:moveTo>
                    <a:pt x="1787710" y="477838"/>
                  </a:moveTo>
                  <a:lnTo>
                    <a:pt x="1787710" y="611444"/>
                  </a:lnTo>
                </a:path>
                <a:path w="2502534" h="2078354">
                  <a:moveTo>
                    <a:pt x="2258374" y="268784"/>
                  </a:moveTo>
                  <a:lnTo>
                    <a:pt x="2258374" y="413876"/>
                  </a:lnTo>
                </a:path>
                <a:path w="2502534" h="2078354">
                  <a:moveTo>
                    <a:pt x="2019375" y="325370"/>
                  </a:moveTo>
                  <a:lnTo>
                    <a:pt x="2019375" y="361643"/>
                  </a:lnTo>
                </a:path>
                <a:path w="2502534" h="2078354">
                  <a:moveTo>
                    <a:pt x="1318749" y="951010"/>
                  </a:moveTo>
                  <a:lnTo>
                    <a:pt x="1318749" y="1094954"/>
                  </a:lnTo>
                </a:path>
                <a:path w="2502534" h="2078354">
                  <a:moveTo>
                    <a:pt x="843632" y="1152773"/>
                  </a:moveTo>
                  <a:lnTo>
                    <a:pt x="843632" y="1293767"/>
                  </a:lnTo>
                </a:path>
                <a:path w="2502534" h="2078354">
                  <a:moveTo>
                    <a:pt x="1787710" y="753635"/>
                  </a:moveTo>
                  <a:lnTo>
                    <a:pt x="1787710" y="894375"/>
                  </a:lnTo>
                </a:path>
                <a:path w="2502534" h="2078354">
                  <a:moveTo>
                    <a:pt x="2258374" y="554858"/>
                  </a:moveTo>
                  <a:lnTo>
                    <a:pt x="2258374" y="692575"/>
                  </a:lnTo>
                </a:path>
              </a:pathLst>
            </a:custGeom>
            <a:ln w="19662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1878254" y="5233566"/>
              <a:ext cx="913130" cy="454659"/>
            </a:xfrm>
            <a:custGeom>
              <a:avLst/>
              <a:gdLst/>
              <a:ahLst/>
              <a:cxnLst/>
              <a:rect l="l" t="t" r="r" b="b"/>
              <a:pathLst>
                <a:path w="913130" h="454660">
                  <a:moveTo>
                    <a:pt x="0" y="0"/>
                  </a:moveTo>
                  <a:lnTo>
                    <a:pt x="0" y="159843"/>
                  </a:lnTo>
                  <a:lnTo>
                    <a:pt x="912778" y="454551"/>
                  </a:lnTo>
                  <a:lnTo>
                    <a:pt x="912778" y="281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1878254" y="5233566"/>
              <a:ext cx="913130" cy="454659"/>
            </a:xfrm>
            <a:custGeom>
              <a:avLst/>
              <a:gdLst/>
              <a:ahLst/>
              <a:cxnLst/>
              <a:rect l="l" t="t" r="r" b="b"/>
              <a:pathLst>
                <a:path w="913130" h="454660">
                  <a:moveTo>
                    <a:pt x="0" y="0"/>
                  </a:moveTo>
                  <a:lnTo>
                    <a:pt x="0" y="159843"/>
                  </a:lnTo>
                  <a:lnTo>
                    <a:pt x="912778" y="454551"/>
                  </a:lnTo>
                  <a:lnTo>
                    <a:pt x="912778" y="281721"/>
                  </a:lnTo>
                  <a:lnTo>
                    <a:pt x="0" y="0"/>
                  </a:lnTo>
                  <a:close/>
                </a:path>
              </a:pathLst>
            </a:custGeom>
            <a:ln w="19189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3343414" y="5715552"/>
              <a:ext cx="1838325" cy="749300"/>
            </a:xfrm>
            <a:custGeom>
              <a:avLst/>
              <a:gdLst/>
              <a:ahLst/>
              <a:cxnLst/>
              <a:rect l="l" t="t" r="r" b="b"/>
              <a:pathLst>
                <a:path w="1838325" h="749300">
                  <a:moveTo>
                    <a:pt x="0" y="0"/>
                  </a:moveTo>
                  <a:lnTo>
                    <a:pt x="0" y="158404"/>
                  </a:lnTo>
                  <a:lnTo>
                    <a:pt x="1838260" y="749246"/>
                  </a:lnTo>
                  <a:lnTo>
                    <a:pt x="1838260" y="5678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3343414" y="5715552"/>
              <a:ext cx="1838325" cy="749300"/>
            </a:xfrm>
            <a:custGeom>
              <a:avLst/>
              <a:gdLst/>
              <a:ahLst/>
              <a:cxnLst/>
              <a:rect l="l" t="t" r="r" b="b"/>
              <a:pathLst>
                <a:path w="1838325" h="749300">
                  <a:moveTo>
                    <a:pt x="0" y="0"/>
                  </a:moveTo>
                  <a:lnTo>
                    <a:pt x="0" y="158404"/>
                  </a:lnTo>
                  <a:lnTo>
                    <a:pt x="1838260" y="749246"/>
                  </a:lnTo>
                  <a:lnTo>
                    <a:pt x="1838260" y="567832"/>
                  </a:lnTo>
                  <a:lnTo>
                    <a:pt x="0" y="0"/>
                  </a:lnTo>
                  <a:close/>
                </a:path>
              </a:pathLst>
            </a:custGeom>
            <a:ln w="19101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1400007" y="1672266"/>
              <a:ext cx="4208780" cy="4535805"/>
            </a:xfrm>
            <a:custGeom>
              <a:avLst/>
              <a:gdLst/>
              <a:ahLst/>
              <a:cxnLst/>
              <a:rect l="l" t="t" r="r" b="b"/>
              <a:pathLst>
                <a:path w="4208780" h="4535805">
                  <a:moveTo>
                    <a:pt x="1735706" y="2164541"/>
                  </a:moveTo>
                  <a:lnTo>
                    <a:pt x="2083662" y="393563"/>
                  </a:lnTo>
                  <a:lnTo>
                    <a:pt x="4208197" y="911786"/>
                  </a:lnTo>
                  <a:lnTo>
                    <a:pt x="4208197" y="2971981"/>
                  </a:lnTo>
                  <a:lnTo>
                    <a:pt x="1735706" y="2164541"/>
                  </a:lnTo>
                  <a:close/>
                </a:path>
                <a:path w="4208780" h="4535805">
                  <a:moveTo>
                    <a:pt x="0" y="3147785"/>
                  </a:moveTo>
                  <a:lnTo>
                    <a:pt x="903205" y="2434776"/>
                  </a:lnTo>
                  <a:lnTo>
                    <a:pt x="4208197" y="3536755"/>
                  </a:lnTo>
                  <a:lnTo>
                    <a:pt x="4208197" y="4535609"/>
                  </a:lnTo>
                  <a:lnTo>
                    <a:pt x="0" y="3147785"/>
                  </a:lnTo>
                  <a:close/>
                </a:path>
                <a:path w="4208780" h="4535805">
                  <a:moveTo>
                    <a:pt x="897050" y="2439249"/>
                  </a:moveTo>
                  <a:lnTo>
                    <a:pt x="1377012" y="0"/>
                  </a:lnTo>
                  <a:lnTo>
                    <a:pt x="4208197" y="712767"/>
                  </a:lnTo>
                  <a:lnTo>
                    <a:pt x="4206626" y="3535304"/>
                  </a:lnTo>
                  <a:lnTo>
                    <a:pt x="897050" y="2439249"/>
                  </a:lnTo>
                  <a:close/>
                </a:path>
              </a:pathLst>
            </a:custGeom>
            <a:ln w="12288">
              <a:solidFill>
                <a:srgbClr val="9595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1277011" y="1207728"/>
              <a:ext cx="7024370" cy="5622925"/>
            </a:xfrm>
            <a:custGeom>
              <a:avLst/>
              <a:gdLst/>
              <a:ahLst/>
              <a:cxnLst/>
              <a:rect l="l" t="t" r="r" b="b"/>
              <a:pathLst>
                <a:path w="7024370" h="5622925">
                  <a:moveTo>
                    <a:pt x="7024086" y="17411"/>
                  </a:moveTo>
                  <a:lnTo>
                    <a:pt x="7024086" y="4544109"/>
                  </a:lnTo>
                  <a:lnTo>
                    <a:pt x="4502748" y="5622838"/>
                  </a:lnTo>
                  <a:lnTo>
                    <a:pt x="0" y="4176855"/>
                  </a:lnTo>
                  <a:lnTo>
                    <a:pt x="0" y="0"/>
                  </a:lnTo>
                  <a:lnTo>
                    <a:pt x="4502748" y="1096175"/>
                  </a:lnTo>
                  <a:lnTo>
                    <a:pt x="7024086" y="17411"/>
                  </a:lnTo>
                  <a:close/>
                </a:path>
              </a:pathLst>
            </a:custGeom>
            <a:ln w="194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5767966" y="2303903"/>
              <a:ext cx="20955" cy="4518660"/>
            </a:xfrm>
            <a:custGeom>
              <a:avLst/>
              <a:gdLst/>
              <a:ahLst/>
              <a:cxnLst/>
              <a:rect l="l" t="t" r="r" b="b"/>
              <a:pathLst>
                <a:path w="20954" h="4518659">
                  <a:moveTo>
                    <a:pt x="0" y="4518108"/>
                  </a:moveTo>
                  <a:lnTo>
                    <a:pt x="20446" y="4518108"/>
                  </a:lnTo>
                  <a:lnTo>
                    <a:pt x="20446" y="0"/>
                  </a:lnTo>
                  <a:lnTo>
                    <a:pt x="0" y="0"/>
                  </a:lnTo>
                  <a:lnTo>
                    <a:pt x="0" y="4518108"/>
                  </a:lnTo>
                  <a:close/>
                </a:path>
              </a:pathLst>
            </a:custGeom>
            <a:solidFill>
              <a:srgbClr val="000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1400007" y="1672266"/>
              <a:ext cx="4208780" cy="4535805"/>
            </a:xfrm>
            <a:custGeom>
              <a:avLst/>
              <a:gdLst/>
              <a:ahLst/>
              <a:cxnLst/>
              <a:rect l="l" t="t" r="r" b="b"/>
              <a:pathLst>
                <a:path w="4208780" h="4535805">
                  <a:moveTo>
                    <a:pt x="1735706" y="2164541"/>
                  </a:moveTo>
                  <a:lnTo>
                    <a:pt x="2083662" y="393563"/>
                  </a:lnTo>
                  <a:lnTo>
                    <a:pt x="4208197" y="911786"/>
                  </a:lnTo>
                  <a:lnTo>
                    <a:pt x="4208197" y="2971981"/>
                  </a:lnTo>
                  <a:lnTo>
                    <a:pt x="1735706" y="2164541"/>
                  </a:lnTo>
                  <a:close/>
                </a:path>
                <a:path w="4208780" h="4535805">
                  <a:moveTo>
                    <a:pt x="0" y="3147785"/>
                  </a:moveTo>
                  <a:lnTo>
                    <a:pt x="903205" y="2434776"/>
                  </a:lnTo>
                  <a:lnTo>
                    <a:pt x="4208197" y="3536755"/>
                  </a:lnTo>
                  <a:lnTo>
                    <a:pt x="4208197" y="4535609"/>
                  </a:lnTo>
                  <a:lnTo>
                    <a:pt x="0" y="3147785"/>
                  </a:lnTo>
                  <a:close/>
                </a:path>
                <a:path w="4208780" h="4535805">
                  <a:moveTo>
                    <a:pt x="897050" y="2439249"/>
                  </a:moveTo>
                  <a:lnTo>
                    <a:pt x="1377012" y="0"/>
                  </a:lnTo>
                  <a:lnTo>
                    <a:pt x="4208197" y="712767"/>
                  </a:lnTo>
                  <a:lnTo>
                    <a:pt x="4206626" y="3535304"/>
                  </a:lnTo>
                  <a:lnTo>
                    <a:pt x="897050" y="2439249"/>
                  </a:lnTo>
                  <a:close/>
                </a:path>
              </a:pathLst>
            </a:custGeom>
            <a:ln w="12288">
              <a:solidFill>
                <a:srgbClr val="9595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1277011" y="1207728"/>
              <a:ext cx="7024370" cy="5622925"/>
            </a:xfrm>
            <a:custGeom>
              <a:avLst/>
              <a:gdLst/>
              <a:ahLst/>
              <a:cxnLst/>
              <a:rect l="l" t="t" r="r" b="b"/>
              <a:pathLst>
                <a:path w="7024370" h="5622925">
                  <a:moveTo>
                    <a:pt x="7024086" y="17411"/>
                  </a:moveTo>
                  <a:lnTo>
                    <a:pt x="7024086" y="4544109"/>
                  </a:lnTo>
                  <a:lnTo>
                    <a:pt x="4502748" y="5622838"/>
                  </a:lnTo>
                  <a:lnTo>
                    <a:pt x="0" y="4176855"/>
                  </a:lnTo>
                  <a:lnTo>
                    <a:pt x="0" y="0"/>
                  </a:lnTo>
                  <a:lnTo>
                    <a:pt x="4502748" y="1096175"/>
                  </a:lnTo>
                  <a:lnTo>
                    <a:pt x="7024086" y="17411"/>
                  </a:lnTo>
                  <a:close/>
                </a:path>
              </a:pathLst>
            </a:custGeom>
            <a:ln w="194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5767966" y="2303903"/>
              <a:ext cx="20955" cy="4518660"/>
            </a:xfrm>
            <a:custGeom>
              <a:avLst/>
              <a:gdLst/>
              <a:ahLst/>
              <a:cxnLst/>
              <a:rect l="l" t="t" r="r" b="b"/>
              <a:pathLst>
                <a:path w="20954" h="4518659">
                  <a:moveTo>
                    <a:pt x="0" y="4518108"/>
                  </a:moveTo>
                  <a:lnTo>
                    <a:pt x="20446" y="4518108"/>
                  </a:lnTo>
                  <a:lnTo>
                    <a:pt x="20446" y="0"/>
                  </a:lnTo>
                  <a:lnTo>
                    <a:pt x="0" y="0"/>
                  </a:lnTo>
                  <a:lnTo>
                    <a:pt x="0" y="4518108"/>
                  </a:lnTo>
                  <a:close/>
                </a:path>
              </a:pathLst>
            </a:custGeom>
            <a:solidFill>
              <a:srgbClr val="000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1277011" y="1207728"/>
              <a:ext cx="7024370" cy="5622925"/>
            </a:xfrm>
            <a:custGeom>
              <a:avLst/>
              <a:gdLst/>
              <a:ahLst/>
              <a:cxnLst/>
              <a:rect l="l" t="t" r="r" b="b"/>
              <a:pathLst>
                <a:path w="7024370" h="5622925">
                  <a:moveTo>
                    <a:pt x="7024086" y="17411"/>
                  </a:moveTo>
                  <a:lnTo>
                    <a:pt x="7024086" y="4544109"/>
                  </a:lnTo>
                  <a:lnTo>
                    <a:pt x="4502748" y="5622838"/>
                  </a:lnTo>
                  <a:lnTo>
                    <a:pt x="0" y="4176855"/>
                  </a:lnTo>
                  <a:lnTo>
                    <a:pt x="0" y="0"/>
                  </a:lnTo>
                  <a:lnTo>
                    <a:pt x="4502748" y="1096175"/>
                  </a:lnTo>
                  <a:lnTo>
                    <a:pt x="7024086" y="17411"/>
                  </a:lnTo>
                  <a:close/>
                </a:path>
              </a:pathLst>
            </a:custGeom>
            <a:ln w="194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5767966" y="2303903"/>
              <a:ext cx="20955" cy="4518660"/>
            </a:xfrm>
            <a:custGeom>
              <a:avLst/>
              <a:gdLst/>
              <a:ahLst/>
              <a:cxnLst/>
              <a:rect l="l" t="t" r="r" b="b"/>
              <a:pathLst>
                <a:path w="20954" h="4518659">
                  <a:moveTo>
                    <a:pt x="0" y="4518108"/>
                  </a:moveTo>
                  <a:lnTo>
                    <a:pt x="20446" y="4518108"/>
                  </a:lnTo>
                  <a:lnTo>
                    <a:pt x="20446" y="0"/>
                  </a:lnTo>
                  <a:lnTo>
                    <a:pt x="0" y="0"/>
                  </a:lnTo>
                  <a:lnTo>
                    <a:pt x="0" y="4518108"/>
                  </a:lnTo>
                  <a:close/>
                </a:path>
              </a:pathLst>
            </a:custGeom>
            <a:solidFill>
              <a:srgbClr val="000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3" name="object 18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55476" y="5950585"/>
              <a:ext cx="1395567" cy="610149"/>
            </a:xfrm>
            <a:prstGeom prst="rect">
              <a:avLst/>
            </a:prstGeom>
          </p:spPr>
        </p:pic>
        <p:sp>
          <p:nvSpPr>
            <p:cNvPr id="184" name="object 184"/>
            <p:cNvSpPr/>
            <p:nvPr/>
          </p:nvSpPr>
          <p:spPr>
            <a:xfrm>
              <a:off x="2200935" y="2329778"/>
              <a:ext cx="1184910" cy="822325"/>
            </a:xfrm>
            <a:custGeom>
              <a:avLst/>
              <a:gdLst/>
              <a:ahLst/>
              <a:cxnLst/>
              <a:rect l="l" t="t" r="r" b="b"/>
              <a:pathLst>
                <a:path w="1184910" h="822325">
                  <a:moveTo>
                    <a:pt x="645361" y="0"/>
                  </a:moveTo>
                  <a:lnTo>
                    <a:pt x="549238" y="0"/>
                  </a:lnTo>
                  <a:lnTo>
                    <a:pt x="454948" y="8947"/>
                  </a:lnTo>
                  <a:lnTo>
                    <a:pt x="391957" y="20433"/>
                  </a:lnTo>
                  <a:lnTo>
                    <a:pt x="329097" y="35184"/>
                  </a:lnTo>
                  <a:lnTo>
                    <a:pt x="298977" y="45220"/>
                  </a:lnTo>
                  <a:lnTo>
                    <a:pt x="267678" y="54047"/>
                  </a:lnTo>
                  <a:lnTo>
                    <a:pt x="207699" y="78470"/>
                  </a:lnTo>
                  <a:lnTo>
                    <a:pt x="149554" y="106280"/>
                  </a:lnTo>
                  <a:lnTo>
                    <a:pt x="103849" y="132155"/>
                  </a:lnTo>
                  <a:lnTo>
                    <a:pt x="70979" y="158392"/>
                  </a:lnTo>
                  <a:lnTo>
                    <a:pt x="44132" y="187290"/>
                  </a:lnTo>
                  <a:lnTo>
                    <a:pt x="33263" y="202041"/>
                  </a:lnTo>
                  <a:lnTo>
                    <a:pt x="26846" y="209175"/>
                  </a:lnTo>
                  <a:lnTo>
                    <a:pt x="22000" y="218001"/>
                  </a:lnTo>
                  <a:lnTo>
                    <a:pt x="18857" y="225135"/>
                  </a:lnTo>
                  <a:lnTo>
                    <a:pt x="14012" y="233961"/>
                  </a:lnTo>
                  <a:lnTo>
                    <a:pt x="11131" y="242546"/>
                  </a:lnTo>
                  <a:lnTo>
                    <a:pt x="7988" y="249922"/>
                  </a:lnTo>
                  <a:lnTo>
                    <a:pt x="6416" y="258748"/>
                  </a:lnTo>
                  <a:lnTo>
                    <a:pt x="3142" y="267333"/>
                  </a:lnTo>
                  <a:lnTo>
                    <a:pt x="0" y="284744"/>
                  </a:lnTo>
                  <a:lnTo>
                    <a:pt x="0" y="319445"/>
                  </a:lnTo>
                  <a:lnTo>
                    <a:pt x="4845" y="345804"/>
                  </a:lnTo>
                  <a:lnTo>
                    <a:pt x="11131" y="363094"/>
                  </a:lnTo>
                  <a:lnTo>
                    <a:pt x="14012" y="373130"/>
                  </a:lnTo>
                  <a:lnTo>
                    <a:pt x="23703" y="390541"/>
                  </a:lnTo>
                  <a:lnTo>
                    <a:pt x="28417" y="399488"/>
                  </a:lnTo>
                  <a:lnTo>
                    <a:pt x="33263" y="406864"/>
                  </a:lnTo>
                  <a:lnTo>
                    <a:pt x="39287" y="415327"/>
                  </a:lnTo>
                  <a:lnTo>
                    <a:pt x="55264" y="432738"/>
                  </a:lnTo>
                  <a:lnTo>
                    <a:pt x="62990" y="441565"/>
                  </a:lnTo>
                  <a:lnTo>
                    <a:pt x="70979" y="448699"/>
                  </a:lnTo>
                  <a:lnTo>
                    <a:pt x="80146" y="457525"/>
                  </a:lnTo>
                  <a:lnTo>
                    <a:pt x="89837" y="466110"/>
                  </a:lnTo>
                  <a:lnTo>
                    <a:pt x="111838" y="480861"/>
                  </a:lnTo>
                  <a:lnTo>
                    <a:pt x="122707" y="489446"/>
                  </a:lnTo>
                  <a:lnTo>
                    <a:pt x="135410" y="496821"/>
                  </a:lnTo>
                  <a:lnTo>
                    <a:pt x="147982" y="503834"/>
                  </a:lnTo>
                  <a:lnTo>
                    <a:pt x="160685" y="511209"/>
                  </a:lnTo>
                  <a:lnTo>
                    <a:pt x="174698" y="518585"/>
                  </a:lnTo>
                  <a:lnTo>
                    <a:pt x="190413" y="524268"/>
                  </a:lnTo>
                  <a:lnTo>
                    <a:pt x="204425" y="531643"/>
                  </a:lnTo>
                  <a:lnTo>
                    <a:pt x="222105" y="537447"/>
                  </a:lnTo>
                  <a:lnTo>
                    <a:pt x="237689" y="544581"/>
                  </a:lnTo>
                  <a:lnTo>
                    <a:pt x="254975" y="550505"/>
                  </a:lnTo>
                  <a:lnTo>
                    <a:pt x="292691" y="561992"/>
                  </a:lnTo>
                  <a:lnTo>
                    <a:pt x="311549" y="566345"/>
                  </a:lnTo>
                  <a:lnTo>
                    <a:pt x="332240" y="572269"/>
                  </a:lnTo>
                  <a:lnTo>
                    <a:pt x="396541" y="585328"/>
                  </a:lnTo>
                  <a:lnTo>
                    <a:pt x="442114" y="594154"/>
                  </a:lnTo>
                  <a:lnTo>
                    <a:pt x="454948" y="628976"/>
                  </a:lnTo>
                  <a:lnTo>
                    <a:pt x="462675" y="647838"/>
                  </a:lnTo>
                  <a:lnTo>
                    <a:pt x="467389" y="656302"/>
                  </a:lnTo>
                  <a:lnTo>
                    <a:pt x="472235" y="666700"/>
                  </a:lnTo>
                  <a:lnTo>
                    <a:pt x="502224" y="709986"/>
                  </a:lnTo>
                  <a:lnTo>
                    <a:pt x="519511" y="727398"/>
                  </a:lnTo>
                  <a:lnTo>
                    <a:pt x="527106" y="736345"/>
                  </a:lnTo>
                  <a:lnTo>
                    <a:pt x="536797" y="743358"/>
                  </a:lnTo>
                  <a:lnTo>
                    <a:pt x="547536" y="752184"/>
                  </a:lnTo>
                  <a:lnTo>
                    <a:pt x="569668" y="766693"/>
                  </a:lnTo>
                  <a:lnTo>
                    <a:pt x="582371" y="772618"/>
                  </a:lnTo>
                  <a:lnTo>
                    <a:pt x="594943" y="779994"/>
                  </a:lnTo>
                  <a:lnTo>
                    <a:pt x="607646" y="785555"/>
                  </a:lnTo>
                  <a:lnTo>
                    <a:pt x="623361" y="791480"/>
                  </a:lnTo>
                  <a:lnTo>
                    <a:pt x="637373" y="797405"/>
                  </a:lnTo>
                  <a:lnTo>
                    <a:pt x="654660" y="801516"/>
                  </a:lnTo>
                  <a:lnTo>
                    <a:pt x="670636" y="805868"/>
                  </a:lnTo>
                  <a:lnTo>
                    <a:pt x="708352" y="814816"/>
                  </a:lnTo>
                  <a:lnTo>
                    <a:pt x="747640" y="820378"/>
                  </a:lnTo>
                  <a:lnTo>
                    <a:pt x="769641" y="821829"/>
                  </a:lnTo>
                  <a:lnTo>
                    <a:pt x="752354" y="802967"/>
                  </a:lnTo>
                  <a:lnTo>
                    <a:pt x="742794" y="792931"/>
                  </a:lnTo>
                  <a:lnTo>
                    <a:pt x="735068" y="782654"/>
                  </a:lnTo>
                  <a:lnTo>
                    <a:pt x="727079" y="771046"/>
                  </a:lnTo>
                  <a:lnTo>
                    <a:pt x="719222" y="761132"/>
                  </a:lnTo>
                  <a:lnTo>
                    <a:pt x="705078" y="736345"/>
                  </a:lnTo>
                  <a:lnTo>
                    <a:pt x="683077" y="676736"/>
                  </a:lnTo>
                  <a:lnTo>
                    <a:pt x="676661" y="640463"/>
                  </a:lnTo>
                  <a:lnTo>
                    <a:pt x="673518" y="621601"/>
                  </a:lnTo>
                  <a:lnTo>
                    <a:pt x="673518" y="599716"/>
                  </a:lnTo>
                  <a:lnTo>
                    <a:pt x="697090" y="596814"/>
                  </a:lnTo>
                  <a:lnTo>
                    <a:pt x="719222" y="595242"/>
                  </a:lnTo>
                  <a:lnTo>
                    <a:pt x="741223" y="592703"/>
                  </a:lnTo>
                  <a:lnTo>
                    <a:pt x="763224" y="591131"/>
                  </a:lnTo>
                  <a:lnTo>
                    <a:pt x="785225" y="586779"/>
                  </a:lnTo>
                  <a:lnTo>
                    <a:pt x="805785" y="583756"/>
                  </a:lnTo>
                  <a:lnTo>
                    <a:pt x="824643" y="579403"/>
                  </a:lnTo>
                  <a:lnTo>
                    <a:pt x="845073" y="576380"/>
                  </a:lnTo>
                  <a:lnTo>
                    <a:pt x="864193" y="572269"/>
                  </a:lnTo>
                  <a:lnTo>
                    <a:pt x="883051" y="566345"/>
                  </a:lnTo>
                  <a:lnTo>
                    <a:pt x="900337" y="561992"/>
                  </a:lnTo>
                  <a:lnTo>
                    <a:pt x="934779" y="550505"/>
                  </a:lnTo>
                  <a:lnTo>
                    <a:pt x="950494" y="544581"/>
                  </a:lnTo>
                  <a:lnTo>
                    <a:pt x="982055" y="533094"/>
                  </a:lnTo>
                  <a:lnTo>
                    <a:pt x="996199" y="525719"/>
                  </a:lnTo>
                  <a:lnTo>
                    <a:pt x="1010473" y="518585"/>
                  </a:lnTo>
                  <a:lnTo>
                    <a:pt x="1024616" y="512660"/>
                  </a:lnTo>
                  <a:lnTo>
                    <a:pt x="1037057" y="505285"/>
                  </a:lnTo>
                  <a:lnTo>
                    <a:pt x="1049760" y="498272"/>
                  </a:lnTo>
                  <a:lnTo>
                    <a:pt x="1060630" y="489446"/>
                  </a:lnTo>
                  <a:lnTo>
                    <a:pt x="1071892" y="482312"/>
                  </a:lnTo>
                  <a:lnTo>
                    <a:pt x="1082762" y="473485"/>
                  </a:lnTo>
                  <a:lnTo>
                    <a:pt x="1093893" y="466110"/>
                  </a:lnTo>
                  <a:lnTo>
                    <a:pt x="1112751" y="448699"/>
                  </a:lnTo>
                  <a:lnTo>
                    <a:pt x="1136455" y="422703"/>
                  </a:lnTo>
                  <a:lnTo>
                    <a:pt x="1144050" y="413876"/>
                  </a:lnTo>
                  <a:lnTo>
                    <a:pt x="1150467" y="405292"/>
                  </a:lnTo>
                  <a:lnTo>
                    <a:pt x="1155313" y="396465"/>
                  </a:lnTo>
                  <a:lnTo>
                    <a:pt x="1161599" y="386430"/>
                  </a:lnTo>
                  <a:lnTo>
                    <a:pt x="1166051" y="377603"/>
                  </a:lnTo>
                  <a:lnTo>
                    <a:pt x="1170897" y="369019"/>
                  </a:lnTo>
                  <a:lnTo>
                    <a:pt x="1174040" y="358741"/>
                  </a:lnTo>
                  <a:lnTo>
                    <a:pt x="1177314" y="350157"/>
                  </a:lnTo>
                  <a:lnTo>
                    <a:pt x="1180457" y="339879"/>
                  </a:lnTo>
                  <a:lnTo>
                    <a:pt x="1183731" y="321017"/>
                  </a:lnTo>
                  <a:lnTo>
                    <a:pt x="1183731" y="312432"/>
                  </a:lnTo>
                  <a:lnTo>
                    <a:pt x="1184909" y="302034"/>
                  </a:lnTo>
                  <a:lnTo>
                    <a:pt x="1184909" y="293570"/>
                  </a:lnTo>
                  <a:lnTo>
                    <a:pt x="1183731" y="283172"/>
                  </a:lnTo>
                  <a:lnTo>
                    <a:pt x="1182028" y="274708"/>
                  </a:lnTo>
                  <a:lnTo>
                    <a:pt x="1180457" y="264310"/>
                  </a:lnTo>
                  <a:lnTo>
                    <a:pt x="1178885" y="255725"/>
                  </a:lnTo>
                  <a:lnTo>
                    <a:pt x="1175742" y="246899"/>
                  </a:lnTo>
                  <a:lnTo>
                    <a:pt x="1172468" y="236863"/>
                  </a:lnTo>
                  <a:lnTo>
                    <a:pt x="1169325" y="228037"/>
                  </a:lnTo>
                  <a:lnTo>
                    <a:pt x="1164480" y="219452"/>
                  </a:lnTo>
                  <a:lnTo>
                    <a:pt x="1160027" y="210626"/>
                  </a:lnTo>
                  <a:lnTo>
                    <a:pt x="1153610" y="202041"/>
                  </a:lnTo>
                  <a:lnTo>
                    <a:pt x="1141169" y="184751"/>
                  </a:lnTo>
                  <a:lnTo>
                    <a:pt x="1126764" y="168428"/>
                  </a:lnTo>
                  <a:lnTo>
                    <a:pt x="1109608" y="152589"/>
                  </a:lnTo>
                  <a:lnTo>
                    <a:pt x="1099917" y="145455"/>
                  </a:lnTo>
                  <a:lnTo>
                    <a:pt x="1090750" y="138079"/>
                  </a:lnTo>
                  <a:lnTo>
                    <a:pt x="1045046" y="109182"/>
                  </a:lnTo>
                  <a:lnTo>
                    <a:pt x="994496" y="82944"/>
                  </a:lnTo>
                  <a:lnTo>
                    <a:pt x="941196" y="61059"/>
                  </a:lnTo>
                  <a:lnTo>
                    <a:pt x="885932" y="42197"/>
                  </a:lnTo>
                  <a:lnTo>
                    <a:pt x="827786" y="26237"/>
                  </a:lnTo>
                  <a:lnTo>
                    <a:pt x="768069" y="14751"/>
                  </a:lnTo>
                  <a:lnTo>
                    <a:pt x="737949" y="8947"/>
                  </a:lnTo>
                  <a:lnTo>
                    <a:pt x="675089" y="3022"/>
                  </a:lnTo>
                  <a:lnTo>
                    <a:pt x="645361" y="0"/>
                  </a:lnTo>
                  <a:close/>
                </a:path>
              </a:pathLst>
            </a:custGeom>
            <a:solidFill>
              <a:srgbClr val="FFFFFF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2200935" y="2329778"/>
              <a:ext cx="1184910" cy="822325"/>
            </a:xfrm>
            <a:custGeom>
              <a:avLst/>
              <a:gdLst/>
              <a:ahLst/>
              <a:cxnLst/>
              <a:rect l="l" t="t" r="r" b="b"/>
              <a:pathLst>
                <a:path w="1184910" h="822325">
                  <a:moveTo>
                    <a:pt x="673518" y="599716"/>
                  </a:moveTo>
                  <a:lnTo>
                    <a:pt x="673518" y="609993"/>
                  </a:lnTo>
                  <a:lnTo>
                    <a:pt x="673518" y="621601"/>
                  </a:lnTo>
                  <a:lnTo>
                    <a:pt x="675089" y="631636"/>
                  </a:lnTo>
                  <a:lnTo>
                    <a:pt x="676661" y="640463"/>
                  </a:lnTo>
                  <a:lnTo>
                    <a:pt x="678232" y="659325"/>
                  </a:lnTo>
                  <a:lnTo>
                    <a:pt x="683077" y="676736"/>
                  </a:lnTo>
                  <a:lnTo>
                    <a:pt x="698661" y="723287"/>
                  </a:lnTo>
                  <a:lnTo>
                    <a:pt x="719222" y="761132"/>
                  </a:lnTo>
                  <a:lnTo>
                    <a:pt x="727079" y="771046"/>
                  </a:lnTo>
                  <a:lnTo>
                    <a:pt x="735068" y="782654"/>
                  </a:lnTo>
                  <a:lnTo>
                    <a:pt x="742794" y="792931"/>
                  </a:lnTo>
                  <a:lnTo>
                    <a:pt x="752354" y="802967"/>
                  </a:lnTo>
                  <a:lnTo>
                    <a:pt x="769641" y="821829"/>
                  </a:lnTo>
                  <a:lnTo>
                    <a:pt x="747640" y="820378"/>
                  </a:lnTo>
                  <a:lnTo>
                    <a:pt x="727079" y="817476"/>
                  </a:lnTo>
                  <a:lnTo>
                    <a:pt x="708352" y="814816"/>
                  </a:lnTo>
                  <a:lnTo>
                    <a:pt x="689494" y="810342"/>
                  </a:lnTo>
                  <a:lnTo>
                    <a:pt x="670636" y="805868"/>
                  </a:lnTo>
                  <a:lnTo>
                    <a:pt x="654660" y="801516"/>
                  </a:lnTo>
                  <a:lnTo>
                    <a:pt x="637373" y="797405"/>
                  </a:lnTo>
                  <a:lnTo>
                    <a:pt x="623361" y="791480"/>
                  </a:lnTo>
                  <a:lnTo>
                    <a:pt x="607646" y="785555"/>
                  </a:lnTo>
                  <a:lnTo>
                    <a:pt x="594943" y="779994"/>
                  </a:lnTo>
                  <a:lnTo>
                    <a:pt x="582371" y="772618"/>
                  </a:lnTo>
                  <a:lnTo>
                    <a:pt x="569668" y="766693"/>
                  </a:lnTo>
                  <a:lnTo>
                    <a:pt x="558798" y="759560"/>
                  </a:lnTo>
                  <a:lnTo>
                    <a:pt x="547536" y="752184"/>
                  </a:lnTo>
                  <a:lnTo>
                    <a:pt x="536797" y="743358"/>
                  </a:lnTo>
                  <a:lnTo>
                    <a:pt x="527106" y="736345"/>
                  </a:lnTo>
                  <a:lnTo>
                    <a:pt x="519511" y="727398"/>
                  </a:lnTo>
                  <a:lnTo>
                    <a:pt x="509951" y="718934"/>
                  </a:lnTo>
                  <a:lnTo>
                    <a:pt x="502224" y="709986"/>
                  </a:lnTo>
                  <a:lnTo>
                    <a:pt x="495807" y="701523"/>
                  </a:lnTo>
                  <a:lnTo>
                    <a:pt x="489390" y="692696"/>
                  </a:lnTo>
                  <a:lnTo>
                    <a:pt x="483104" y="684112"/>
                  </a:lnTo>
                  <a:lnTo>
                    <a:pt x="476949" y="675285"/>
                  </a:lnTo>
                  <a:lnTo>
                    <a:pt x="472235" y="666700"/>
                  </a:lnTo>
                  <a:lnTo>
                    <a:pt x="467389" y="656302"/>
                  </a:lnTo>
                  <a:lnTo>
                    <a:pt x="462675" y="647838"/>
                  </a:lnTo>
                  <a:lnTo>
                    <a:pt x="454948" y="628976"/>
                  </a:lnTo>
                  <a:lnTo>
                    <a:pt x="448531" y="611565"/>
                  </a:lnTo>
                  <a:lnTo>
                    <a:pt x="442114" y="594154"/>
                  </a:lnTo>
                  <a:lnTo>
                    <a:pt x="418542" y="589680"/>
                  </a:lnTo>
                  <a:lnTo>
                    <a:pt x="396541" y="585328"/>
                  </a:lnTo>
                  <a:lnTo>
                    <a:pt x="374802" y="580854"/>
                  </a:lnTo>
                  <a:lnTo>
                    <a:pt x="352670" y="576380"/>
                  </a:lnTo>
                  <a:lnTo>
                    <a:pt x="332240" y="572269"/>
                  </a:lnTo>
                  <a:lnTo>
                    <a:pt x="311549" y="566345"/>
                  </a:lnTo>
                  <a:lnTo>
                    <a:pt x="292691" y="561992"/>
                  </a:lnTo>
                  <a:lnTo>
                    <a:pt x="273833" y="556309"/>
                  </a:lnTo>
                  <a:lnTo>
                    <a:pt x="254975" y="550505"/>
                  </a:lnTo>
                  <a:lnTo>
                    <a:pt x="237689" y="544581"/>
                  </a:lnTo>
                  <a:lnTo>
                    <a:pt x="222105" y="537447"/>
                  </a:lnTo>
                  <a:lnTo>
                    <a:pt x="204425" y="531643"/>
                  </a:lnTo>
                  <a:lnTo>
                    <a:pt x="190413" y="524268"/>
                  </a:lnTo>
                  <a:lnTo>
                    <a:pt x="174698" y="518585"/>
                  </a:lnTo>
                  <a:lnTo>
                    <a:pt x="160685" y="511209"/>
                  </a:lnTo>
                  <a:lnTo>
                    <a:pt x="147982" y="503834"/>
                  </a:lnTo>
                  <a:lnTo>
                    <a:pt x="135410" y="496821"/>
                  </a:lnTo>
                  <a:lnTo>
                    <a:pt x="122707" y="489446"/>
                  </a:lnTo>
                  <a:lnTo>
                    <a:pt x="111838" y="480861"/>
                  </a:lnTo>
                  <a:lnTo>
                    <a:pt x="100706" y="473485"/>
                  </a:lnTo>
                  <a:lnTo>
                    <a:pt x="89837" y="466110"/>
                  </a:lnTo>
                  <a:lnTo>
                    <a:pt x="80146" y="457525"/>
                  </a:lnTo>
                  <a:lnTo>
                    <a:pt x="70979" y="448699"/>
                  </a:lnTo>
                  <a:lnTo>
                    <a:pt x="62990" y="441565"/>
                  </a:lnTo>
                  <a:lnTo>
                    <a:pt x="55264" y="432738"/>
                  </a:lnTo>
                  <a:lnTo>
                    <a:pt x="47275" y="424154"/>
                  </a:lnTo>
                  <a:lnTo>
                    <a:pt x="39287" y="415327"/>
                  </a:lnTo>
                  <a:lnTo>
                    <a:pt x="33263" y="406864"/>
                  </a:lnTo>
                  <a:lnTo>
                    <a:pt x="28417" y="399488"/>
                  </a:lnTo>
                  <a:lnTo>
                    <a:pt x="23703" y="390541"/>
                  </a:lnTo>
                  <a:lnTo>
                    <a:pt x="18857" y="382077"/>
                  </a:lnTo>
                  <a:lnTo>
                    <a:pt x="14012" y="373130"/>
                  </a:lnTo>
                  <a:lnTo>
                    <a:pt x="11131" y="363094"/>
                  </a:lnTo>
                  <a:lnTo>
                    <a:pt x="7988" y="354267"/>
                  </a:lnTo>
                  <a:lnTo>
                    <a:pt x="4845" y="345804"/>
                  </a:lnTo>
                  <a:lnTo>
                    <a:pt x="3142" y="336856"/>
                  </a:lnTo>
                  <a:lnTo>
                    <a:pt x="1571" y="328393"/>
                  </a:lnTo>
                  <a:lnTo>
                    <a:pt x="0" y="319445"/>
                  </a:lnTo>
                  <a:lnTo>
                    <a:pt x="0" y="310981"/>
                  </a:lnTo>
                  <a:lnTo>
                    <a:pt x="0" y="302034"/>
                  </a:lnTo>
                  <a:lnTo>
                    <a:pt x="0" y="293570"/>
                  </a:lnTo>
                  <a:lnTo>
                    <a:pt x="0" y="284744"/>
                  </a:lnTo>
                  <a:lnTo>
                    <a:pt x="1571" y="276159"/>
                  </a:lnTo>
                  <a:lnTo>
                    <a:pt x="3142" y="267333"/>
                  </a:lnTo>
                  <a:lnTo>
                    <a:pt x="6416" y="258748"/>
                  </a:lnTo>
                  <a:lnTo>
                    <a:pt x="7988" y="249922"/>
                  </a:lnTo>
                  <a:lnTo>
                    <a:pt x="11131" y="242546"/>
                  </a:lnTo>
                  <a:lnTo>
                    <a:pt x="14012" y="233961"/>
                  </a:lnTo>
                  <a:lnTo>
                    <a:pt x="18857" y="225135"/>
                  </a:lnTo>
                  <a:lnTo>
                    <a:pt x="22000" y="218001"/>
                  </a:lnTo>
                  <a:lnTo>
                    <a:pt x="26846" y="209175"/>
                  </a:lnTo>
                  <a:lnTo>
                    <a:pt x="33263" y="202041"/>
                  </a:lnTo>
                  <a:lnTo>
                    <a:pt x="44132" y="187290"/>
                  </a:lnTo>
                  <a:lnTo>
                    <a:pt x="70979" y="158392"/>
                  </a:lnTo>
                  <a:lnTo>
                    <a:pt x="103849" y="132155"/>
                  </a:lnTo>
                  <a:lnTo>
                    <a:pt x="149554" y="106280"/>
                  </a:lnTo>
                  <a:lnTo>
                    <a:pt x="207699" y="78470"/>
                  </a:lnTo>
                  <a:lnTo>
                    <a:pt x="267678" y="54047"/>
                  </a:lnTo>
                  <a:lnTo>
                    <a:pt x="298977" y="45220"/>
                  </a:lnTo>
                  <a:lnTo>
                    <a:pt x="329097" y="35184"/>
                  </a:lnTo>
                  <a:lnTo>
                    <a:pt x="360396" y="27809"/>
                  </a:lnTo>
                  <a:lnTo>
                    <a:pt x="391957" y="20433"/>
                  </a:lnTo>
                  <a:lnTo>
                    <a:pt x="423256" y="14751"/>
                  </a:lnTo>
                  <a:lnTo>
                    <a:pt x="454948" y="8947"/>
                  </a:lnTo>
                  <a:lnTo>
                    <a:pt x="486247" y="5924"/>
                  </a:lnTo>
                  <a:lnTo>
                    <a:pt x="517939" y="3022"/>
                  </a:lnTo>
                  <a:lnTo>
                    <a:pt x="549238" y="0"/>
                  </a:lnTo>
                  <a:lnTo>
                    <a:pt x="580799" y="0"/>
                  </a:lnTo>
                  <a:lnTo>
                    <a:pt x="613670" y="0"/>
                  </a:lnTo>
                  <a:lnTo>
                    <a:pt x="645361" y="0"/>
                  </a:lnTo>
                  <a:lnTo>
                    <a:pt x="675089" y="3022"/>
                  </a:lnTo>
                  <a:lnTo>
                    <a:pt x="706650" y="5924"/>
                  </a:lnTo>
                  <a:lnTo>
                    <a:pt x="737949" y="8947"/>
                  </a:lnTo>
                  <a:lnTo>
                    <a:pt x="768069" y="14751"/>
                  </a:lnTo>
                  <a:lnTo>
                    <a:pt x="798059" y="18862"/>
                  </a:lnTo>
                  <a:lnTo>
                    <a:pt x="856204" y="33613"/>
                  </a:lnTo>
                  <a:lnTo>
                    <a:pt x="914350" y="51024"/>
                  </a:lnTo>
                  <a:lnTo>
                    <a:pt x="968042" y="71458"/>
                  </a:lnTo>
                  <a:lnTo>
                    <a:pt x="1019771" y="95882"/>
                  </a:lnTo>
                  <a:lnTo>
                    <a:pt x="1068618" y="123691"/>
                  </a:lnTo>
                  <a:lnTo>
                    <a:pt x="1099917" y="145455"/>
                  </a:lnTo>
                  <a:lnTo>
                    <a:pt x="1109608" y="152589"/>
                  </a:lnTo>
                  <a:lnTo>
                    <a:pt x="1117597" y="159964"/>
                  </a:lnTo>
                  <a:lnTo>
                    <a:pt x="1126764" y="168428"/>
                  </a:lnTo>
                  <a:lnTo>
                    <a:pt x="1133181" y="175803"/>
                  </a:lnTo>
                  <a:lnTo>
                    <a:pt x="1141169" y="184751"/>
                  </a:lnTo>
                  <a:lnTo>
                    <a:pt x="1147324" y="193215"/>
                  </a:lnTo>
                  <a:lnTo>
                    <a:pt x="1153610" y="202041"/>
                  </a:lnTo>
                  <a:lnTo>
                    <a:pt x="1160027" y="210626"/>
                  </a:lnTo>
                  <a:lnTo>
                    <a:pt x="1164480" y="219452"/>
                  </a:lnTo>
                  <a:lnTo>
                    <a:pt x="1169325" y="228037"/>
                  </a:lnTo>
                  <a:lnTo>
                    <a:pt x="1172468" y="236863"/>
                  </a:lnTo>
                  <a:lnTo>
                    <a:pt x="1175742" y="246899"/>
                  </a:lnTo>
                  <a:lnTo>
                    <a:pt x="1178885" y="255725"/>
                  </a:lnTo>
                  <a:lnTo>
                    <a:pt x="1180457" y="264310"/>
                  </a:lnTo>
                  <a:lnTo>
                    <a:pt x="1182028" y="274708"/>
                  </a:lnTo>
                  <a:lnTo>
                    <a:pt x="1183731" y="283172"/>
                  </a:lnTo>
                  <a:lnTo>
                    <a:pt x="1184909" y="293570"/>
                  </a:lnTo>
                  <a:lnTo>
                    <a:pt x="1184909" y="302034"/>
                  </a:lnTo>
                  <a:lnTo>
                    <a:pt x="1183731" y="312432"/>
                  </a:lnTo>
                  <a:lnTo>
                    <a:pt x="1183731" y="321017"/>
                  </a:lnTo>
                  <a:lnTo>
                    <a:pt x="1182028" y="331294"/>
                  </a:lnTo>
                  <a:lnTo>
                    <a:pt x="1180457" y="339879"/>
                  </a:lnTo>
                  <a:lnTo>
                    <a:pt x="1177314" y="350157"/>
                  </a:lnTo>
                  <a:lnTo>
                    <a:pt x="1174040" y="358741"/>
                  </a:lnTo>
                  <a:lnTo>
                    <a:pt x="1170897" y="369019"/>
                  </a:lnTo>
                  <a:lnTo>
                    <a:pt x="1166051" y="377603"/>
                  </a:lnTo>
                  <a:lnTo>
                    <a:pt x="1161599" y="386430"/>
                  </a:lnTo>
                  <a:lnTo>
                    <a:pt x="1155313" y="396465"/>
                  </a:lnTo>
                  <a:lnTo>
                    <a:pt x="1150467" y="405292"/>
                  </a:lnTo>
                  <a:lnTo>
                    <a:pt x="1144050" y="413876"/>
                  </a:lnTo>
                  <a:lnTo>
                    <a:pt x="1136455" y="422703"/>
                  </a:lnTo>
                  <a:lnTo>
                    <a:pt x="1128466" y="431288"/>
                  </a:lnTo>
                  <a:lnTo>
                    <a:pt x="1120478" y="440114"/>
                  </a:lnTo>
                  <a:lnTo>
                    <a:pt x="1112751" y="448699"/>
                  </a:lnTo>
                  <a:lnTo>
                    <a:pt x="1103191" y="457525"/>
                  </a:lnTo>
                  <a:lnTo>
                    <a:pt x="1093893" y="466110"/>
                  </a:lnTo>
                  <a:lnTo>
                    <a:pt x="1082762" y="473485"/>
                  </a:lnTo>
                  <a:lnTo>
                    <a:pt x="1071892" y="482312"/>
                  </a:lnTo>
                  <a:lnTo>
                    <a:pt x="1060630" y="489446"/>
                  </a:lnTo>
                  <a:lnTo>
                    <a:pt x="1049760" y="498272"/>
                  </a:lnTo>
                  <a:lnTo>
                    <a:pt x="1037057" y="505285"/>
                  </a:lnTo>
                  <a:lnTo>
                    <a:pt x="1024616" y="512660"/>
                  </a:lnTo>
                  <a:lnTo>
                    <a:pt x="1010473" y="518585"/>
                  </a:lnTo>
                  <a:lnTo>
                    <a:pt x="996199" y="525719"/>
                  </a:lnTo>
                  <a:lnTo>
                    <a:pt x="982055" y="533094"/>
                  </a:lnTo>
                  <a:lnTo>
                    <a:pt x="966471" y="538656"/>
                  </a:lnTo>
                  <a:lnTo>
                    <a:pt x="950494" y="544581"/>
                  </a:lnTo>
                  <a:lnTo>
                    <a:pt x="934779" y="550505"/>
                  </a:lnTo>
                  <a:lnTo>
                    <a:pt x="917493" y="556309"/>
                  </a:lnTo>
                  <a:lnTo>
                    <a:pt x="900337" y="561992"/>
                  </a:lnTo>
                  <a:lnTo>
                    <a:pt x="883051" y="566345"/>
                  </a:lnTo>
                  <a:lnTo>
                    <a:pt x="864193" y="572269"/>
                  </a:lnTo>
                  <a:lnTo>
                    <a:pt x="845073" y="576380"/>
                  </a:lnTo>
                  <a:lnTo>
                    <a:pt x="824643" y="579403"/>
                  </a:lnTo>
                  <a:lnTo>
                    <a:pt x="805785" y="583756"/>
                  </a:lnTo>
                  <a:lnTo>
                    <a:pt x="785225" y="586779"/>
                  </a:lnTo>
                  <a:lnTo>
                    <a:pt x="763224" y="591131"/>
                  </a:lnTo>
                  <a:lnTo>
                    <a:pt x="741223" y="592703"/>
                  </a:lnTo>
                  <a:lnTo>
                    <a:pt x="719222" y="595242"/>
                  </a:lnTo>
                  <a:lnTo>
                    <a:pt x="697090" y="596814"/>
                  </a:lnTo>
                  <a:lnTo>
                    <a:pt x="673518" y="599716"/>
                  </a:lnTo>
                </a:path>
              </a:pathLst>
            </a:custGeom>
            <a:ln w="121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6" name="object 186"/>
          <p:cNvSpPr txBox="1"/>
          <p:nvPr/>
        </p:nvSpPr>
        <p:spPr>
          <a:xfrm>
            <a:off x="2318931" y="2436271"/>
            <a:ext cx="931544" cy="43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7310" marR="5080" indent="-55244">
              <a:lnSpc>
                <a:spcPct val="102600"/>
              </a:lnSpc>
              <a:spcBef>
                <a:spcPts val="95"/>
              </a:spcBef>
            </a:pPr>
            <a:r>
              <a:rPr sz="1300" spc="95" dirty="0">
                <a:latin typeface="Comic Sans MS"/>
                <a:cs typeface="Comic Sans MS"/>
              </a:rPr>
              <a:t>How</a:t>
            </a:r>
            <a:r>
              <a:rPr sz="1300" spc="35" dirty="0">
                <a:latin typeface="Comic Sans MS"/>
                <a:cs typeface="Comic Sans MS"/>
              </a:rPr>
              <a:t> </a:t>
            </a:r>
            <a:r>
              <a:rPr sz="1300" spc="80" dirty="0">
                <a:latin typeface="Comic Sans MS"/>
                <a:cs typeface="Comic Sans MS"/>
              </a:rPr>
              <a:t>may</a:t>
            </a:r>
            <a:r>
              <a:rPr sz="1300" spc="45" dirty="0">
                <a:latin typeface="Comic Sans MS"/>
                <a:cs typeface="Comic Sans MS"/>
              </a:rPr>
              <a:t> </a:t>
            </a:r>
            <a:r>
              <a:rPr sz="1300" spc="25" dirty="0">
                <a:latin typeface="Comic Sans MS"/>
                <a:cs typeface="Comic Sans MS"/>
              </a:rPr>
              <a:t>I </a:t>
            </a:r>
            <a:r>
              <a:rPr sz="1300" spc="65" dirty="0">
                <a:latin typeface="Comic Sans MS"/>
                <a:cs typeface="Comic Sans MS"/>
              </a:rPr>
              <a:t>help</a:t>
            </a:r>
            <a:r>
              <a:rPr sz="1300" spc="60" dirty="0">
                <a:latin typeface="Comic Sans MS"/>
                <a:cs typeface="Comic Sans MS"/>
              </a:rPr>
              <a:t> </a:t>
            </a:r>
            <a:r>
              <a:rPr sz="1300" spc="50" dirty="0">
                <a:latin typeface="Comic Sans MS"/>
                <a:cs typeface="Comic Sans MS"/>
              </a:rPr>
              <a:t>you?</a:t>
            </a:r>
            <a:endParaRPr sz="1300">
              <a:latin typeface="Comic Sans MS"/>
              <a:cs typeface="Comic Sans MS"/>
            </a:endParaRPr>
          </a:p>
        </p:txBody>
      </p:sp>
      <p:sp>
        <p:nvSpPr>
          <p:cNvPr id="187" name="object 187"/>
          <p:cNvSpPr txBox="1"/>
          <p:nvPr/>
        </p:nvSpPr>
        <p:spPr>
          <a:xfrm>
            <a:off x="687008" y="6550918"/>
            <a:ext cx="821690" cy="2298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60" dirty="0">
                <a:latin typeface="Arial MT"/>
                <a:cs typeface="Arial MT"/>
              </a:rPr>
              <a:t>Customer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188" name="object 188"/>
          <p:cNvGrpSpPr/>
          <p:nvPr/>
        </p:nvGrpSpPr>
        <p:grpSpPr>
          <a:xfrm>
            <a:off x="153060" y="1274825"/>
            <a:ext cx="2317115" cy="5307965"/>
            <a:chOff x="153060" y="1274825"/>
            <a:chExt cx="2317115" cy="5307965"/>
          </a:xfrm>
        </p:grpSpPr>
        <p:pic>
          <p:nvPicPr>
            <p:cNvPr id="189" name="object 18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76713" y="4609292"/>
              <a:ext cx="1359688" cy="1973262"/>
            </a:xfrm>
            <a:prstGeom prst="rect">
              <a:avLst/>
            </a:prstGeom>
          </p:spPr>
        </p:pic>
        <p:sp>
          <p:nvSpPr>
            <p:cNvPr id="190" name="object 190"/>
            <p:cNvSpPr/>
            <p:nvPr/>
          </p:nvSpPr>
          <p:spPr>
            <a:xfrm>
              <a:off x="153060" y="1274825"/>
              <a:ext cx="2317115" cy="923925"/>
            </a:xfrm>
            <a:custGeom>
              <a:avLst/>
              <a:gdLst/>
              <a:ahLst/>
              <a:cxnLst/>
              <a:rect l="l" t="t" r="r" b="b"/>
              <a:pathLst>
                <a:path w="2317115" h="923925">
                  <a:moveTo>
                    <a:pt x="2316607" y="0"/>
                  </a:moveTo>
                  <a:lnTo>
                    <a:pt x="0" y="0"/>
                  </a:lnTo>
                  <a:lnTo>
                    <a:pt x="0" y="923925"/>
                  </a:lnTo>
                  <a:lnTo>
                    <a:pt x="2316607" y="923925"/>
                  </a:lnTo>
                  <a:lnTo>
                    <a:pt x="23166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1" name="object 191"/>
          <p:cNvSpPr txBox="1"/>
          <p:nvPr/>
        </p:nvSpPr>
        <p:spPr>
          <a:xfrm>
            <a:off x="153060" y="1274825"/>
            <a:ext cx="2317115" cy="923925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1440" marR="240665">
              <a:lnSpc>
                <a:spcPct val="100000"/>
              </a:lnSpc>
              <a:spcBef>
                <a:spcPts val="330"/>
              </a:spcBef>
            </a:pPr>
            <a:r>
              <a:rPr sz="1800" dirty="0">
                <a:latin typeface="Arial MT"/>
                <a:cs typeface="Arial MT"/>
              </a:rPr>
              <a:t>Domain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model </a:t>
            </a:r>
            <a:r>
              <a:rPr sz="1800" dirty="0">
                <a:latin typeface="Arial MT"/>
                <a:cs typeface="Arial MT"/>
              </a:rPr>
              <a:t>created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help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of </a:t>
            </a:r>
            <a:r>
              <a:rPr sz="1800" dirty="0">
                <a:latin typeface="Arial MT"/>
                <a:cs typeface="Arial MT"/>
              </a:rPr>
              <a:t>domain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expert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92" name="object 192"/>
          <p:cNvSpPr txBox="1"/>
          <p:nvPr/>
        </p:nvSpPr>
        <p:spPr>
          <a:xfrm>
            <a:off x="9323069" y="30860"/>
            <a:ext cx="281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24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6328" y="624662"/>
            <a:ext cx="76930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b="0" dirty="0">
                <a:latin typeface="Trebuchet MS"/>
                <a:cs typeface="Trebuchet MS"/>
              </a:rPr>
              <a:t>Cartoon</a:t>
            </a:r>
            <a:r>
              <a:rPr sz="2400" b="0" spc="-95" dirty="0">
                <a:latin typeface="Trebuchet MS"/>
                <a:cs typeface="Trebuchet MS"/>
              </a:rPr>
              <a:t> </a:t>
            </a:r>
            <a:r>
              <a:rPr sz="2400" b="0" dirty="0">
                <a:latin typeface="Trebuchet MS"/>
                <a:cs typeface="Trebuchet MS"/>
              </a:rPr>
              <a:t>Strip</a:t>
            </a:r>
            <a:r>
              <a:rPr sz="4000" b="0" dirty="0">
                <a:latin typeface="Trebuchet MS"/>
                <a:cs typeface="Trebuchet MS"/>
              </a:rPr>
              <a:t>:</a:t>
            </a:r>
            <a:r>
              <a:rPr sz="4000" b="0" spc="-110" dirty="0">
                <a:latin typeface="Trebuchet MS"/>
                <a:cs typeface="Trebuchet MS"/>
              </a:rPr>
              <a:t> </a:t>
            </a:r>
            <a:r>
              <a:rPr sz="4000" b="0" dirty="0">
                <a:latin typeface="Trebuchet MS"/>
                <a:cs typeface="Trebuchet MS"/>
              </a:rPr>
              <a:t>How</a:t>
            </a:r>
            <a:r>
              <a:rPr sz="4000" b="0" spc="-275" dirty="0">
                <a:latin typeface="Trebuchet MS"/>
                <a:cs typeface="Trebuchet MS"/>
              </a:rPr>
              <a:t> </a:t>
            </a:r>
            <a:r>
              <a:rPr sz="4000" b="0" spc="-100" dirty="0">
                <a:latin typeface="Trebuchet MS"/>
                <a:cs typeface="Trebuchet MS"/>
              </a:rPr>
              <a:t>ATM</a:t>
            </a:r>
            <a:r>
              <a:rPr sz="4000" b="0" spc="-45" dirty="0">
                <a:latin typeface="Trebuchet MS"/>
                <a:cs typeface="Trebuchet MS"/>
              </a:rPr>
              <a:t> </a:t>
            </a:r>
            <a:r>
              <a:rPr sz="4000" b="0" dirty="0">
                <a:latin typeface="Trebuchet MS"/>
                <a:cs typeface="Trebuchet MS"/>
              </a:rPr>
              <a:t>Machine</a:t>
            </a:r>
            <a:r>
              <a:rPr sz="4000" b="0" spc="-105" dirty="0">
                <a:latin typeface="Trebuchet MS"/>
                <a:cs typeface="Trebuchet MS"/>
              </a:rPr>
              <a:t> </a:t>
            </a:r>
            <a:r>
              <a:rPr sz="4000" b="0" spc="-20" dirty="0">
                <a:latin typeface="Trebuchet MS"/>
                <a:cs typeface="Trebuchet MS"/>
              </a:rPr>
              <a:t>Works</a:t>
            </a:r>
            <a:endParaRPr sz="40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345967" y="1900241"/>
            <a:ext cx="1684655" cy="2059305"/>
            <a:chOff x="3345967" y="1900241"/>
            <a:chExt cx="1684655" cy="2059305"/>
          </a:xfrm>
        </p:grpSpPr>
        <p:sp>
          <p:nvSpPr>
            <p:cNvPr id="4" name="object 4"/>
            <p:cNvSpPr/>
            <p:nvPr/>
          </p:nvSpPr>
          <p:spPr>
            <a:xfrm>
              <a:off x="3345967" y="1900241"/>
              <a:ext cx="1684655" cy="2059305"/>
            </a:xfrm>
            <a:custGeom>
              <a:avLst/>
              <a:gdLst/>
              <a:ahLst/>
              <a:cxnLst/>
              <a:rect l="l" t="t" r="r" b="b"/>
              <a:pathLst>
                <a:path w="1684654" h="2059304">
                  <a:moveTo>
                    <a:pt x="1684234" y="0"/>
                  </a:moveTo>
                  <a:lnTo>
                    <a:pt x="0" y="0"/>
                  </a:lnTo>
                  <a:lnTo>
                    <a:pt x="0" y="2058684"/>
                  </a:lnTo>
                  <a:lnTo>
                    <a:pt x="1684234" y="2058684"/>
                  </a:lnTo>
                  <a:lnTo>
                    <a:pt x="1684234" y="0"/>
                  </a:lnTo>
                  <a:close/>
                </a:path>
              </a:pathLst>
            </a:custGeom>
            <a:solidFill>
              <a:srgbClr val="80808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69282" y="1933424"/>
              <a:ext cx="901461" cy="11098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39060" y="2418075"/>
              <a:ext cx="62724" cy="4757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69282" y="2154360"/>
              <a:ext cx="901461" cy="88893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39060" y="2418075"/>
              <a:ext cx="72152" cy="5609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551160" y="2511445"/>
              <a:ext cx="26670" cy="27940"/>
            </a:xfrm>
            <a:custGeom>
              <a:avLst/>
              <a:gdLst/>
              <a:ahLst/>
              <a:cxnLst/>
              <a:rect l="l" t="t" r="r" b="b"/>
              <a:pathLst>
                <a:path w="26670" h="27939">
                  <a:moveTo>
                    <a:pt x="26352" y="6199"/>
                  </a:moveTo>
                  <a:lnTo>
                    <a:pt x="17980" y="24417"/>
                  </a:lnTo>
                  <a:lnTo>
                    <a:pt x="16333" y="25935"/>
                  </a:lnTo>
                  <a:lnTo>
                    <a:pt x="16333" y="27580"/>
                  </a:lnTo>
                  <a:lnTo>
                    <a:pt x="14686" y="27580"/>
                  </a:lnTo>
                  <a:lnTo>
                    <a:pt x="13039" y="27580"/>
                  </a:lnTo>
                  <a:lnTo>
                    <a:pt x="11392" y="27580"/>
                  </a:lnTo>
                  <a:lnTo>
                    <a:pt x="9607" y="27580"/>
                  </a:lnTo>
                  <a:lnTo>
                    <a:pt x="6313" y="27580"/>
                  </a:lnTo>
                  <a:lnTo>
                    <a:pt x="4666" y="25935"/>
                  </a:lnTo>
                  <a:lnTo>
                    <a:pt x="3019" y="24417"/>
                  </a:lnTo>
                  <a:lnTo>
                    <a:pt x="1647" y="24417"/>
                  </a:lnTo>
                  <a:lnTo>
                    <a:pt x="1647" y="22899"/>
                  </a:lnTo>
                  <a:lnTo>
                    <a:pt x="0" y="21381"/>
                  </a:lnTo>
                  <a:lnTo>
                    <a:pt x="0" y="19863"/>
                  </a:lnTo>
                  <a:lnTo>
                    <a:pt x="0" y="18218"/>
                  </a:lnTo>
                  <a:lnTo>
                    <a:pt x="9607" y="0"/>
                  </a:lnTo>
                </a:path>
              </a:pathLst>
            </a:custGeom>
            <a:ln w="3175">
              <a:solidFill>
                <a:srgbClr val="B1B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36054" y="2287256"/>
              <a:ext cx="759460" cy="696595"/>
            </a:xfrm>
            <a:custGeom>
              <a:avLst/>
              <a:gdLst/>
              <a:ahLst/>
              <a:cxnLst/>
              <a:rect l="l" t="t" r="r" b="b"/>
              <a:pathLst>
                <a:path w="759460" h="696594">
                  <a:moveTo>
                    <a:pt x="42823" y="0"/>
                  </a:moveTo>
                  <a:lnTo>
                    <a:pt x="133547" y="221025"/>
                  </a:lnTo>
                  <a:lnTo>
                    <a:pt x="118861" y="230007"/>
                  </a:lnTo>
                  <a:lnTo>
                    <a:pt x="103763" y="240761"/>
                  </a:lnTo>
                  <a:lnTo>
                    <a:pt x="90724" y="251515"/>
                  </a:lnTo>
                  <a:lnTo>
                    <a:pt x="65881" y="274415"/>
                  </a:lnTo>
                  <a:lnTo>
                    <a:pt x="54489" y="286434"/>
                  </a:lnTo>
                  <a:lnTo>
                    <a:pt x="44470" y="300351"/>
                  </a:lnTo>
                  <a:lnTo>
                    <a:pt x="34450" y="312370"/>
                  </a:lnTo>
                  <a:lnTo>
                    <a:pt x="26352" y="326287"/>
                  </a:lnTo>
                  <a:lnTo>
                    <a:pt x="13039" y="353361"/>
                  </a:lnTo>
                  <a:lnTo>
                    <a:pt x="7960" y="367278"/>
                  </a:lnTo>
                  <a:lnTo>
                    <a:pt x="4941" y="382460"/>
                  </a:lnTo>
                  <a:lnTo>
                    <a:pt x="1647" y="396377"/>
                  </a:lnTo>
                  <a:lnTo>
                    <a:pt x="0" y="411433"/>
                  </a:lnTo>
                  <a:lnTo>
                    <a:pt x="0" y="440405"/>
                  </a:lnTo>
                  <a:lnTo>
                    <a:pt x="1647" y="454069"/>
                  </a:lnTo>
                  <a:lnTo>
                    <a:pt x="4941" y="466341"/>
                  </a:lnTo>
                  <a:lnTo>
                    <a:pt x="7960" y="480005"/>
                  </a:lnTo>
                  <a:lnTo>
                    <a:pt x="29783" y="530232"/>
                  </a:lnTo>
                  <a:lnTo>
                    <a:pt x="64234" y="577549"/>
                  </a:lnTo>
                  <a:lnTo>
                    <a:pt x="87293" y="597286"/>
                  </a:lnTo>
                  <a:lnTo>
                    <a:pt x="99096" y="608040"/>
                  </a:lnTo>
                  <a:lnTo>
                    <a:pt x="110488" y="617276"/>
                  </a:lnTo>
                  <a:lnTo>
                    <a:pt x="123802" y="626259"/>
                  </a:lnTo>
                  <a:lnTo>
                    <a:pt x="138625" y="633976"/>
                  </a:lnTo>
                  <a:lnTo>
                    <a:pt x="151664" y="641694"/>
                  </a:lnTo>
                  <a:lnTo>
                    <a:pt x="198193" y="662948"/>
                  </a:lnTo>
                  <a:lnTo>
                    <a:pt x="249114" y="679649"/>
                  </a:lnTo>
                  <a:lnTo>
                    <a:pt x="303604" y="690529"/>
                  </a:lnTo>
                  <a:lnTo>
                    <a:pt x="341897" y="694831"/>
                  </a:lnTo>
                  <a:lnTo>
                    <a:pt x="359878" y="694831"/>
                  </a:lnTo>
                  <a:lnTo>
                    <a:pt x="379642" y="696349"/>
                  </a:lnTo>
                  <a:lnTo>
                    <a:pt x="399406" y="694831"/>
                  </a:lnTo>
                  <a:lnTo>
                    <a:pt x="419171" y="694831"/>
                  </a:lnTo>
                  <a:lnTo>
                    <a:pt x="437563" y="693186"/>
                  </a:lnTo>
                  <a:lnTo>
                    <a:pt x="457327" y="690529"/>
                  </a:lnTo>
                  <a:lnTo>
                    <a:pt x="493562" y="684330"/>
                  </a:lnTo>
                  <a:lnTo>
                    <a:pt x="510307" y="679649"/>
                  </a:lnTo>
                  <a:lnTo>
                    <a:pt x="528287" y="675094"/>
                  </a:lnTo>
                  <a:lnTo>
                    <a:pt x="544758" y="668895"/>
                  </a:lnTo>
                  <a:lnTo>
                    <a:pt x="577836" y="656876"/>
                  </a:lnTo>
                  <a:lnTo>
                    <a:pt x="592659" y="649158"/>
                  </a:lnTo>
                  <a:lnTo>
                    <a:pt x="635482" y="626259"/>
                  </a:lnTo>
                  <a:lnTo>
                    <a:pt x="673638" y="597286"/>
                  </a:lnTo>
                  <a:lnTo>
                    <a:pt x="685030" y="588303"/>
                  </a:lnTo>
                  <a:lnTo>
                    <a:pt x="695050" y="577549"/>
                  </a:lnTo>
                  <a:lnTo>
                    <a:pt x="704795" y="565404"/>
                  </a:lnTo>
                  <a:lnTo>
                    <a:pt x="714814" y="554650"/>
                  </a:lnTo>
                  <a:lnTo>
                    <a:pt x="723187" y="542631"/>
                  </a:lnTo>
                  <a:lnTo>
                    <a:pt x="729638" y="530232"/>
                  </a:lnTo>
                  <a:lnTo>
                    <a:pt x="742951" y="505941"/>
                  </a:lnTo>
                  <a:lnTo>
                    <a:pt x="748030" y="493795"/>
                  </a:lnTo>
                  <a:lnTo>
                    <a:pt x="752696" y="480005"/>
                  </a:lnTo>
                  <a:lnTo>
                    <a:pt x="755990" y="467986"/>
                  </a:lnTo>
                  <a:lnTo>
                    <a:pt x="759422" y="440405"/>
                  </a:lnTo>
                  <a:lnTo>
                    <a:pt x="759422" y="411433"/>
                  </a:lnTo>
                  <a:lnTo>
                    <a:pt x="752696" y="371959"/>
                  </a:lnTo>
                  <a:lnTo>
                    <a:pt x="723187" y="309333"/>
                  </a:lnTo>
                  <a:lnTo>
                    <a:pt x="685030" y="265179"/>
                  </a:lnTo>
                  <a:lnTo>
                    <a:pt x="661972" y="245442"/>
                  </a:lnTo>
                  <a:lnTo>
                    <a:pt x="648933" y="234562"/>
                  </a:lnTo>
                  <a:lnTo>
                    <a:pt x="635482" y="227224"/>
                  </a:lnTo>
                  <a:lnTo>
                    <a:pt x="622443" y="217862"/>
                  </a:lnTo>
                  <a:lnTo>
                    <a:pt x="607757" y="210144"/>
                  </a:lnTo>
                  <a:lnTo>
                    <a:pt x="592659" y="202806"/>
                  </a:lnTo>
                  <a:lnTo>
                    <a:pt x="577836" y="195089"/>
                  </a:lnTo>
                  <a:lnTo>
                    <a:pt x="544758" y="182690"/>
                  </a:lnTo>
                  <a:lnTo>
                    <a:pt x="528287" y="176870"/>
                  </a:lnTo>
                  <a:lnTo>
                    <a:pt x="493562" y="167634"/>
                  </a:lnTo>
                  <a:lnTo>
                    <a:pt x="457327" y="161435"/>
                  </a:lnTo>
                  <a:lnTo>
                    <a:pt x="437563" y="159917"/>
                  </a:lnTo>
                  <a:lnTo>
                    <a:pt x="419171" y="156754"/>
                  </a:lnTo>
                  <a:lnTo>
                    <a:pt x="349858" y="156754"/>
                  </a:lnTo>
                  <a:lnTo>
                    <a:pt x="335172" y="158399"/>
                  </a:lnTo>
                  <a:lnTo>
                    <a:pt x="303604" y="161435"/>
                  </a:lnTo>
                  <a:lnTo>
                    <a:pt x="288918" y="164472"/>
                  </a:lnTo>
                  <a:lnTo>
                    <a:pt x="273820" y="166116"/>
                  </a:lnTo>
                  <a:lnTo>
                    <a:pt x="260781" y="170671"/>
                  </a:lnTo>
                  <a:lnTo>
                    <a:pt x="42823" y="0"/>
                  </a:lnTo>
                  <a:close/>
                </a:path>
              </a:pathLst>
            </a:custGeom>
            <a:solidFill>
              <a:srgbClr val="FFFFFF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36054" y="2287256"/>
              <a:ext cx="759460" cy="696595"/>
            </a:xfrm>
            <a:custGeom>
              <a:avLst/>
              <a:gdLst/>
              <a:ahLst/>
              <a:cxnLst/>
              <a:rect l="l" t="t" r="r" b="b"/>
              <a:pathLst>
                <a:path w="759460" h="696594">
                  <a:moveTo>
                    <a:pt x="260781" y="170671"/>
                  </a:moveTo>
                  <a:lnTo>
                    <a:pt x="273820" y="166116"/>
                  </a:lnTo>
                  <a:lnTo>
                    <a:pt x="288918" y="164472"/>
                  </a:lnTo>
                  <a:lnTo>
                    <a:pt x="303604" y="161435"/>
                  </a:lnTo>
                  <a:lnTo>
                    <a:pt x="318702" y="159917"/>
                  </a:lnTo>
                  <a:lnTo>
                    <a:pt x="335172" y="158399"/>
                  </a:lnTo>
                  <a:lnTo>
                    <a:pt x="349858" y="156754"/>
                  </a:lnTo>
                  <a:lnTo>
                    <a:pt x="364956" y="156754"/>
                  </a:lnTo>
                  <a:lnTo>
                    <a:pt x="379642" y="156754"/>
                  </a:lnTo>
                  <a:lnTo>
                    <a:pt x="399406" y="156754"/>
                  </a:lnTo>
                  <a:lnTo>
                    <a:pt x="419171" y="156754"/>
                  </a:lnTo>
                  <a:lnTo>
                    <a:pt x="437563" y="159917"/>
                  </a:lnTo>
                  <a:lnTo>
                    <a:pt x="457327" y="161435"/>
                  </a:lnTo>
                  <a:lnTo>
                    <a:pt x="475445" y="164472"/>
                  </a:lnTo>
                  <a:lnTo>
                    <a:pt x="493562" y="167634"/>
                  </a:lnTo>
                  <a:lnTo>
                    <a:pt x="510307" y="172189"/>
                  </a:lnTo>
                  <a:lnTo>
                    <a:pt x="528287" y="176870"/>
                  </a:lnTo>
                  <a:lnTo>
                    <a:pt x="544758" y="182690"/>
                  </a:lnTo>
                  <a:lnTo>
                    <a:pt x="561091" y="188889"/>
                  </a:lnTo>
                  <a:lnTo>
                    <a:pt x="577836" y="195089"/>
                  </a:lnTo>
                  <a:lnTo>
                    <a:pt x="592659" y="202806"/>
                  </a:lnTo>
                  <a:lnTo>
                    <a:pt x="607757" y="210144"/>
                  </a:lnTo>
                  <a:lnTo>
                    <a:pt x="622443" y="217862"/>
                  </a:lnTo>
                  <a:lnTo>
                    <a:pt x="635482" y="227224"/>
                  </a:lnTo>
                  <a:lnTo>
                    <a:pt x="648933" y="234562"/>
                  </a:lnTo>
                  <a:lnTo>
                    <a:pt x="661972" y="245442"/>
                  </a:lnTo>
                  <a:lnTo>
                    <a:pt x="673638" y="254299"/>
                  </a:lnTo>
                  <a:lnTo>
                    <a:pt x="685030" y="265179"/>
                  </a:lnTo>
                  <a:lnTo>
                    <a:pt x="695050" y="275933"/>
                  </a:lnTo>
                  <a:lnTo>
                    <a:pt x="704795" y="286434"/>
                  </a:lnTo>
                  <a:lnTo>
                    <a:pt x="714814" y="297188"/>
                  </a:lnTo>
                  <a:lnTo>
                    <a:pt x="723187" y="309333"/>
                  </a:lnTo>
                  <a:lnTo>
                    <a:pt x="729638" y="321606"/>
                  </a:lnTo>
                  <a:lnTo>
                    <a:pt x="736226" y="333625"/>
                  </a:lnTo>
                  <a:lnTo>
                    <a:pt x="752696" y="371959"/>
                  </a:lnTo>
                  <a:lnTo>
                    <a:pt x="759422" y="411433"/>
                  </a:lnTo>
                  <a:lnTo>
                    <a:pt x="759422" y="426615"/>
                  </a:lnTo>
                  <a:lnTo>
                    <a:pt x="759422" y="440405"/>
                  </a:lnTo>
                  <a:lnTo>
                    <a:pt x="757637" y="454069"/>
                  </a:lnTo>
                  <a:lnTo>
                    <a:pt x="755990" y="467986"/>
                  </a:lnTo>
                  <a:lnTo>
                    <a:pt x="752696" y="480005"/>
                  </a:lnTo>
                  <a:lnTo>
                    <a:pt x="748030" y="493795"/>
                  </a:lnTo>
                  <a:lnTo>
                    <a:pt x="742951" y="505941"/>
                  </a:lnTo>
                  <a:lnTo>
                    <a:pt x="736226" y="518213"/>
                  </a:lnTo>
                  <a:lnTo>
                    <a:pt x="729638" y="530232"/>
                  </a:lnTo>
                  <a:lnTo>
                    <a:pt x="723187" y="542631"/>
                  </a:lnTo>
                  <a:lnTo>
                    <a:pt x="714814" y="554650"/>
                  </a:lnTo>
                  <a:lnTo>
                    <a:pt x="704795" y="565404"/>
                  </a:lnTo>
                  <a:lnTo>
                    <a:pt x="695050" y="577549"/>
                  </a:lnTo>
                  <a:lnTo>
                    <a:pt x="685030" y="588303"/>
                  </a:lnTo>
                  <a:lnTo>
                    <a:pt x="673638" y="597286"/>
                  </a:lnTo>
                  <a:lnTo>
                    <a:pt x="661972" y="608040"/>
                  </a:lnTo>
                  <a:lnTo>
                    <a:pt x="622443" y="633976"/>
                  </a:lnTo>
                  <a:lnTo>
                    <a:pt x="592659" y="649158"/>
                  </a:lnTo>
                  <a:lnTo>
                    <a:pt x="577836" y="656876"/>
                  </a:lnTo>
                  <a:lnTo>
                    <a:pt x="561091" y="662948"/>
                  </a:lnTo>
                  <a:lnTo>
                    <a:pt x="544758" y="668895"/>
                  </a:lnTo>
                  <a:lnTo>
                    <a:pt x="528287" y="675094"/>
                  </a:lnTo>
                  <a:lnTo>
                    <a:pt x="510307" y="679649"/>
                  </a:lnTo>
                  <a:lnTo>
                    <a:pt x="493562" y="684330"/>
                  </a:lnTo>
                  <a:lnTo>
                    <a:pt x="475445" y="687366"/>
                  </a:lnTo>
                  <a:lnTo>
                    <a:pt x="457327" y="690529"/>
                  </a:lnTo>
                  <a:lnTo>
                    <a:pt x="437563" y="693186"/>
                  </a:lnTo>
                  <a:lnTo>
                    <a:pt x="419171" y="694831"/>
                  </a:lnTo>
                  <a:lnTo>
                    <a:pt x="399406" y="694831"/>
                  </a:lnTo>
                  <a:lnTo>
                    <a:pt x="379642" y="696349"/>
                  </a:lnTo>
                  <a:lnTo>
                    <a:pt x="359878" y="694831"/>
                  </a:lnTo>
                  <a:lnTo>
                    <a:pt x="341897" y="694831"/>
                  </a:lnTo>
                  <a:lnTo>
                    <a:pt x="321721" y="693186"/>
                  </a:lnTo>
                  <a:lnTo>
                    <a:pt x="303604" y="690529"/>
                  </a:lnTo>
                  <a:lnTo>
                    <a:pt x="285624" y="687366"/>
                  </a:lnTo>
                  <a:lnTo>
                    <a:pt x="267506" y="684330"/>
                  </a:lnTo>
                  <a:lnTo>
                    <a:pt x="214664" y="668895"/>
                  </a:lnTo>
                  <a:lnTo>
                    <a:pt x="166762" y="649158"/>
                  </a:lnTo>
                  <a:lnTo>
                    <a:pt x="138625" y="633976"/>
                  </a:lnTo>
                  <a:lnTo>
                    <a:pt x="123802" y="626259"/>
                  </a:lnTo>
                  <a:lnTo>
                    <a:pt x="110488" y="617276"/>
                  </a:lnTo>
                  <a:lnTo>
                    <a:pt x="99096" y="608040"/>
                  </a:lnTo>
                  <a:lnTo>
                    <a:pt x="87293" y="597286"/>
                  </a:lnTo>
                  <a:lnTo>
                    <a:pt x="76038" y="588303"/>
                  </a:lnTo>
                  <a:lnTo>
                    <a:pt x="46117" y="554650"/>
                  </a:lnTo>
                  <a:lnTo>
                    <a:pt x="23058" y="518213"/>
                  </a:lnTo>
                  <a:lnTo>
                    <a:pt x="7960" y="480005"/>
                  </a:lnTo>
                  <a:lnTo>
                    <a:pt x="4941" y="466341"/>
                  </a:lnTo>
                  <a:lnTo>
                    <a:pt x="1647" y="454069"/>
                  </a:lnTo>
                  <a:lnTo>
                    <a:pt x="0" y="440405"/>
                  </a:lnTo>
                  <a:lnTo>
                    <a:pt x="0" y="426615"/>
                  </a:lnTo>
                  <a:lnTo>
                    <a:pt x="0" y="411433"/>
                  </a:lnTo>
                  <a:lnTo>
                    <a:pt x="1647" y="396377"/>
                  </a:lnTo>
                  <a:lnTo>
                    <a:pt x="4941" y="382460"/>
                  </a:lnTo>
                  <a:lnTo>
                    <a:pt x="7960" y="367278"/>
                  </a:lnTo>
                  <a:lnTo>
                    <a:pt x="13039" y="353361"/>
                  </a:lnTo>
                  <a:lnTo>
                    <a:pt x="19764" y="339824"/>
                  </a:lnTo>
                  <a:lnTo>
                    <a:pt x="26352" y="326287"/>
                  </a:lnTo>
                  <a:lnTo>
                    <a:pt x="34450" y="312370"/>
                  </a:lnTo>
                  <a:lnTo>
                    <a:pt x="44470" y="300351"/>
                  </a:lnTo>
                  <a:lnTo>
                    <a:pt x="54489" y="286434"/>
                  </a:lnTo>
                  <a:lnTo>
                    <a:pt x="65881" y="274415"/>
                  </a:lnTo>
                  <a:lnTo>
                    <a:pt x="77685" y="263661"/>
                  </a:lnTo>
                  <a:lnTo>
                    <a:pt x="90724" y="251515"/>
                  </a:lnTo>
                  <a:lnTo>
                    <a:pt x="103763" y="240761"/>
                  </a:lnTo>
                  <a:lnTo>
                    <a:pt x="118861" y="230007"/>
                  </a:lnTo>
                  <a:lnTo>
                    <a:pt x="133547" y="221025"/>
                  </a:lnTo>
                  <a:lnTo>
                    <a:pt x="42823" y="0"/>
                  </a:lnTo>
                  <a:lnTo>
                    <a:pt x="260781" y="170671"/>
                  </a:lnTo>
                </a:path>
              </a:pathLst>
            </a:custGeom>
            <a:ln w="6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96983" y="3035297"/>
              <a:ext cx="410476" cy="81889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345967" y="1900241"/>
              <a:ext cx="1684655" cy="2059305"/>
            </a:xfrm>
            <a:custGeom>
              <a:avLst/>
              <a:gdLst/>
              <a:ahLst/>
              <a:cxnLst/>
              <a:rect l="l" t="t" r="r" b="b"/>
              <a:pathLst>
                <a:path w="1684654" h="2059304">
                  <a:moveTo>
                    <a:pt x="1684234" y="0"/>
                  </a:moveTo>
                  <a:lnTo>
                    <a:pt x="0" y="0"/>
                  </a:lnTo>
                  <a:lnTo>
                    <a:pt x="0" y="2058684"/>
                  </a:lnTo>
                  <a:lnTo>
                    <a:pt x="1684234" y="2058684"/>
                  </a:lnTo>
                  <a:lnTo>
                    <a:pt x="1684234" y="0"/>
                  </a:lnTo>
                  <a:close/>
                </a:path>
              </a:pathLst>
            </a:custGeom>
            <a:solidFill>
              <a:srgbClr val="80808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69282" y="1933424"/>
              <a:ext cx="901461" cy="110987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39060" y="2418075"/>
              <a:ext cx="62724" cy="4757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69282" y="2154360"/>
              <a:ext cx="901461" cy="88893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39060" y="2418075"/>
              <a:ext cx="72152" cy="5609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551160" y="2511445"/>
              <a:ext cx="26670" cy="27940"/>
            </a:xfrm>
            <a:custGeom>
              <a:avLst/>
              <a:gdLst/>
              <a:ahLst/>
              <a:cxnLst/>
              <a:rect l="l" t="t" r="r" b="b"/>
              <a:pathLst>
                <a:path w="26670" h="27939">
                  <a:moveTo>
                    <a:pt x="26352" y="6199"/>
                  </a:moveTo>
                  <a:lnTo>
                    <a:pt x="17980" y="24417"/>
                  </a:lnTo>
                  <a:lnTo>
                    <a:pt x="16333" y="25935"/>
                  </a:lnTo>
                  <a:lnTo>
                    <a:pt x="16333" y="27580"/>
                  </a:lnTo>
                  <a:lnTo>
                    <a:pt x="14686" y="27580"/>
                  </a:lnTo>
                  <a:lnTo>
                    <a:pt x="13039" y="27580"/>
                  </a:lnTo>
                  <a:lnTo>
                    <a:pt x="11392" y="27580"/>
                  </a:lnTo>
                  <a:lnTo>
                    <a:pt x="9607" y="27580"/>
                  </a:lnTo>
                  <a:lnTo>
                    <a:pt x="6313" y="27580"/>
                  </a:lnTo>
                  <a:lnTo>
                    <a:pt x="4666" y="25935"/>
                  </a:lnTo>
                  <a:lnTo>
                    <a:pt x="3019" y="24417"/>
                  </a:lnTo>
                  <a:lnTo>
                    <a:pt x="1647" y="24417"/>
                  </a:lnTo>
                  <a:lnTo>
                    <a:pt x="1647" y="22899"/>
                  </a:lnTo>
                  <a:lnTo>
                    <a:pt x="0" y="21381"/>
                  </a:lnTo>
                  <a:lnTo>
                    <a:pt x="0" y="19863"/>
                  </a:lnTo>
                  <a:lnTo>
                    <a:pt x="0" y="18218"/>
                  </a:lnTo>
                  <a:lnTo>
                    <a:pt x="9607" y="0"/>
                  </a:lnTo>
                </a:path>
              </a:pathLst>
            </a:custGeom>
            <a:ln w="3175">
              <a:solidFill>
                <a:srgbClr val="B1B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236054" y="2287256"/>
              <a:ext cx="759460" cy="696595"/>
            </a:xfrm>
            <a:custGeom>
              <a:avLst/>
              <a:gdLst/>
              <a:ahLst/>
              <a:cxnLst/>
              <a:rect l="l" t="t" r="r" b="b"/>
              <a:pathLst>
                <a:path w="759460" h="696594">
                  <a:moveTo>
                    <a:pt x="42823" y="0"/>
                  </a:moveTo>
                  <a:lnTo>
                    <a:pt x="133547" y="221025"/>
                  </a:lnTo>
                  <a:lnTo>
                    <a:pt x="118861" y="230007"/>
                  </a:lnTo>
                  <a:lnTo>
                    <a:pt x="103763" y="240761"/>
                  </a:lnTo>
                  <a:lnTo>
                    <a:pt x="90724" y="251515"/>
                  </a:lnTo>
                  <a:lnTo>
                    <a:pt x="65881" y="274415"/>
                  </a:lnTo>
                  <a:lnTo>
                    <a:pt x="54489" y="286434"/>
                  </a:lnTo>
                  <a:lnTo>
                    <a:pt x="44470" y="300351"/>
                  </a:lnTo>
                  <a:lnTo>
                    <a:pt x="34450" y="312370"/>
                  </a:lnTo>
                  <a:lnTo>
                    <a:pt x="26352" y="326287"/>
                  </a:lnTo>
                  <a:lnTo>
                    <a:pt x="13039" y="353361"/>
                  </a:lnTo>
                  <a:lnTo>
                    <a:pt x="7960" y="367278"/>
                  </a:lnTo>
                  <a:lnTo>
                    <a:pt x="4941" y="382460"/>
                  </a:lnTo>
                  <a:lnTo>
                    <a:pt x="1647" y="396377"/>
                  </a:lnTo>
                  <a:lnTo>
                    <a:pt x="0" y="411433"/>
                  </a:lnTo>
                  <a:lnTo>
                    <a:pt x="0" y="440405"/>
                  </a:lnTo>
                  <a:lnTo>
                    <a:pt x="1647" y="454069"/>
                  </a:lnTo>
                  <a:lnTo>
                    <a:pt x="4941" y="466341"/>
                  </a:lnTo>
                  <a:lnTo>
                    <a:pt x="7960" y="480005"/>
                  </a:lnTo>
                  <a:lnTo>
                    <a:pt x="29783" y="530232"/>
                  </a:lnTo>
                  <a:lnTo>
                    <a:pt x="64234" y="577549"/>
                  </a:lnTo>
                  <a:lnTo>
                    <a:pt x="87293" y="597286"/>
                  </a:lnTo>
                  <a:lnTo>
                    <a:pt x="99096" y="608040"/>
                  </a:lnTo>
                  <a:lnTo>
                    <a:pt x="110488" y="617276"/>
                  </a:lnTo>
                  <a:lnTo>
                    <a:pt x="123802" y="626259"/>
                  </a:lnTo>
                  <a:lnTo>
                    <a:pt x="138625" y="633976"/>
                  </a:lnTo>
                  <a:lnTo>
                    <a:pt x="151664" y="641694"/>
                  </a:lnTo>
                  <a:lnTo>
                    <a:pt x="198193" y="662948"/>
                  </a:lnTo>
                  <a:lnTo>
                    <a:pt x="249114" y="679649"/>
                  </a:lnTo>
                  <a:lnTo>
                    <a:pt x="303604" y="690529"/>
                  </a:lnTo>
                  <a:lnTo>
                    <a:pt x="341897" y="694831"/>
                  </a:lnTo>
                  <a:lnTo>
                    <a:pt x="359878" y="694831"/>
                  </a:lnTo>
                  <a:lnTo>
                    <a:pt x="379642" y="696349"/>
                  </a:lnTo>
                  <a:lnTo>
                    <a:pt x="399406" y="694831"/>
                  </a:lnTo>
                  <a:lnTo>
                    <a:pt x="419171" y="694831"/>
                  </a:lnTo>
                  <a:lnTo>
                    <a:pt x="437563" y="693186"/>
                  </a:lnTo>
                  <a:lnTo>
                    <a:pt x="457327" y="690529"/>
                  </a:lnTo>
                  <a:lnTo>
                    <a:pt x="493562" y="684330"/>
                  </a:lnTo>
                  <a:lnTo>
                    <a:pt x="510307" y="679649"/>
                  </a:lnTo>
                  <a:lnTo>
                    <a:pt x="528287" y="675094"/>
                  </a:lnTo>
                  <a:lnTo>
                    <a:pt x="544758" y="668895"/>
                  </a:lnTo>
                  <a:lnTo>
                    <a:pt x="577836" y="656876"/>
                  </a:lnTo>
                  <a:lnTo>
                    <a:pt x="592659" y="649158"/>
                  </a:lnTo>
                  <a:lnTo>
                    <a:pt x="635482" y="626259"/>
                  </a:lnTo>
                  <a:lnTo>
                    <a:pt x="673638" y="597286"/>
                  </a:lnTo>
                  <a:lnTo>
                    <a:pt x="685030" y="588303"/>
                  </a:lnTo>
                  <a:lnTo>
                    <a:pt x="695050" y="577549"/>
                  </a:lnTo>
                  <a:lnTo>
                    <a:pt x="704795" y="565404"/>
                  </a:lnTo>
                  <a:lnTo>
                    <a:pt x="714814" y="554650"/>
                  </a:lnTo>
                  <a:lnTo>
                    <a:pt x="723187" y="542631"/>
                  </a:lnTo>
                  <a:lnTo>
                    <a:pt x="729638" y="530232"/>
                  </a:lnTo>
                  <a:lnTo>
                    <a:pt x="742951" y="505941"/>
                  </a:lnTo>
                  <a:lnTo>
                    <a:pt x="748030" y="493795"/>
                  </a:lnTo>
                  <a:lnTo>
                    <a:pt x="752696" y="480005"/>
                  </a:lnTo>
                  <a:lnTo>
                    <a:pt x="755990" y="467986"/>
                  </a:lnTo>
                  <a:lnTo>
                    <a:pt x="759422" y="440405"/>
                  </a:lnTo>
                  <a:lnTo>
                    <a:pt x="759422" y="411433"/>
                  </a:lnTo>
                  <a:lnTo>
                    <a:pt x="752696" y="371959"/>
                  </a:lnTo>
                  <a:lnTo>
                    <a:pt x="723187" y="309333"/>
                  </a:lnTo>
                  <a:lnTo>
                    <a:pt x="685030" y="265179"/>
                  </a:lnTo>
                  <a:lnTo>
                    <a:pt x="661972" y="245442"/>
                  </a:lnTo>
                  <a:lnTo>
                    <a:pt x="648933" y="234562"/>
                  </a:lnTo>
                  <a:lnTo>
                    <a:pt x="635482" y="227224"/>
                  </a:lnTo>
                  <a:lnTo>
                    <a:pt x="622443" y="217862"/>
                  </a:lnTo>
                  <a:lnTo>
                    <a:pt x="607757" y="210144"/>
                  </a:lnTo>
                  <a:lnTo>
                    <a:pt x="592659" y="202806"/>
                  </a:lnTo>
                  <a:lnTo>
                    <a:pt x="577836" y="195089"/>
                  </a:lnTo>
                  <a:lnTo>
                    <a:pt x="544758" y="182690"/>
                  </a:lnTo>
                  <a:lnTo>
                    <a:pt x="528287" y="176870"/>
                  </a:lnTo>
                  <a:lnTo>
                    <a:pt x="493562" y="167634"/>
                  </a:lnTo>
                  <a:lnTo>
                    <a:pt x="457327" y="161435"/>
                  </a:lnTo>
                  <a:lnTo>
                    <a:pt x="437563" y="159917"/>
                  </a:lnTo>
                  <a:lnTo>
                    <a:pt x="419171" y="156754"/>
                  </a:lnTo>
                  <a:lnTo>
                    <a:pt x="349858" y="156754"/>
                  </a:lnTo>
                  <a:lnTo>
                    <a:pt x="335172" y="158399"/>
                  </a:lnTo>
                  <a:lnTo>
                    <a:pt x="303604" y="161435"/>
                  </a:lnTo>
                  <a:lnTo>
                    <a:pt x="288918" y="164472"/>
                  </a:lnTo>
                  <a:lnTo>
                    <a:pt x="273820" y="166116"/>
                  </a:lnTo>
                  <a:lnTo>
                    <a:pt x="260781" y="170671"/>
                  </a:lnTo>
                  <a:lnTo>
                    <a:pt x="42823" y="0"/>
                  </a:lnTo>
                  <a:close/>
                </a:path>
              </a:pathLst>
            </a:custGeom>
            <a:solidFill>
              <a:srgbClr val="FFFFFF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236054" y="2287256"/>
              <a:ext cx="759460" cy="696595"/>
            </a:xfrm>
            <a:custGeom>
              <a:avLst/>
              <a:gdLst/>
              <a:ahLst/>
              <a:cxnLst/>
              <a:rect l="l" t="t" r="r" b="b"/>
              <a:pathLst>
                <a:path w="759460" h="696594">
                  <a:moveTo>
                    <a:pt x="260781" y="170671"/>
                  </a:moveTo>
                  <a:lnTo>
                    <a:pt x="273820" y="166116"/>
                  </a:lnTo>
                  <a:lnTo>
                    <a:pt x="288918" y="164472"/>
                  </a:lnTo>
                  <a:lnTo>
                    <a:pt x="303604" y="161435"/>
                  </a:lnTo>
                  <a:lnTo>
                    <a:pt x="318702" y="159917"/>
                  </a:lnTo>
                  <a:lnTo>
                    <a:pt x="335172" y="158399"/>
                  </a:lnTo>
                  <a:lnTo>
                    <a:pt x="349858" y="156754"/>
                  </a:lnTo>
                  <a:lnTo>
                    <a:pt x="364956" y="156754"/>
                  </a:lnTo>
                  <a:lnTo>
                    <a:pt x="379642" y="156754"/>
                  </a:lnTo>
                  <a:lnTo>
                    <a:pt x="399406" y="156754"/>
                  </a:lnTo>
                  <a:lnTo>
                    <a:pt x="419171" y="156754"/>
                  </a:lnTo>
                  <a:lnTo>
                    <a:pt x="437563" y="159917"/>
                  </a:lnTo>
                  <a:lnTo>
                    <a:pt x="457327" y="161435"/>
                  </a:lnTo>
                  <a:lnTo>
                    <a:pt x="475445" y="164472"/>
                  </a:lnTo>
                  <a:lnTo>
                    <a:pt x="493562" y="167634"/>
                  </a:lnTo>
                  <a:lnTo>
                    <a:pt x="510307" y="172189"/>
                  </a:lnTo>
                  <a:lnTo>
                    <a:pt x="528287" y="176870"/>
                  </a:lnTo>
                  <a:lnTo>
                    <a:pt x="544758" y="182690"/>
                  </a:lnTo>
                  <a:lnTo>
                    <a:pt x="561091" y="188889"/>
                  </a:lnTo>
                  <a:lnTo>
                    <a:pt x="577836" y="195089"/>
                  </a:lnTo>
                  <a:lnTo>
                    <a:pt x="592659" y="202806"/>
                  </a:lnTo>
                  <a:lnTo>
                    <a:pt x="607757" y="210144"/>
                  </a:lnTo>
                  <a:lnTo>
                    <a:pt x="622443" y="217862"/>
                  </a:lnTo>
                  <a:lnTo>
                    <a:pt x="635482" y="227224"/>
                  </a:lnTo>
                  <a:lnTo>
                    <a:pt x="648933" y="234562"/>
                  </a:lnTo>
                  <a:lnTo>
                    <a:pt x="661972" y="245442"/>
                  </a:lnTo>
                  <a:lnTo>
                    <a:pt x="673638" y="254299"/>
                  </a:lnTo>
                  <a:lnTo>
                    <a:pt x="685030" y="265179"/>
                  </a:lnTo>
                  <a:lnTo>
                    <a:pt x="695050" y="275933"/>
                  </a:lnTo>
                  <a:lnTo>
                    <a:pt x="704795" y="286434"/>
                  </a:lnTo>
                  <a:lnTo>
                    <a:pt x="714814" y="297188"/>
                  </a:lnTo>
                  <a:lnTo>
                    <a:pt x="723187" y="309333"/>
                  </a:lnTo>
                  <a:lnTo>
                    <a:pt x="729638" y="321606"/>
                  </a:lnTo>
                  <a:lnTo>
                    <a:pt x="736226" y="333625"/>
                  </a:lnTo>
                  <a:lnTo>
                    <a:pt x="752696" y="371959"/>
                  </a:lnTo>
                  <a:lnTo>
                    <a:pt x="759422" y="411433"/>
                  </a:lnTo>
                  <a:lnTo>
                    <a:pt x="759422" y="426615"/>
                  </a:lnTo>
                  <a:lnTo>
                    <a:pt x="759422" y="440405"/>
                  </a:lnTo>
                  <a:lnTo>
                    <a:pt x="757637" y="454069"/>
                  </a:lnTo>
                  <a:lnTo>
                    <a:pt x="755990" y="467986"/>
                  </a:lnTo>
                  <a:lnTo>
                    <a:pt x="752696" y="480005"/>
                  </a:lnTo>
                  <a:lnTo>
                    <a:pt x="748030" y="493795"/>
                  </a:lnTo>
                  <a:lnTo>
                    <a:pt x="742951" y="505941"/>
                  </a:lnTo>
                  <a:lnTo>
                    <a:pt x="736226" y="518213"/>
                  </a:lnTo>
                  <a:lnTo>
                    <a:pt x="729638" y="530232"/>
                  </a:lnTo>
                  <a:lnTo>
                    <a:pt x="723187" y="542631"/>
                  </a:lnTo>
                  <a:lnTo>
                    <a:pt x="714814" y="554650"/>
                  </a:lnTo>
                  <a:lnTo>
                    <a:pt x="704795" y="565404"/>
                  </a:lnTo>
                  <a:lnTo>
                    <a:pt x="695050" y="577549"/>
                  </a:lnTo>
                  <a:lnTo>
                    <a:pt x="685030" y="588303"/>
                  </a:lnTo>
                  <a:lnTo>
                    <a:pt x="673638" y="597286"/>
                  </a:lnTo>
                  <a:lnTo>
                    <a:pt x="661972" y="608040"/>
                  </a:lnTo>
                  <a:lnTo>
                    <a:pt x="622443" y="633976"/>
                  </a:lnTo>
                  <a:lnTo>
                    <a:pt x="592659" y="649158"/>
                  </a:lnTo>
                  <a:lnTo>
                    <a:pt x="577836" y="656876"/>
                  </a:lnTo>
                  <a:lnTo>
                    <a:pt x="561091" y="662948"/>
                  </a:lnTo>
                  <a:lnTo>
                    <a:pt x="544758" y="668895"/>
                  </a:lnTo>
                  <a:lnTo>
                    <a:pt x="528287" y="675094"/>
                  </a:lnTo>
                  <a:lnTo>
                    <a:pt x="510307" y="679649"/>
                  </a:lnTo>
                  <a:lnTo>
                    <a:pt x="493562" y="684330"/>
                  </a:lnTo>
                  <a:lnTo>
                    <a:pt x="475445" y="687366"/>
                  </a:lnTo>
                  <a:lnTo>
                    <a:pt x="457327" y="690529"/>
                  </a:lnTo>
                  <a:lnTo>
                    <a:pt x="437563" y="693186"/>
                  </a:lnTo>
                  <a:lnTo>
                    <a:pt x="419171" y="694831"/>
                  </a:lnTo>
                  <a:lnTo>
                    <a:pt x="399406" y="694831"/>
                  </a:lnTo>
                  <a:lnTo>
                    <a:pt x="379642" y="696349"/>
                  </a:lnTo>
                  <a:lnTo>
                    <a:pt x="359878" y="694831"/>
                  </a:lnTo>
                  <a:lnTo>
                    <a:pt x="341897" y="694831"/>
                  </a:lnTo>
                  <a:lnTo>
                    <a:pt x="321721" y="693186"/>
                  </a:lnTo>
                  <a:lnTo>
                    <a:pt x="303604" y="690529"/>
                  </a:lnTo>
                  <a:lnTo>
                    <a:pt x="285624" y="687366"/>
                  </a:lnTo>
                  <a:lnTo>
                    <a:pt x="267506" y="684330"/>
                  </a:lnTo>
                  <a:lnTo>
                    <a:pt x="214664" y="668895"/>
                  </a:lnTo>
                  <a:lnTo>
                    <a:pt x="166762" y="649158"/>
                  </a:lnTo>
                  <a:lnTo>
                    <a:pt x="138625" y="633976"/>
                  </a:lnTo>
                  <a:lnTo>
                    <a:pt x="123802" y="626259"/>
                  </a:lnTo>
                  <a:lnTo>
                    <a:pt x="110488" y="617276"/>
                  </a:lnTo>
                  <a:lnTo>
                    <a:pt x="99096" y="608040"/>
                  </a:lnTo>
                  <a:lnTo>
                    <a:pt x="87293" y="597286"/>
                  </a:lnTo>
                  <a:lnTo>
                    <a:pt x="76038" y="588303"/>
                  </a:lnTo>
                  <a:lnTo>
                    <a:pt x="46117" y="554650"/>
                  </a:lnTo>
                  <a:lnTo>
                    <a:pt x="23058" y="518213"/>
                  </a:lnTo>
                  <a:lnTo>
                    <a:pt x="7960" y="480005"/>
                  </a:lnTo>
                  <a:lnTo>
                    <a:pt x="4941" y="466341"/>
                  </a:lnTo>
                  <a:lnTo>
                    <a:pt x="1647" y="454069"/>
                  </a:lnTo>
                  <a:lnTo>
                    <a:pt x="0" y="440405"/>
                  </a:lnTo>
                  <a:lnTo>
                    <a:pt x="0" y="426615"/>
                  </a:lnTo>
                  <a:lnTo>
                    <a:pt x="0" y="411433"/>
                  </a:lnTo>
                  <a:lnTo>
                    <a:pt x="1647" y="396377"/>
                  </a:lnTo>
                  <a:lnTo>
                    <a:pt x="4941" y="382460"/>
                  </a:lnTo>
                  <a:lnTo>
                    <a:pt x="7960" y="367278"/>
                  </a:lnTo>
                  <a:lnTo>
                    <a:pt x="13039" y="353361"/>
                  </a:lnTo>
                  <a:lnTo>
                    <a:pt x="19764" y="339824"/>
                  </a:lnTo>
                  <a:lnTo>
                    <a:pt x="26352" y="326287"/>
                  </a:lnTo>
                  <a:lnTo>
                    <a:pt x="34450" y="312370"/>
                  </a:lnTo>
                  <a:lnTo>
                    <a:pt x="44470" y="300351"/>
                  </a:lnTo>
                  <a:lnTo>
                    <a:pt x="54489" y="286434"/>
                  </a:lnTo>
                  <a:lnTo>
                    <a:pt x="65881" y="274415"/>
                  </a:lnTo>
                  <a:lnTo>
                    <a:pt x="77685" y="263661"/>
                  </a:lnTo>
                  <a:lnTo>
                    <a:pt x="90724" y="251515"/>
                  </a:lnTo>
                  <a:lnTo>
                    <a:pt x="103763" y="240761"/>
                  </a:lnTo>
                  <a:lnTo>
                    <a:pt x="118861" y="230007"/>
                  </a:lnTo>
                  <a:lnTo>
                    <a:pt x="133547" y="221025"/>
                  </a:lnTo>
                  <a:lnTo>
                    <a:pt x="42823" y="0"/>
                  </a:lnTo>
                  <a:lnTo>
                    <a:pt x="260781" y="170671"/>
                  </a:lnTo>
                </a:path>
              </a:pathLst>
            </a:custGeom>
            <a:ln w="6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345967" y="1900241"/>
            <a:ext cx="1684655" cy="2059305"/>
          </a:xfrm>
          <a:prstGeom prst="rect">
            <a:avLst/>
          </a:prstGeom>
          <a:ln w="40017">
            <a:solidFill>
              <a:srgbClr val="000000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225"/>
              </a:spcBef>
            </a:pPr>
            <a:r>
              <a:rPr sz="1800" spc="320" dirty="0">
                <a:latin typeface="Times New Roman"/>
                <a:cs typeface="Times New Roman"/>
              </a:rPr>
              <a:t>B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800">
              <a:latin typeface="Times New Roman"/>
              <a:cs typeface="Times New Roman"/>
            </a:endParaRPr>
          </a:p>
          <a:p>
            <a:pPr marL="1056640" marR="192405" indent="-1270" algn="ctr">
              <a:lnSpc>
                <a:spcPct val="100000"/>
              </a:lnSpc>
            </a:pPr>
            <a:r>
              <a:rPr sz="1000" spc="-10" dirty="0">
                <a:latin typeface="Times New Roman"/>
                <a:cs typeface="Times New Roman"/>
              </a:rPr>
              <a:t>Verify </a:t>
            </a:r>
            <a:r>
              <a:rPr sz="1000" spc="-20" dirty="0">
                <a:latin typeface="Times New Roman"/>
                <a:cs typeface="Times New Roman"/>
              </a:rPr>
              <a:t>this </a:t>
            </a:r>
            <a:r>
              <a:rPr sz="1000" spc="-10" dirty="0">
                <a:latin typeface="Times New Roman"/>
                <a:cs typeface="Times New Roman"/>
              </a:rPr>
              <a:t>account</a:t>
            </a:r>
            <a:endParaRPr sz="1000">
              <a:latin typeface="Times New Roman"/>
              <a:cs typeface="Times New Roman"/>
            </a:endParaRPr>
          </a:p>
        </p:txBody>
      </p:sp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496983" y="3035297"/>
            <a:ext cx="410476" cy="818893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5112315" y="1841904"/>
            <a:ext cx="2063114" cy="2099310"/>
            <a:chOff x="5112315" y="1841904"/>
            <a:chExt cx="2063114" cy="2099310"/>
          </a:xfrm>
        </p:grpSpPr>
        <p:sp>
          <p:nvSpPr>
            <p:cNvPr id="24" name="object 24"/>
            <p:cNvSpPr/>
            <p:nvPr/>
          </p:nvSpPr>
          <p:spPr>
            <a:xfrm>
              <a:off x="5132317" y="1861906"/>
              <a:ext cx="2023110" cy="2059305"/>
            </a:xfrm>
            <a:custGeom>
              <a:avLst/>
              <a:gdLst/>
              <a:ahLst/>
              <a:cxnLst/>
              <a:rect l="l" t="t" r="r" b="b"/>
              <a:pathLst>
                <a:path w="2023109" h="2059304">
                  <a:moveTo>
                    <a:pt x="2022701" y="0"/>
                  </a:moveTo>
                  <a:lnTo>
                    <a:pt x="0" y="0"/>
                  </a:lnTo>
                  <a:lnTo>
                    <a:pt x="0" y="2059063"/>
                  </a:lnTo>
                  <a:lnTo>
                    <a:pt x="2022701" y="2059063"/>
                  </a:lnTo>
                  <a:lnTo>
                    <a:pt x="2022701" y="0"/>
                  </a:lnTo>
                  <a:close/>
                </a:path>
              </a:pathLst>
            </a:custGeom>
            <a:solidFill>
              <a:srgbClr val="EAEAEA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132317" y="1861906"/>
              <a:ext cx="2023110" cy="2059305"/>
            </a:xfrm>
            <a:custGeom>
              <a:avLst/>
              <a:gdLst/>
              <a:ahLst/>
              <a:cxnLst/>
              <a:rect l="l" t="t" r="r" b="b"/>
              <a:pathLst>
                <a:path w="2023109" h="2059304">
                  <a:moveTo>
                    <a:pt x="0" y="2059063"/>
                  </a:moveTo>
                  <a:lnTo>
                    <a:pt x="2022701" y="2059063"/>
                  </a:lnTo>
                  <a:lnTo>
                    <a:pt x="2022701" y="0"/>
                  </a:lnTo>
                  <a:lnTo>
                    <a:pt x="0" y="0"/>
                  </a:lnTo>
                  <a:lnTo>
                    <a:pt x="0" y="2059063"/>
                  </a:lnTo>
                  <a:close/>
                </a:path>
              </a:pathLst>
            </a:custGeom>
            <a:ln w="32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132317" y="1861906"/>
              <a:ext cx="2021205" cy="2058035"/>
            </a:xfrm>
            <a:custGeom>
              <a:avLst/>
              <a:gdLst/>
              <a:ahLst/>
              <a:cxnLst/>
              <a:rect l="l" t="t" r="r" b="b"/>
              <a:pathLst>
                <a:path w="2021204" h="2058035">
                  <a:moveTo>
                    <a:pt x="2021191" y="0"/>
                  </a:moveTo>
                  <a:lnTo>
                    <a:pt x="0" y="0"/>
                  </a:lnTo>
                  <a:lnTo>
                    <a:pt x="0" y="2057545"/>
                  </a:lnTo>
                  <a:lnTo>
                    <a:pt x="2021191" y="0"/>
                  </a:lnTo>
                  <a:close/>
                </a:path>
              </a:pathLst>
            </a:custGeom>
            <a:solidFill>
              <a:srgbClr val="80808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132317" y="1861906"/>
              <a:ext cx="2021205" cy="2058035"/>
            </a:xfrm>
            <a:custGeom>
              <a:avLst/>
              <a:gdLst/>
              <a:ahLst/>
              <a:cxnLst/>
              <a:rect l="l" t="t" r="r" b="b"/>
              <a:pathLst>
                <a:path w="2021204" h="2058035">
                  <a:moveTo>
                    <a:pt x="2021191" y="0"/>
                  </a:moveTo>
                  <a:lnTo>
                    <a:pt x="0" y="0"/>
                  </a:lnTo>
                  <a:lnTo>
                    <a:pt x="0" y="2057545"/>
                  </a:lnTo>
                  <a:lnTo>
                    <a:pt x="2021191" y="0"/>
                  </a:lnTo>
                  <a:close/>
                </a:path>
              </a:pathLst>
            </a:custGeom>
            <a:ln w="9659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132317" y="1861906"/>
              <a:ext cx="2023110" cy="2059305"/>
            </a:xfrm>
            <a:custGeom>
              <a:avLst/>
              <a:gdLst/>
              <a:ahLst/>
              <a:cxnLst/>
              <a:rect l="l" t="t" r="r" b="b"/>
              <a:pathLst>
                <a:path w="2023109" h="2059304">
                  <a:moveTo>
                    <a:pt x="0" y="2059063"/>
                  </a:moveTo>
                  <a:lnTo>
                    <a:pt x="2022701" y="2059063"/>
                  </a:lnTo>
                  <a:lnTo>
                    <a:pt x="2022701" y="0"/>
                  </a:lnTo>
                  <a:lnTo>
                    <a:pt x="0" y="0"/>
                  </a:lnTo>
                  <a:lnTo>
                    <a:pt x="0" y="2059063"/>
                  </a:lnTo>
                  <a:close/>
                </a:path>
              </a:pathLst>
            </a:custGeom>
            <a:ln w="396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185297" y="1897078"/>
              <a:ext cx="304165" cy="281940"/>
            </a:xfrm>
            <a:custGeom>
              <a:avLst/>
              <a:gdLst/>
              <a:ahLst/>
              <a:cxnLst/>
              <a:rect l="l" t="t" r="r" b="b"/>
              <a:pathLst>
                <a:path w="304164" h="281939">
                  <a:moveTo>
                    <a:pt x="151939" y="0"/>
                  </a:moveTo>
                  <a:lnTo>
                    <a:pt x="107469" y="6199"/>
                  </a:lnTo>
                  <a:lnTo>
                    <a:pt x="56273" y="31882"/>
                  </a:lnTo>
                  <a:lnTo>
                    <a:pt x="26489" y="62372"/>
                  </a:lnTo>
                  <a:lnTo>
                    <a:pt x="6725" y="99189"/>
                  </a:lnTo>
                  <a:lnTo>
                    <a:pt x="0" y="126643"/>
                  </a:lnTo>
                  <a:lnTo>
                    <a:pt x="0" y="155362"/>
                  </a:lnTo>
                  <a:lnTo>
                    <a:pt x="11666" y="195089"/>
                  </a:lnTo>
                  <a:lnTo>
                    <a:pt x="34862" y="230007"/>
                  </a:lnTo>
                  <a:lnTo>
                    <a:pt x="56273" y="248479"/>
                  </a:lnTo>
                  <a:lnTo>
                    <a:pt x="67665" y="257462"/>
                  </a:lnTo>
                  <a:lnTo>
                    <a:pt x="79332" y="263661"/>
                  </a:lnTo>
                  <a:lnTo>
                    <a:pt x="92371" y="269860"/>
                  </a:lnTo>
                  <a:lnTo>
                    <a:pt x="122155" y="278716"/>
                  </a:lnTo>
                  <a:lnTo>
                    <a:pt x="151939" y="281879"/>
                  </a:lnTo>
                  <a:lnTo>
                    <a:pt x="168409" y="280361"/>
                  </a:lnTo>
                  <a:lnTo>
                    <a:pt x="211232" y="269860"/>
                  </a:lnTo>
                  <a:lnTo>
                    <a:pt x="259545" y="240761"/>
                  </a:lnTo>
                  <a:lnTo>
                    <a:pt x="269153" y="230007"/>
                  </a:lnTo>
                  <a:lnTo>
                    <a:pt x="279310" y="219506"/>
                  </a:lnTo>
                  <a:lnTo>
                    <a:pt x="285624" y="207108"/>
                  </a:lnTo>
                  <a:lnTo>
                    <a:pt x="292349" y="195089"/>
                  </a:lnTo>
                  <a:lnTo>
                    <a:pt x="297290" y="182817"/>
                  </a:lnTo>
                  <a:lnTo>
                    <a:pt x="302368" y="169153"/>
                  </a:lnTo>
                  <a:lnTo>
                    <a:pt x="304015" y="155362"/>
                  </a:lnTo>
                  <a:lnTo>
                    <a:pt x="304015" y="126643"/>
                  </a:lnTo>
                  <a:lnTo>
                    <a:pt x="302368" y="112726"/>
                  </a:lnTo>
                  <a:lnTo>
                    <a:pt x="292349" y="85272"/>
                  </a:lnTo>
                  <a:lnTo>
                    <a:pt x="279310" y="62372"/>
                  </a:lnTo>
                  <a:lnTo>
                    <a:pt x="269153" y="51871"/>
                  </a:lnTo>
                  <a:lnTo>
                    <a:pt x="259545" y="41118"/>
                  </a:lnTo>
                  <a:lnTo>
                    <a:pt x="224683" y="16700"/>
                  </a:lnTo>
                  <a:lnTo>
                    <a:pt x="183507" y="3162"/>
                  </a:lnTo>
                  <a:lnTo>
                    <a:pt x="151939" y="0"/>
                  </a:lnTo>
                  <a:close/>
                </a:path>
              </a:pathLst>
            </a:custGeom>
            <a:solidFill>
              <a:srgbClr val="FFFFFF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185297" y="1897078"/>
              <a:ext cx="304165" cy="281940"/>
            </a:xfrm>
            <a:custGeom>
              <a:avLst/>
              <a:gdLst/>
              <a:ahLst/>
              <a:cxnLst/>
              <a:rect l="l" t="t" r="r" b="b"/>
              <a:pathLst>
                <a:path w="304164" h="281939">
                  <a:moveTo>
                    <a:pt x="151939" y="0"/>
                  </a:moveTo>
                  <a:lnTo>
                    <a:pt x="137253" y="1644"/>
                  </a:lnTo>
                  <a:lnTo>
                    <a:pt x="122155" y="3162"/>
                  </a:lnTo>
                  <a:lnTo>
                    <a:pt x="107469" y="6199"/>
                  </a:lnTo>
                  <a:lnTo>
                    <a:pt x="92371" y="10500"/>
                  </a:lnTo>
                  <a:lnTo>
                    <a:pt x="79332" y="16700"/>
                  </a:lnTo>
                  <a:lnTo>
                    <a:pt x="67665" y="24417"/>
                  </a:lnTo>
                  <a:lnTo>
                    <a:pt x="56273" y="31882"/>
                  </a:lnTo>
                  <a:lnTo>
                    <a:pt x="26489" y="62372"/>
                  </a:lnTo>
                  <a:lnTo>
                    <a:pt x="6725" y="99189"/>
                  </a:lnTo>
                  <a:lnTo>
                    <a:pt x="0" y="126643"/>
                  </a:lnTo>
                  <a:lnTo>
                    <a:pt x="0" y="140180"/>
                  </a:lnTo>
                  <a:lnTo>
                    <a:pt x="0" y="155362"/>
                  </a:lnTo>
                  <a:lnTo>
                    <a:pt x="11666" y="195089"/>
                  </a:lnTo>
                  <a:lnTo>
                    <a:pt x="34862" y="230007"/>
                  </a:lnTo>
                  <a:lnTo>
                    <a:pt x="56273" y="248479"/>
                  </a:lnTo>
                  <a:lnTo>
                    <a:pt x="67665" y="257462"/>
                  </a:lnTo>
                  <a:lnTo>
                    <a:pt x="107469" y="274415"/>
                  </a:lnTo>
                  <a:lnTo>
                    <a:pt x="151939" y="281879"/>
                  </a:lnTo>
                  <a:lnTo>
                    <a:pt x="168409" y="280361"/>
                  </a:lnTo>
                  <a:lnTo>
                    <a:pt x="211232" y="269860"/>
                  </a:lnTo>
                  <a:lnTo>
                    <a:pt x="249389" y="248479"/>
                  </a:lnTo>
                  <a:lnTo>
                    <a:pt x="259545" y="240761"/>
                  </a:lnTo>
                  <a:lnTo>
                    <a:pt x="269153" y="230007"/>
                  </a:lnTo>
                  <a:lnTo>
                    <a:pt x="279310" y="219506"/>
                  </a:lnTo>
                  <a:lnTo>
                    <a:pt x="285624" y="207108"/>
                  </a:lnTo>
                  <a:lnTo>
                    <a:pt x="292349" y="195089"/>
                  </a:lnTo>
                  <a:lnTo>
                    <a:pt x="297290" y="182817"/>
                  </a:lnTo>
                  <a:lnTo>
                    <a:pt x="302368" y="169153"/>
                  </a:lnTo>
                  <a:lnTo>
                    <a:pt x="304015" y="155362"/>
                  </a:lnTo>
                  <a:lnTo>
                    <a:pt x="304015" y="140180"/>
                  </a:lnTo>
                  <a:lnTo>
                    <a:pt x="304015" y="126643"/>
                  </a:lnTo>
                  <a:lnTo>
                    <a:pt x="302368" y="112726"/>
                  </a:lnTo>
                  <a:lnTo>
                    <a:pt x="297290" y="99189"/>
                  </a:lnTo>
                  <a:lnTo>
                    <a:pt x="292349" y="85272"/>
                  </a:lnTo>
                  <a:lnTo>
                    <a:pt x="285624" y="73253"/>
                  </a:lnTo>
                  <a:lnTo>
                    <a:pt x="279310" y="62372"/>
                  </a:lnTo>
                  <a:lnTo>
                    <a:pt x="269153" y="51871"/>
                  </a:lnTo>
                  <a:lnTo>
                    <a:pt x="259545" y="41118"/>
                  </a:lnTo>
                  <a:lnTo>
                    <a:pt x="224683" y="16700"/>
                  </a:lnTo>
                  <a:lnTo>
                    <a:pt x="183507" y="3162"/>
                  </a:lnTo>
                  <a:lnTo>
                    <a:pt x="168409" y="1644"/>
                  </a:lnTo>
                  <a:lnTo>
                    <a:pt x="151939" y="0"/>
                  </a:lnTo>
                </a:path>
              </a:pathLst>
            </a:custGeom>
            <a:ln w="320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677926" y="2733861"/>
              <a:ext cx="393700" cy="1094740"/>
            </a:xfrm>
            <a:custGeom>
              <a:avLst/>
              <a:gdLst/>
              <a:ahLst/>
              <a:cxnLst/>
              <a:rect l="l" t="t" r="r" b="b"/>
              <a:pathLst>
                <a:path w="393700" h="1094739">
                  <a:moveTo>
                    <a:pt x="393230" y="0"/>
                  </a:moveTo>
                  <a:lnTo>
                    <a:pt x="112273" y="0"/>
                  </a:lnTo>
                  <a:lnTo>
                    <a:pt x="0" y="103490"/>
                  </a:lnTo>
                  <a:lnTo>
                    <a:pt x="0" y="1094245"/>
                  </a:lnTo>
                  <a:lnTo>
                    <a:pt x="279310" y="1094245"/>
                  </a:lnTo>
                  <a:lnTo>
                    <a:pt x="393230" y="990501"/>
                  </a:lnTo>
                  <a:lnTo>
                    <a:pt x="393230" y="0"/>
                  </a:lnTo>
                  <a:close/>
                </a:path>
              </a:pathLst>
            </a:custGeom>
            <a:solidFill>
              <a:srgbClr val="EAEAEA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677926" y="2733861"/>
              <a:ext cx="393700" cy="103505"/>
            </a:xfrm>
            <a:custGeom>
              <a:avLst/>
              <a:gdLst/>
              <a:ahLst/>
              <a:cxnLst/>
              <a:rect l="l" t="t" r="r" b="b"/>
              <a:pathLst>
                <a:path w="393700" h="103505">
                  <a:moveTo>
                    <a:pt x="393230" y="0"/>
                  </a:moveTo>
                  <a:lnTo>
                    <a:pt x="112273" y="0"/>
                  </a:lnTo>
                  <a:lnTo>
                    <a:pt x="0" y="103490"/>
                  </a:lnTo>
                  <a:lnTo>
                    <a:pt x="279310" y="103490"/>
                  </a:lnTo>
                  <a:lnTo>
                    <a:pt x="393230" y="0"/>
                  </a:lnTo>
                  <a:close/>
                </a:path>
              </a:pathLst>
            </a:custGeom>
            <a:solidFill>
              <a:srgbClr val="EEEEEE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957237" y="2733861"/>
              <a:ext cx="114300" cy="1094740"/>
            </a:xfrm>
            <a:custGeom>
              <a:avLst/>
              <a:gdLst/>
              <a:ahLst/>
              <a:cxnLst/>
              <a:rect l="l" t="t" r="r" b="b"/>
              <a:pathLst>
                <a:path w="114300" h="1094739">
                  <a:moveTo>
                    <a:pt x="113920" y="0"/>
                  </a:moveTo>
                  <a:lnTo>
                    <a:pt x="0" y="103490"/>
                  </a:lnTo>
                  <a:lnTo>
                    <a:pt x="0" y="1094245"/>
                  </a:lnTo>
                  <a:lnTo>
                    <a:pt x="113920" y="990501"/>
                  </a:lnTo>
                  <a:lnTo>
                    <a:pt x="113920" y="0"/>
                  </a:lnTo>
                  <a:close/>
                </a:path>
              </a:pathLst>
            </a:custGeom>
            <a:solidFill>
              <a:srgbClr val="BBBBBB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677926" y="2733861"/>
              <a:ext cx="393700" cy="1094740"/>
            </a:xfrm>
            <a:custGeom>
              <a:avLst/>
              <a:gdLst/>
              <a:ahLst/>
              <a:cxnLst/>
              <a:rect l="l" t="t" r="r" b="b"/>
              <a:pathLst>
                <a:path w="393700" h="1094739">
                  <a:moveTo>
                    <a:pt x="112273" y="0"/>
                  </a:moveTo>
                  <a:lnTo>
                    <a:pt x="0" y="103490"/>
                  </a:lnTo>
                  <a:lnTo>
                    <a:pt x="0" y="1094245"/>
                  </a:lnTo>
                  <a:lnTo>
                    <a:pt x="279310" y="1094245"/>
                  </a:lnTo>
                  <a:lnTo>
                    <a:pt x="393230" y="990501"/>
                  </a:lnTo>
                  <a:lnTo>
                    <a:pt x="393230" y="0"/>
                  </a:lnTo>
                  <a:lnTo>
                    <a:pt x="112273" y="0"/>
                  </a:lnTo>
                  <a:close/>
                </a:path>
                <a:path w="393700" h="1094739">
                  <a:moveTo>
                    <a:pt x="0" y="103490"/>
                  </a:moveTo>
                  <a:lnTo>
                    <a:pt x="279310" y="103490"/>
                  </a:lnTo>
                  <a:lnTo>
                    <a:pt x="393230" y="0"/>
                  </a:lnTo>
                </a:path>
                <a:path w="393700" h="1094739">
                  <a:moveTo>
                    <a:pt x="279310" y="103490"/>
                  </a:moveTo>
                  <a:lnTo>
                    <a:pt x="279310" y="1094245"/>
                  </a:lnTo>
                </a:path>
              </a:pathLst>
            </a:custGeom>
            <a:ln w="96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696044" y="3332711"/>
              <a:ext cx="45085" cy="58419"/>
            </a:xfrm>
            <a:custGeom>
              <a:avLst/>
              <a:gdLst/>
              <a:ahLst/>
              <a:cxnLst/>
              <a:rect l="l" t="t" r="r" b="b"/>
              <a:pathLst>
                <a:path w="45084" h="58420">
                  <a:moveTo>
                    <a:pt x="44868" y="0"/>
                  </a:moveTo>
                  <a:lnTo>
                    <a:pt x="0" y="0"/>
                  </a:lnTo>
                  <a:lnTo>
                    <a:pt x="0" y="58027"/>
                  </a:lnTo>
                  <a:lnTo>
                    <a:pt x="44868" y="58027"/>
                  </a:lnTo>
                  <a:lnTo>
                    <a:pt x="4486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696044" y="3332711"/>
              <a:ext cx="45085" cy="58419"/>
            </a:xfrm>
            <a:custGeom>
              <a:avLst/>
              <a:gdLst/>
              <a:ahLst/>
              <a:cxnLst/>
              <a:rect l="l" t="t" r="r" b="b"/>
              <a:pathLst>
                <a:path w="45084" h="58420">
                  <a:moveTo>
                    <a:pt x="0" y="58027"/>
                  </a:moveTo>
                  <a:lnTo>
                    <a:pt x="44868" y="58027"/>
                  </a:lnTo>
                  <a:lnTo>
                    <a:pt x="44868" y="0"/>
                  </a:lnTo>
                  <a:lnTo>
                    <a:pt x="0" y="0"/>
                  </a:lnTo>
                  <a:lnTo>
                    <a:pt x="0" y="58027"/>
                  </a:lnTo>
                  <a:close/>
                </a:path>
              </a:pathLst>
            </a:custGeom>
            <a:ln w="97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762337" y="3332711"/>
              <a:ext cx="46355" cy="58419"/>
            </a:xfrm>
            <a:custGeom>
              <a:avLst/>
              <a:gdLst/>
              <a:ahLst/>
              <a:cxnLst/>
              <a:rect l="l" t="t" r="r" b="b"/>
              <a:pathLst>
                <a:path w="46354" h="58420">
                  <a:moveTo>
                    <a:pt x="46207" y="0"/>
                  </a:moveTo>
                  <a:lnTo>
                    <a:pt x="0" y="0"/>
                  </a:lnTo>
                  <a:lnTo>
                    <a:pt x="0" y="58027"/>
                  </a:lnTo>
                  <a:lnTo>
                    <a:pt x="46207" y="58027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762337" y="3332711"/>
              <a:ext cx="46355" cy="58419"/>
            </a:xfrm>
            <a:custGeom>
              <a:avLst/>
              <a:gdLst/>
              <a:ahLst/>
              <a:cxnLst/>
              <a:rect l="l" t="t" r="r" b="b"/>
              <a:pathLst>
                <a:path w="46354" h="58420">
                  <a:moveTo>
                    <a:pt x="0" y="58027"/>
                  </a:moveTo>
                  <a:lnTo>
                    <a:pt x="46207" y="58027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8027"/>
                  </a:lnTo>
                  <a:close/>
                </a:path>
              </a:pathLst>
            </a:custGeom>
            <a:ln w="97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696044" y="3422512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4486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44868" y="59570"/>
                  </a:lnTo>
                  <a:lnTo>
                    <a:pt x="4486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696044" y="3422512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0" y="59570"/>
                  </a:moveTo>
                  <a:lnTo>
                    <a:pt x="44868" y="59570"/>
                  </a:lnTo>
                  <a:lnTo>
                    <a:pt x="4486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97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762337" y="3422512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46207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46207" y="59570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762337" y="3422512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0" y="59570"/>
                  </a:moveTo>
                  <a:lnTo>
                    <a:pt x="46207" y="59570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9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696044" y="3514166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44868" y="0"/>
                  </a:moveTo>
                  <a:lnTo>
                    <a:pt x="0" y="0"/>
                  </a:lnTo>
                  <a:lnTo>
                    <a:pt x="0" y="59261"/>
                  </a:lnTo>
                  <a:lnTo>
                    <a:pt x="44868" y="59261"/>
                  </a:lnTo>
                  <a:lnTo>
                    <a:pt x="4486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696044" y="3514166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0" y="59261"/>
                  </a:moveTo>
                  <a:lnTo>
                    <a:pt x="44868" y="59261"/>
                  </a:lnTo>
                  <a:lnTo>
                    <a:pt x="44868" y="0"/>
                  </a:lnTo>
                  <a:lnTo>
                    <a:pt x="0" y="0"/>
                  </a:lnTo>
                  <a:lnTo>
                    <a:pt x="0" y="59261"/>
                  </a:lnTo>
                  <a:close/>
                </a:path>
              </a:pathLst>
            </a:custGeom>
            <a:ln w="97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762337" y="3514166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46207" y="0"/>
                  </a:moveTo>
                  <a:lnTo>
                    <a:pt x="0" y="0"/>
                  </a:lnTo>
                  <a:lnTo>
                    <a:pt x="0" y="59261"/>
                  </a:lnTo>
                  <a:lnTo>
                    <a:pt x="46207" y="59261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762337" y="3514166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0" y="59261"/>
                  </a:moveTo>
                  <a:lnTo>
                    <a:pt x="46207" y="59261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9261"/>
                  </a:lnTo>
                  <a:close/>
                </a:path>
              </a:pathLst>
            </a:custGeom>
            <a:ln w="97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828356" y="3332711"/>
              <a:ext cx="46355" cy="58419"/>
            </a:xfrm>
            <a:custGeom>
              <a:avLst/>
              <a:gdLst/>
              <a:ahLst/>
              <a:cxnLst/>
              <a:rect l="l" t="t" r="r" b="b"/>
              <a:pathLst>
                <a:path w="46354" h="58420">
                  <a:moveTo>
                    <a:pt x="46207" y="0"/>
                  </a:moveTo>
                  <a:lnTo>
                    <a:pt x="0" y="0"/>
                  </a:lnTo>
                  <a:lnTo>
                    <a:pt x="0" y="58027"/>
                  </a:lnTo>
                  <a:lnTo>
                    <a:pt x="46207" y="58027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28356" y="3332711"/>
              <a:ext cx="46355" cy="58419"/>
            </a:xfrm>
            <a:custGeom>
              <a:avLst/>
              <a:gdLst/>
              <a:ahLst/>
              <a:cxnLst/>
              <a:rect l="l" t="t" r="r" b="b"/>
              <a:pathLst>
                <a:path w="46354" h="58420">
                  <a:moveTo>
                    <a:pt x="0" y="58027"/>
                  </a:moveTo>
                  <a:lnTo>
                    <a:pt x="46207" y="58027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8027"/>
                  </a:lnTo>
                  <a:close/>
                </a:path>
              </a:pathLst>
            </a:custGeom>
            <a:ln w="97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828356" y="3422512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46207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46207" y="59570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828356" y="3422512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0" y="59570"/>
                  </a:moveTo>
                  <a:lnTo>
                    <a:pt x="46207" y="59570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9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828356" y="3514166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46207" y="0"/>
                  </a:moveTo>
                  <a:lnTo>
                    <a:pt x="0" y="0"/>
                  </a:lnTo>
                  <a:lnTo>
                    <a:pt x="0" y="59261"/>
                  </a:lnTo>
                  <a:lnTo>
                    <a:pt x="46207" y="59261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828356" y="3514166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0" y="59261"/>
                  </a:moveTo>
                  <a:lnTo>
                    <a:pt x="46207" y="59261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9261"/>
                  </a:lnTo>
                  <a:close/>
                </a:path>
              </a:pathLst>
            </a:custGeom>
            <a:ln w="97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896022" y="3332711"/>
              <a:ext cx="45085" cy="58419"/>
            </a:xfrm>
            <a:custGeom>
              <a:avLst/>
              <a:gdLst/>
              <a:ahLst/>
              <a:cxnLst/>
              <a:rect l="l" t="t" r="r" b="b"/>
              <a:pathLst>
                <a:path w="45084" h="58420">
                  <a:moveTo>
                    <a:pt x="44533" y="0"/>
                  </a:moveTo>
                  <a:lnTo>
                    <a:pt x="0" y="0"/>
                  </a:lnTo>
                  <a:lnTo>
                    <a:pt x="0" y="58027"/>
                  </a:lnTo>
                  <a:lnTo>
                    <a:pt x="44533" y="58027"/>
                  </a:lnTo>
                  <a:lnTo>
                    <a:pt x="44533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896022" y="3332711"/>
              <a:ext cx="45085" cy="58419"/>
            </a:xfrm>
            <a:custGeom>
              <a:avLst/>
              <a:gdLst/>
              <a:ahLst/>
              <a:cxnLst/>
              <a:rect l="l" t="t" r="r" b="b"/>
              <a:pathLst>
                <a:path w="45084" h="58420">
                  <a:moveTo>
                    <a:pt x="0" y="58027"/>
                  </a:moveTo>
                  <a:lnTo>
                    <a:pt x="44533" y="58027"/>
                  </a:lnTo>
                  <a:lnTo>
                    <a:pt x="44533" y="0"/>
                  </a:lnTo>
                  <a:lnTo>
                    <a:pt x="0" y="0"/>
                  </a:lnTo>
                  <a:lnTo>
                    <a:pt x="0" y="58027"/>
                  </a:lnTo>
                  <a:close/>
                </a:path>
              </a:pathLst>
            </a:custGeom>
            <a:ln w="97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896022" y="3422512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44533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44533" y="59570"/>
                  </a:lnTo>
                  <a:lnTo>
                    <a:pt x="44533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896022" y="3422512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0" y="59570"/>
                  </a:moveTo>
                  <a:lnTo>
                    <a:pt x="44533" y="59570"/>
                  </a:lnTo>
                  <a:lnTo>
                    <a:pt x="44533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97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896022" y="3514166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44533" y="0"/>
                  </a:moveTo>
                  <a:lnTo>
                    <a:pt x="0" y="0"/>
                  </a:lnTo>
                  <a:lnTo>
                    <a:pt x="0" y="59261"/>
                  </a:lnTo>
                  <a:lnTo>
                    <a:pt x="44533" y="59261"/>
                  </a:lnTo>
                  <a:lnTo>
                    <a:pt x="44533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896022" y="3514166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0" y="59261"/>
                  </a:moveTo>
                  <a:lnTo>
                    <a:pt x="44533" y="59261"/>
                  </a:lnTo>
                  <a:lnTo>
                    <a:pt x="44533" y="0"/>
                  </a:lnTo>
                  <a:lnTo>
                    <a:pt x="0" y="0"/>
                  </a:lnTo>
                  <a:lnTo>
                    <a:pt x="0" y="59261"/>
                  </a:lnTo>
                  <a:close/>
                </a:path>
              </a:pathLst>
            </a:custGeom>
            <a:ln w="97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696044" y="3151467"/>
              <a:ext cx="45085" cy="57785"/>
            </a:xfrm>
            <a:custGeom>
              <a:avLst/>
              <a:gdLst/>
              <a:ahLst/>
              <a:cxnLst/>
              <a:rect l="l" t="t" r="r" b="b"/>
              <a:pathLst>
                <a:path w="45084" h="57785">
                  <a:moveTo>
                    <a:pt x="44868" y="0"/>
                  </a:moveTo>
                  <a:lnTo>
                    <a:pt x="0" y="0"/>
                  </a:lnTo>
                  <a:lnTo>
                    <a:pt x="0" y="57718"/>
                  </a:lnTo>
                  <a:lnTo>
                    <a:pt x="44868" y="57718"/>
                  </a:lnTo>
                  <a:lnTo>
                    <a:pt x="4486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696044" y="3151467"/>
              <a:ext cx="45085" cy="57785"/>
            </a:xfrm>
            <a:custGeom>
              <a:avLst/>
              <a:gdLst/>
              <a:ahLst/>
              <a:cxnLst/>
              <a:rect l="l" t="t" r="r" b="b"/>
              <a:pathLst>
                <a:path w="45084" h="57785">
                  <a:moveTo>
                    <a:pt x="0" y="57718"/>
                  </a:moveTo>
                  <a:lnTo>
                    <a:pt x="44868" y="57718"/>
                  </a:lnTo>
                  <a:lnTo>
                    <a:pt x="44868" y="0"/>
                  </a:lnTo>
                  <a:lnTo>
                    <a:pt x="0" y="0"/>
                  </a:lnTo>
                  <a:lnTo>
                    <a:pt x="0" y="57718"/>
                  </a:lnTo>
                  <a:close/>
                </a:path>
              </a:pathLst>
            </a:custGeom>
            <a:ln w="9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762337" y="3151467"/>
              <a:ext cx="46355" cy="57785"/>
            </a:xfrm>
            <a:custGeom>
              <a:avLst/>
              <a:gdLst/>
              <a:ahLst/>
              <a:cxnLst/>
              <a:rect l="l" t="t" r="r" b="b"/>
              <a:pathLst>
                <a:path w="46354" h="57785">
                  <a:moveTo>
                    <a:pt x="46207" y="0"/>
                  </a:moveTo>
                  <a:lnTo>
                    <a:pt x="0" y="0"/>
                  </a:lnTo>
                  <a:lnTo>
                    <a:pt x="0" y="57718"/>
                  </a:lnTo>
                  <a:lnTo>
                    <a:pt x="46207" y="57718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762337" y="3151467"/>
              <a:ext cx="46355" cy="57785"/>
            </a:xfrm>
            <a:custGeom>
              <a:avLst/>
              <a:gdLst/>
              <a:ahLst/>
              <a:cxnLst/>
              <a:rect l="l" t="t" r="r" b="b"/>
              <a:pathLst>
                <a:path w="46354" h="57785">
                  <a:moveTo>
                    <a:pt x="0" y="57718"/>
                  </a:moveTo>
                  <a:lnTo>
                    <a:pt x="46207" y="57718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7718"/>
                  </a:lnTo>
                  <a:close/>
                </a:path>
              </a:pathLst>
            </a:custGeom>
            <a:ln w="97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696044" y="3241269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44868" y="0"/>
                  </a:moveTo>
                  <a:lnTo>
                    <a:pt x="0" y="0"/>
                  </a:lnTo>
                  <a:lnTo>
                    <a:pt x="0" y="59261"/>
                  </a:lnTo>
                  <a:lnTo>
                    <a:pt x="44868" y="59261"/>
                  </a:lnTo>
                  <a:lnTo>
                    <a:pt x="4486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696044" y="3241269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0" y="59261"/>
                  </a:moveTo>
                  <a:lnTo>
                    <a:pt x="44868" y="59261"/>
                  </a:lnTo>
                  <a:lnTo>
                    <a:pt x="44868" y="0"/>
                  </a:lnTo>
                  <a:lnTo>
                    <a:pt x="0" y="0"/>
                  </a:lnTo>
                  <a:lnTo>
                    <a:pt x="0" y="59261"/>
                  </a:lnTo>
                  <a:close/>
                </a:path>
              </a:pathLst>
            </a:custGeom>
            <a:ln w="97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762337" y="3241269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46207" y="0"/>
                  </a:moveTo>
                  <a:lnTo>
                    <a:pt x="0" y="0"/>
                  </a:lnTo>
                  <a:lnTo>
                    <a:pt x="0" y="59261"/>
                  </a:lnTo>
                  <a:lnTo>
                    <a:pt x="46207" y="59261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762337" y="3241269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0" y="59261"/>
                  </a:moveTo>
                  <a:lnTo>
                    <a:pt x="46207" y="59261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9261"/>
                  </a:lnTo>
                  <a:close/>
                </a:path>
              </a:pathLst>
            </a:custGeom>
            <a:ln w="97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828356" y="3151467"/>
              <a:ext cx="46355" cy="57785"/>
            </a:xfrm>
            <a:custGeom>
              <a:avLst/>
              <a:gdLst/>
              <a:ahLst/>
              <a:cxnLst/>
              <a:rect l="l" t="t" r="r" b="b"/>
              <a:pathLst>
                <a:path w="46354" h="57785">
                  <a:moveTo>
                    <a:pt x="46207" y="0"/>
                  </a:moveTo>
                  <a:lnTo>
                    <a:pt x="0" y="0"/>
                  </a:lnTo>
                  <a:lnTo>
                    <a:pt x="0" y="57718"/>
                  </a:lnTo>
                  <a:lnTo>
                    <a:pt x="46207" y="57718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828356" y="3151467"/>
              <a:ext cx="46355" cy="57785"/>
            </a:xfrm>
            <a:custGeom>
              <a:avLst/>
              <a:gdLst/>
              <a:ahLst/>
              <a:cxnLst/>
              <a:rect l="l" t="t" r="r" b="b"/>
              <a:pathLst>
                <a:path w="46354" h="57785">
                  <a:moveTo>
                    <a:pt x="0" y="57718"/>
                  </a:moveTo>
                  <a:lnTo>
                    <a:pt x="46207" y="57718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7718"/>
                  </a:lnTo>
                  <a:close/>
                </a:path>
              </a:pathLst>
            </a:custGeom>
            <a:ln w="97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828356" y="3241269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46207" y="0"/>
                  </a:moveTo>
                  <a:lnTo>
                    <a:pt x="0" y="0"/>
                  </a:lnTo>
                  <a:lnTo>
                    <a:pt x="0" y="59261"/>
                  </a:lnTo>
                  <a:lnTo>
                    <a:pt x="46207" y="59261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828356" y="3241269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0" y="59261"/>
                  </a:moveTo>
                  <a:lnTo>
                    <a:pt x="46207" y="59261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9261"/>
                  </a:lnTo>
                  <a:close/>
                </a:path>
              </a:pathLst>
            </a:custGeom>
            <a:ln w="97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896022" y="3151467"/>
              <a:ext cx="45085" cy="57785"/>
            </a:xfrm>
            <a:custGeom>
              <a:avLst/>
              <a:gdLst/>
              <a:ahLst/>
              <a:cxnLst/>
              <a:rect l="l" t="t" r="r" b="b"/>
              <a:pathLst>
                <a:path w="45084" h="57785">
                  <a:moveTo>
                    <a:pt x="44533" y="0"/>
                  </a:moveTo>
                  <a:lnTo>
                    <a:pt x="0" y="0"/>
                  </a:lnTo>
                  <a:lnTo>
                    <a:pt x="0" y="57718"/>
                  </a:lnTo>
                  <a:lnTo>
                    <a:pt x="44533" y="57718"/>
                  </a:lnTo>
                  <a:lnTo>
                    <a:pt x="44533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896022" y="3151467"/>
              <a:ext cx="45085" cy="57785"/>
            </a:xfrm>
            <a:custGeom>
              <a:avLst/>
              <a:gdLst/>
              <a:ahLst/>
              <a:cxnLst/>
              <a:rect l="l" t="t" r="r" b="b"/>
              <a:pathLst>
                <a:path w="45084" h="57785">
                  <a:moveTo>
                    <a:pt x="0" y="57718"/>
                  </a:moveTo>
                  <a:lnTo>
                    <a:pt x="44533" y="57718"/>
                  </a:lnTo>
                  <a:lnTo>
                    <a:pt x="44533" y="0"/>
                  </a:lnTo>
                  <a:lnTo>
                    <a:pt x="0" y="0"/>
                  </a:lnTo>
                  <a:lnTo>
                    <a:pt x="0" y="57718"/>
                  </a:lnTo>
                  <a:close/>
                </a:path>
              </a:pathLst>
            </a:custGeom>
            <a:ln w="97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896022" y="3241269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44533" y="0"/>
                  </a:moveTo>
                  <a:lnTo>
                    <a:pt x="0" y="0"/>
                  </a:lnTo>
                  <a:lnTo>
                    <a:pt x="0" y="59261"/>
                  </a:lnTo>
                  <a:lnTo>
                    <a:pt x="44533" y="59261"/>
                  </a:lnTo>
                  <a:lnTo>
                    <a:pt x="44533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896022" y="3241269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0" y="59261"/>
                  </a:moveTo>
                  <a:lnTo>
                    <a:pt x="44533" y="59261"/>
                  </a:lnTo>
                  <a:lnTo>
                    <a:pt x="44533" y="0"/>
                  </a:lnTo>
                  <a:lnTo>
                    <a:pt x="0" y="0"/>
                  </a:lnTo>
                  <a:lnTo>
                    <a:pt x="0" y="59261"/>
                  </a:lnTo>
                  <a:close/>
                </a:path>
              </a:pathLst>
            </a:custGeom>
            <a:ln w="97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696044" y="2969986"/>
              <a:ext cx="45085" cy="58419"/>
            </a:xfrm>
            <a:custGeom>
              <a:avLst/>
              <a:gdLst/>
              <a:ahLst/>
              <a:cxnLst/>
              <a:rect l="l" t="t" r="r" b="b"/>
              <a:pathLst>
                <a:path w="45084" h="58419">
                  <a:moveTo>
                    <a:pt x="44868" y="0"/>
                  </a:moveTo>
                  <a:lnTo>
                    <a:pt x="0" y="0"/>
                  </a:lnTo>
                  <a:lnTo>
                    <a:pt x="0" y="58027"/>
                  </a:lnTo>
                  <a:lnTo>
                    <a:pt x="44868" y="58027"/>
                  </a:lnTo>
                  <a:lnTo>
                    <a:pt x="4486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6696044" y="2969986"/>
              <a:ext cx="45085" cy="58419"/>
            </a:xfrm>
            <a:custGeom>
              <a:avLst/>
              <a:gdLst/>
              <a:ahLst/>
              <a:cxnLst/>
              <a:rect l="l" t="t" r="r" b="b"/>
              <a:pathLst>
                <a:path w="45084" h="58419">
                  <a:moveTo>
                    <a:pt x="0" y="58027"/>
                  </a:moveTo>
                  <a:lnTo>
                    <a:pt x="44868" y="58027"/>
                  </a:lnTo>
                  <a:lnTo>
                    <a:pt x="44868" y="0"/>
                  </a:lnTo>
                  <a:lnTo>
                    <a:pt x="0" y="0"/>
                  </a:lnTo>
                  <a:lnTo>
                    <a:pt x="0" y="58027"/>
                  </a:lnTo>
                  <a:close/>
                </a:path>
              </a:pathLst>
            </a:custGeom>
            <a:ln w="97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6762337" y="2969986"/>
              <a:ext cx="46355" cy="58419"/>
            </a:xfrm>
            <a:custGeom>
              <a:avLst/>
              <a:gdLst/>
              <a:ahLst/>
              <a:cxnLst/>
              <a:rect l="l" t="t" r="r" b="b"/>
              <a:pathLst>
                <a:path w="46354" h="58419">
                  <a:moveTo>
                    <a:pt x="46207" y="0"/>
                  </a:moveTo>
                  <a:lnTo>
                    <a:pt x="0" y="0"/>
                  </a:lnTo>
                  <a:lnTo>
                    <a:pt x="0" y="58027"/>
                  </a:lnTo>
                  <a:lnTo>
                    <a:pt x="46207" y="58027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6762337" y="2969986"/>
              <a:ext cx="46355" cy="58419"/>
            </a:xfrm>
            <a:custGeom>
              <a:avLst/>
              <a:gdLst/>
              <a:ahLst/>
              <a:cxnLst/>
              <a:rect l="l" t="t" r="r" b="b"/>
              <a:pathLst>
                <a:path w="46354" h="58419">
                  <a:moveTo>
                    <a:pt x="0" y="58027"/>
                  </a:moveTo>
                  <a:lnTo>
                    <a:pt x="46207" y="58027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8027"/>
                  </a:lnTo>
                  <a:close/>
                </a:path>
              </a:pathLst>
            </a:custGeom>
            <a:ln w="97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6696044" y="3059788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4486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44868" y="59570"/>
                  </a:lnTo>
                  <a:lnTo>
                    <a:pt x="4486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696044" y="3059788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0" y="59570"/>
                  </a:moveTo>
                  <a:lnTo>
                    <a:pt x="44868" y="59570"/>
                  </a:lnTo>
                  <a:lnTo>
                    <a:pt x="4486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97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762337" y="3059788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46207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46207" y="59570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762337" y="3059788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0" y="59570"/>
                  </a:moveTo>
                  <a:lnTo>
                    <a:pt x="46207" y="59570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9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28356" y="2969986"/>
              <a:ext cx="46355" cy="58419"/>
            </a:xfrm>
            <a:custGeom>
              <a:avLst/>
              <a:gdLst/>
              <a:ahLst/>
              <a:cxnLst/>
              <a:rect l="l" t="t" r="r" b="b"/>
              <a:pathLst>
                <a:path w="46354" h="58419">
                  <a:moveTo>
                    <a:pt x="46207" y="0"/>
                  </a:moveTo>
                  <a:lnTo>
                    <a:pt x="0" y="0"/>
                  </a:lnTo>
                  <a:lnTo>
                    <a:pt x="0" y="58027"/>
                  </a:lnTo>
                  <a:lnTo>
                    <a:pt x="46207" y="58027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6828356" y="2969986"/>
              <a:ext cx="46355" cy="58419"/>
            </a:xfrm>
            <a:custGeom>
              <a:avLst/>
              <a:gdLst/>
              <a:ahLst/>
              <a:cxnLst/>
              <a:rect l="l" t="t" r="r" b="b"/>
              <a:pathLst>
                <a:path w="46354" h="58419">
                  <a:moveTo>
                    <a:pt x="0" y="58027"/>
                  </a:moveTo>
                  <a:lnTo>
                    <a:pt x="46207" y="58027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8027"/>
                  </a:lnTo>
                  <a:close/>
                </a:path>
              </a:pathLst>
            </a:custGeom>
            <a:ln w="97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6828356" y="3059788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46207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46207" y="59570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6828356" y="3059788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0" y="59570"/>
                  </a:moveTo>
                  <a:lnTo>
                    <a:pt x="46207" y="59570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9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6896022" y="2969986"/>
              <a:ext cx="45085" cy="58419"/>
            </a:xfrm>
            <a:custGeom>
              <a:avLst/>
              <a:gdLst/>
              <a:ahLst/>
              <a:cxnLst/>
              <a:rect l="l" t="t" r="r" b="b"/>
              <a:pathLst>
                <a:path w="45084" h="58419">
                  <a:moveTo>
                    <a:pt x="44533" y="0"/>
                  </a:moveTo>
                  <a:lnTo>
                    <a:pt x="0" y="0"/>
                  </a:lnTo>
                  <a:lnTo>
                    <a:pt x="0" y="58027"/>
                  </a:lnTo>
                  <a:lnTo>
                    <a:pt x="44533" y="58027"/>
                  </a:lnTo>
                  <a:lnTo>
                    <a:pt x="44533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6896022" y="2969986"/>
              <a:ext cx="45085" cy="58419"/>
            </a:xfrm>
            <a:custGeom>
              <a:avLst/>
              <a:gdLst/>
              <a:ahLst/>
              <a:cxnLst/>
              <a:rect l="l" t="t" r="r" b="b"/>
              <a:pathLst>
                <a:path w="45084" h="58419">
                  <a:moveTo>
                    <a:pt x="0" y="58027"/>
                  </a:moveTo>
                  <a:lnTo>
                    <a:pt x="44533" y="58027"/>
                  </a:lnTo>
                  <a:lnTo>
                    <a:pt x="44533" y="0"/>
                  </a:lnTo>
                  <a:lnTo>
                    <a:pt x="0" y="0"/>
                  </a:lnTo>
                  <a:lnTo>
                    <a:pt x="0" y="58027"/>
                  </a:lnTo>
                  <a:close/>
                </a:path>
              </a:pathLst>
            </a:custGeom>
            <a:ln w="97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6896022" y="3059788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44533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44533" y="59570"/>
                  </a:lnTo>
                  <a:lnTo>
                    <a:pt x="44533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6896022" y="3059788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0" y="59570"/>
                  </a:moveTo>
                  <a:lnTo>
                    <a:pt x="44533" y="59570"/>
                  </a:lnTo>
                  <a:lnTo>
                    <a:pt x="44533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97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6696044" y="2878671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44868" y="0"/>
                  </a:moveTo>
                  <a:lnTo>
                    <a:pt x="0" y="0"/>
                  </a:lnTo>
                  <a:lnTo>
                    <a:pt x="0" y="59261"/>
                  </a:lnTo>
                  <a:lnTo>
                    <a:pt x="44868" y="59261"/>
                  </a:lnTo>
                  <a:lnTo>
                    <a:pt x="4486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6696044" y="2878671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0" y="59261"/>
                  </a:moveTo>
                  <a:lnTo>
                    <a:pt x="44868" y="59261"/>
                  </a:lnTo>
                  <a:lnTo>
                    <a:pt x="44868" y="0"/>
                  </a:lnTo>
                  <a:lnTo>
                    <a:pt x="0" y="0"/>
                  </a:lnTo>
                  <a:lnTo>
                    <a:pt x="0" y="59261"/>
                  </a:lnTo>
                  <a:close/>
                </a:path>
              </a:pathLst>
            </a:custGeom>
            <a:ln w="97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6762337" y="2878671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46207" y="0"/>
                  </a:moveTo>
                  <a:lnTo>
                    <a:pt x="0" y="0"/>
                  </a:lnTo>
                  <a:lnTo>
                    <a:pt x="0" y="59261"/>
                  </a:lnTo>
                  <a:lnTo>
                    <a:pt x="46207" y="59261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6762337" y="2878671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0" y="59261"/>
                  </a:moveTo>
                  <a:lnTo>
                    <a:pt x="46207" y="59261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9261"/>
                  </a:lnTo>
                  <a:close/>
                </a:path>
              </a:pathLst>
            </a:custGeom>
            <a:ln w="97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6828356" y="2878671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46207" y="0"/>
                  </a:moveTo>
                  <a:lnTo>
                    <a:pt x="0" y="0"/>
                  </a:lnTo>
                  <a:lnTo>
                    <a:pt x="0" y="59261"/>
                  </a:lnTo>
                  <a:lnTo>
                    <a:pt x="46207" y="59261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6828356" y="2878671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0" y="59261"/>
                  </a:moveTo>
                  <a:lnTo>
                    <a:pt x="46207" y="59261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9261"/>
                  </a:lnTo>
                  <a:close/>
                </a:path>
              </a:pathLst>
            </a:custGeom>
            <a:ln w="97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6896022" y="2878671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44533" y="0"/>
                  </a:moveTo>
                  <a:lnTo>
                    <a:pt x="0" y="0"/>
                  </a:lnTo>
                  <a:lnTo>
                    <a:pt x="0" y="59261"/>
                  </a:lnTo>
                  <a:lnTo>
                    <a:pt x="44533" y="59261"/>
                  </a:lnTo>
                  <a:lnTo>
                    <a:pt x="44533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896022" y="2878671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0" y="59261"/>
                  </a:moveTo>
                  <a:lnTo>
                    <a:pt x="44533" y="59261"/>
                  </a:lnTo>
                  <a:lnTo>
                    <a:pt x="44533" y="0"/>
                  </a:lnTo>
                  <a:lnTo>
                    <a:pt x="0" y="0"/>
                  </a:lnTo>
                  <a:lnTo>
                    <a:pt x="0" y="59261"/>
                  </a:lnTo>
                  <a:close/>
                </a:path>
              </a:pathLst>
            </a:custGeom>
            <a:ln w="97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677926" y="2733861"/>
              <a:ext cx="393700" cy="1094740"/>
            </a:xfrm>
            <a:custGeom>
              <a:avLst/>
              <a:gdLst/>
              <a:ahLst/>
              <a:cxnLst/>
              <a:rect l="l" t="t" r="r" b="b"/>
              <a:pathLst>
                <a:path w="393700" h="1094739">
                  <a:moveTo>
                    <a:pt x="393230" y="0"/>
                  </a:moveTo>
                  <a:lnTo>
                    <a:pt x="112273" y="0"/>
                  </a:lnTo>
                  <a:lnTo>
                    <a:pt x="0" y="103490"/>
                  </a:lnTo>
                  <a:lnTo>
                    <a:pt x="0" y="1094245"/>
                  </a:lnTo>
                  <a:lnTo>
                    <a:pt x="279310" y="1094245"/>
                  </a:lnTo>
                  <a:lnTo>
                    <a:pt x="393230" y="990501"/>
                  </a:lnTo>
                  <a:lnTo>
                    <a:pt x="393230" y="0"/>
                  </a:lnTo>
                  <a:close/>
                </a:path>
              </a:pathLst>
            </a:custGeom>
            <a:solidFill>
              <a:srgbClr val="EAEAEA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677926" y="2733861"/>
              <a:ext cx="393700" cy="103505"/>
            </a:xfrm>
            <a:custGeom>
              <a:avLst/>
              <a:gdLst/>
              <a:ahLst/>
              <a:cxnLst/>
              <a:rect l="l" t="t" r="r" b="b"/>
              <a:pathLst>
                <a:path w="393700" h="103505">
                  <a:moveTo>
                    <a:pt x="393230" y="0"/>
                  </a:moveTo>
                  <a:lnTo>
                    <a:pt x="112273" y="0"/>
                  </a:lnTo>
                  <a:lnTo>
                    <a:pt x="0" y="103490"/>
                  </a:lnTo>
                  <a:lnTo>
                    <a:pt x="279310" y="103490"/>
                  </a:lnTo>
                  <a:lnTo>
                    <a:pt x="393230" y="0"/>
                  </a:lnTo>
                  <a:close/>
                </a:path>
              </a:pathLst>
            </a:custGeom>
            <a:solidFill>
              <a:srgbClr val="EEEEEE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57237" y="2733861"/>
              <a:ext cx="114300" cy="1094740"/>
            </a:xfrm>
            <a:custGeom>
              <a:avLst/>
              <a:gdLst/>
              <a:ahLst/>
              <a:cxnLst/>
              <a:rect l="l" t="t" r="r" b="b"/>
              <a:pathLst>
                <a:path w="114300" h="1094739">
                  <a:moveTo>
                    <a:pt x="113920" y="0"/>
                  </a:moveTo>
                  <a:lnTo>
                    <a:pt x="0" y="103490"/>
                  </a:lnTo>
                  <a:lnTo>
                    <a:pt x="0" y="1094245"/>
                  </a:lnTo>
                  <a:lnTo>
                    <a:pt x="113920" y="990501"/>
                  </a:lnTo>
                  <a:lnTo>
                    <a:pt x="113920" y="0"/>
                  </a:lnTo>
                  <a:close/>
                </a:path>
              </a:pathLst>
            </a:custGeom>
            <a:solidFill>
              <a:srgbClr val="BBBBBB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677926" y="2733861"/>
              <a:ext cx="393700" cy="1094740"/>
            </a:xfrm>
            <a:custGeom>
              <a:avLst/>
              <a:gdLst/>
              <a:ahLst/>
              <a:cxnLst/>
              <a:rect l="l" t="t" r="r" b="b"/>
              <a:pathLst>
                <a:path w="393700" h="1094739">
                  <a:moveTo>
                    <a:pt x="112273" y="0"/>
                  </a:moveTo>
                  <a:lnTo>
                    <a:pt x="0" y="103490"/>
                  </a:lnTo>
                  <a:lnTo>
                    <a:pt x="0" y="1094245"/>
                  </a:lnTo>
                  <a:lnTo>
                    <a:pt x="279310" y="1094245"/>
                  </a:lnTo>
                  <a:lnTo>
                    <a:pt x="393230" y="990501"/>
                  </a:lnTo>
                  <a:lnTo>
                    <a:pt x="393230" y="0"/>
                  </a:lnTo>
                  <a:lnTo>
                    <a:pt x="112273" y="0"/>
                  </a:lnTo>
                  <a:close/>
                </a:path>
                <a:path w="393700" h="1094739">
                  <a:moveTo>
                    <a:pt x="0" y="103490"/>
                  </a:moveTo>
                  <a:lnTo>
                    <a:pt x="279310" y="103490"/>
                  </a:lnTo>
                  <a:lnTo>
                    <a:pt x="393230" y="0"/>
                  </a:lnTo>
                </a:path>
                <a:path w="393700" h="1094739">
                  <a:moveTo>
                    <a:pt x="279310" y="103490"/>
                  </a:moveTo>
                  <a:lnTo>
                    <a:pt x="279310" y="1094245"/>
                  </a:lnTo>
                </a:path>
              </a:pathLst>
            </a:custGeom>
            <a:ln w="96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6696044" y="3332711"/>
              <a:ext cx="45085" cy="58419"/>
            </a:xfrm>
            <a:custGeom>
              <a:avLst/>
              <a:gdLst/>
              <a:ahLst/>
              <a:cxnLst/>
              <a:rect l="l" t="t" r="r" b="b"/>
              <a:pathLst>
                <a:path w="45084" h="58420">
                  <a:moveTo>
                    <a:pt x="44868" y="0"/>
                  </a:moveTo>
                  <a:lnTo>
                    <a:pt x="0" y="0"/>
                  </a:lnTo>
                  <a:lnTo>
                    <a:pt x="0" y="58027"/>
                  </a:lnTo>
                  <a:lnTo>
                    <a:pt x="44868" y="58027"/>
                  </a:lnTo>
                  <a:lnTo>
                    <a:pt x="4486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6696044" y="3332711"/>
              <a:ext cx="45085" cy="58419"/>
            </a:xfrm>
            <a:custGeom>
              <a:avLst/>
              <a:gdLst/>
              <a:ahLst/>
              <a:cxnLst/>
              <a:rect l="l" t="t" r="r" b="b"/>
              <a:pathLst>
                <a:path w="45084" h="58420">
                  <a:moveTo>
                    <a:pt x="0" y="58027"/>
                  </a:moveTo>
                  <a:lnTo>
                    <a:pt x="44868" y="58027"/>
                  </a:lnTo>
                  <a:lnTo>
                    <a:pt x="44868" y="0"/>
                  </a:lnTo>
                  <a:lnTo>
                    <a:pt x="0" y="0"/>
                  </a:lnTo>
                  <a:lnTo>
                    <a:pt x="0" y="58027"/>
                  </a:lnTo>
                  <a:close/>
                </a:path>
              </a:pathLst>
            </a:custGeom>
            <a:ln w="97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6762337" y="3332711"/>
              <a:ext cx="46355" cy="58419"/>
            </a:xfrm>
            <a:custGeom>
              <a:avLst/>
              <a:gdLst/>
              <a:ahLst/>
              <a:cxnLst/>
              <a:rect l="l" t="t" r="r" b="b"/>
              <a:pathLst>
                <a:path w="46354" h="58420">
                  <a:moveTo>
                    <a:pt x="46207" y="0"/>
                  </a:moveTo>
                  <a:lnTo>
                    <a:pt x="0" y="0"/>
                  </a:lnTo>
                  <a:lnTo>
                    <a:pt x="0" y="58027"/>
                  </a:lnTo>
                  <a:lnTo>
                    <a:pt x="46207" y="58027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6762337" y="3332711"/>
              <a:ext cx="46355" cy="58419"/>
            </a:xfrm>
            <a:custGeom>
              <a:avLst/>
              <a:gdLst/>
              <a:ahLst/>
              <a:cxnLst/>
              <a:rect l="l" t="t" r="r" b="b"/>
              <a:pathLst>
                <a:path w="46354" h="58420">
                  <a:moveTo>
                    <a:pt x="0" y="58027"/>
                  </a:moveTo>
                  <a:lnTo>
                    <a:pt x="46207" y="58027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8027"/>
                  </a:lnTo>
                  <a:close/>
                </a:path>
              </a:pathLst>
            </a:custGeom>
            <a:ln w="97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6696044" y="3422512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4486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44868" y="59570"/>
                  </a:lnTo>
                  <a:lnTo>
                    <a:pt x="4486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6696044" y="3422512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0" y="59570"/>
                  </a:moveTo>
                  <a:lnTo>
                    <a:pt x="44868" y="59570"/>
                  </a:lnTo>
                  <a:lnTo>
                    <a:pt x="4486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97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6762337" y="3422512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46207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46207" y="59570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6762337" y="3422512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0" y="59570"/>
                  </a:moveTo>
                  <a:lnTo>
                    <a:pt x="46207" y="59570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9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6696044" y="3514166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44868" y="0"/>
                  </a:moveTo>
                  <a:lnTo>
                    <a:pt x="0" y="0"/>
                  </a:lnTo>
                  <a:lnTo>
                    <a:pt x="0" y="59261"/>
                  </a:lnTo>
                  <a:lnTo>
                    <a:pt x="44868" y="59261"/>
                  </a:lnTo>
                  <a:lnTo>
                    <a:pt x="4486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6696044" y="3514166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0" y="59261"/>
                  </a:moveTo>
                  <a:lnTo>
                    <a:pt x="44868" y="59261"/>
                  </a:lnTo>
                  <a:lnTo>
                    <a:pt x="44868" y="0"/>
                  </a:lnTo>
                  <a:lnTo>
                    <a:pt x="0" y="0"/>
                  </a:lnTo>
                  <a:lnTo>
                    <a:pt x="0" y="59261"/>
                  </a:lnTo>
                  <a:close/>
                </a:path>
              </a:pathLst>
            </a:custGeom>
            <a:ln w="97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6762337" y="3514166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46207" y="0"/>
                  </a:moveTo>
                  <a:lnTo>
                    <a:pt x="0" y="0"/>
                  </a:lnTo>
                  <a:lnTo>
                    <a:pt x="0" y="59261"/>
                  </a:lnTo>
                  <a:lnTo>
                    <a:pt x="46207" y="59261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6762337" y="3514166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0" y="59261"/>
                  </a:moveTo>
                  <a:lnTo>
                    <a:pt x="46207" y="59261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9261"/>
                  </a:lnTo>
                  <a:close/>
                </a:path>
              </a:pathLst>
            </a:custGeom>
            <a:ln w="97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6828356" y="3332711"/>
              <a:ext cx="46355" cy="58419"/>
            </a:xfrm>
            <a:custGeom>
              <a:avLst/>
              <a:gdLst/>
              <a:ahLst/>
              <a:cxnLst/>
              <a:rect l="l" t="t" r="r" b="b"/>
              <a:pathLst>
                <a:path w="46354" h="58420">
                  <a:moveTo>
                    <a:pt x="46207" y="0"/>
                  </a:moveTo>
                  <a:lnTo>
                    <a:pt x="0" y="0"/>
                  </a:lnTo>
                  <a:lnTo>
                    <a:pt x="0" y="58027"/>
                  </a:lnTo>
                  <a:lnTo>
                    <a:pt x="46207" y="58027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828356" y="3332711"/>
              <a:ext cx="46355" cy="58419"/>
            </a:xfrm>
            <a:custGeom>
              <a:avLst/>
              <a:gdLst/>
              <a:ahLst/>
              <a:cxnLst/>
              <a:rect l="l" t="t" r="r" b="b"/>
              <a:pathLst>
                <a:path w="46354" h="58420">
                  <a:moveTo>
                    <a:pt x="0" y="58027"/>
                  </a:moveTo>
                  <a:lnTo>
                    <a:pt x="46207" y="58027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8027"/>
                  </a:lnTo>
                  <a:close/>
                </a:path>
              </a:pathLst>
            </a:custGeom>
            <a:ln w="97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828356" y="3422512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46207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46207" y="59570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828356" y="3422512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0" y="59570"/>
                  </a:moveTo>
                  <a:lnTo>
                    <a:pt x="46207" y="59570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9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28356" y="3514166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46207" y="0"/>
                  </a:moveTo>
                  <a:lnTo>
                    <a:pt x="0" y="0"/>
                  </a:lnTo>
                  <a:lnTo>
                    <a:pt x="0" y="59261"/>
                  </a:lnTo>
                  <a:lnTo>
                    <a:pt x="46207" y="59261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6828356" y="3514166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0" y="59261"/>
                  </a:moveTo>
                  <a:lnTo>
                    <a:pt x="46207" y="59261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9261"/>
                  </a:lnTo>
                  <a:close/>
                </a:path>
              </a:pathLst>
            </a:custGeom>
            <a:ln w="97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6896022" y="3332711"/>
              <a:ext cx="45085" cy="58419"/>
            </a:xfrm>
            <a:custGeom>
              <a:avLst/>
              <a:gdLst/>
              <a:ahLst/>
              <a:cxnLst/>
              <a:rect l="l" t="t" r="r" b="b"/>
              <a:pathLst>
                <a:path w="45084" h="58420">
                  <a:moveTo>
                    <a:pt x="44533" y="0"/>
                  </a:moveTo>
                  <a:lnTo>
                    <a:pt x="0" y="0"/>
                  </a:lnTo>
                  <a:lnTo>
                    <a:pt x="0" y="58027"/>
                  </a:lnTo>
                  <a:lnTo>
                    <a:pt x="44533" y="58027"/>
                  </a:lnTo>
                  <a:lnTo>
                    <a:pt x="44533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6896022" y="3332711"/>
              <a:ext cx="45085" cy="58419"/>
            </a:xfrm>
            <a:custGeom>
              <a:avLst/>
              <a:gdLst/>
              <a:ahLst/>
              <a:cxnLst/>
              <a:rect l="l" t="t" r="r" b="b"/>
              <a:pathLst>
                <a:path w="45084" h="58420">
                  <a:moveTo>
                    <a:pt x="0" y="58027"/>
                  </a:moveTo>
                  <a:lnTo>
                    <a:pt x="44533" y="58027"/>
                  </a:lnTo>
                  <a:lnTo>
                    <a:pt x="44533" y="0"/>
                  </a:lnTo>
                  <a:lnTo>
                    <a:pt x="0" y="0"/>
                  </a:lnTo>
                  <a:lnTo>
                    <a:pt x="0" y="58027"/>
                  </a:lnTo>
                  <a:close/>
                </a:path>
              </a:pathLst>
            </a:custGeom>
            <a:ln w="97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6896022" y="3422512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44533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44533" y="59570"/>
                  </a:lnTo>
                  <a:lnTo>
                    <a:pt x="44533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6896022" y="3422512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0" y="59570"/>
                  </a:moveTo>
                  <a:lnTo>
                    <a:pt x="44533" y="59570"/>
                  </a:lnTo>
                  <a:lnTo>
                    <a:pt x="44533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97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6896022" y="3514166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44533" y="0"/>
                  </a:moveTo>
                  <a:lnTo>
                    <a:pt x="0" y="0"/>
                  </a:lnTo>
                  <a:lnTo>
                    <a:pt x="0" y="59261"/>
                  </a:lnTo>
                  <a:lnTo>
                    <a:pt x="44533" y="59261"/>
                  </a:lnTo>
                  <a:lnTo>
                    <a:pt x="44533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6896022" y="3514166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0" y="59261"/>
                  </a:moveTo>
                  <a:lnTo>
                    <a:pt x="44533" y="59261"/>
                  </a:lnTo>
                  <a:lnTo>
                    <a:pt x="44533" y="0"/>
                  </a:lnTo>
                  <a:lnTo>
                    <a:pt x="0" y="0"/>
                  </a:lnTo>
                  <a:lnTo>
                    <a:pt x="0" y="59261"/>
                  </a:lnTo>
                  <a:close/>
                </a:path>
              </a:pathLst>
            </a:custGeom>
            <a:ln w="97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6696044" y="3151467"/>
              <a:ext cx="45085" cy="57785"/>
            </a:xfrm>
            <a:custGeom>
              <a:avLst/>
              <a:gdLst/>
              <a:ahLst/>
              <a:cxnLst/>
              <a:rect l="l" t="t" r="r" b="b"/>
              <a:pathLst>
                <a:path w="45084" h="57785">
                  <a:moveTo>
                    <a:pt x="44868" y="0"/>
                  </a:moveTo>
                  <a:lnTo>
                    <a:pt x="0" y="0"/>
                  </a:lnTo>
                  <a:lnTo>
                    <a:pt x="0" y="57718"/>
                  </a:lnTo>
                  <a:lnTo>
                    <a:pt x="44868" y="57718"/>
                  </a:lnTo>
                  <a:lnTo>
                    <a:pt x="4486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6696044" y="3151467"/>
              <a:ext cx="45085" cy="57785"/>
            </a:xfrm>
            <a:custGeom>
              <a:avLst/>
              <a:gdLst/>
              <a:ahLst/>
              <a:cxnLst/>
              <a:rect l="l" t="t" r="r" b="b"/>
              <a:pathLst>
                <a:path w="45084" h="57785">
                  <a:moveTo>
                    <a:pt x="0" y="57718"/>
                  </a:moveTo>
                  <a:lnTo>
                    <a:pt x="44868" y="57718"/>
                  </a:lnTo>
                  <a:lnTo>
                    <a:pt x="44868" y="0"/>
                  </a:lnTo>
                  <a:lnTo>
                    <a:pt x="0" y="0"/>
                  </a:lnTo>
                  <a:lnTo>
                    <a:pt x="0" y="57718"/>
                  </a:lnTo>
                  <a:close/>
                </a:path>
              </a:pathLst>
            </a:custGeom>
            <a:ln w="9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6762337" y="3151467"/>
              <a:ext cx="46355" cy="57785"/>
            </a:xfrm>
            <a:custGeom>
              <a:avLst/>
              <a:gdLst/>
              <a:ahLst/>
              <a:cxnLst/>
              <a:rect l="l" t="t" r="r" b="b"/>
              <a:pathLst>
                <a:path w="46354" h="57785">
                  <a:moveTo>
                    <a:pt x="46207" y="0"/>
                  </a:moveTo>
                  <a:lnTo>
                    <a:pt x="0" y="0"/>
                  </a:lnTo>
                  <a:lnTo>
                    <a:pt x="0" y="57718"/>
                  </a:lnTo>
                  <a:lnTo>
                    <a:pt x="46207" y="57718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6762337" y="3151467"/>
              <a:ext cx="46355" cy="57785"/>
            </a:xfrm>
            <a:custGeom>
              <a:avLst/>
              <a:gdLst/>
              <a:ahLst/>
              <a:cxnLst/>
              <a:rect l="l" t="t" r="r" b="b"/>
              <a:pathLst>
                <a:path w="46354" h="57785">
                  <a:moveTo>
                    <a:pt x="0" y="57718"/>
                  </a:moveTo>
                  <a:lnTo>
                    <a:pt x="46207" y="57718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7718"/>
                  </a:lnTo>
                  <a:close/>
                </a:path>
              </a:pathLst>
            </a:custGeom>
            <a:ln w="97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6696044" y="3241269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44868" y="0"/>
                  </a:moveTo>
                  <a:lnTo>
                    <a:pt x="0" y="0"/>
                  </a:lnTo>
                  <a:lnTo>
                    <a:pt x="0" y="59261"/>
                  </a:lnTo>
                  <a:lnTo>
                    <a:pt x="44868" y="59261"/>
                  </a:lnTo>
                  <a:lnTo>
                    <a:pt x="4486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6696044" y="3241269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0" y="59261"/>
                  </a:moveTo>
                  <a:lnTo>
                    <a:pt x="44868" y="59261"/>
                  </a:lnTo>
                  <a:lnTo>
                    <a:pt x="44868" y="0"/>
                  </a:lnTo>
                  <a:lnTo>
                    <a:pt x="0" y="0"/>
                  </a:lnTo>
                  <a:lnTo>
                    <a:pt x="0" y="59261"/>
                  </a:lnTo>
                  <a:close/>
                </a:path>
              </a:pathLst>
            </a:custGeom>
            <a:ln w="97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6762337" y="3241269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46207" y="0"/>
                  </a:moveTo>
                  <a:lnTo>
                    <a:pt x="0" y="0"/>
                  </a:lnTo>
                  <a:lnTo>
                    <a:pt x="0" y="59261"/>
                  </a:lnTo>
                  <a:lnTo>
                    <a:pt x="46207" y="59261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6762337" y="3241269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0" y="59261"/>
                  </a:moveTo>
                  <a:lnTo>
                    <a:pt x="46207" y="59261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9261"/>
                  </a:lnTo>
                  <a:close/>
                </a:path>
              </a:pathLst>
            </a:custGeom>
            <a:ln w="97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6828356" y="3151467"/>
              <a:ext cx="46355" cy="57785"/>
            </a:xfrm>
            <a:custGeom>
              <a:avLst/>
              <a:gdLst/>
              <a:ahLst/>
              <a:cxnLst/>
              <a:rect l="l" t="t" r="r" b="b"/>
              <a:pathLst>
                <a:path w="46354" h="57785">
                  <a:moveTo>
                    <a:pt x="46207" y="0"/>
                  </a:moveTo>
                  <a:lnTo>
                    <a:pt x="0" y="0"/>
                  </a:lnTo>
                  <a:lnTo>
                    <a:pt x="0" y="57718"/>
                  </a:lnTo>
                  <a:lnTo>
                    <a:pt x="46207" y="57718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6828356" y="3151467"/>
              <a:ext cx="46355" cy="57785"/>
            </a:xfrm>
            <a:custGeom>
              <a:avLst/>
              <a:gdLst/>
              <a:ahLst/>
              <a:cxnLst/>
              <a:rect l="l" t="t" r="r" b="b"/>
              <a:pathLst>
                <a:path w="46354" h="57785">
                  <a:moveTo>
                    <a:pt x="0" y="57718"/>
                  </a:moveTo>
                  <a:lnTo>
                    <a:pt x="46207" y="57718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7718"/>
                  </a:lnTo>
                  <a:close/>
                </a:path>
              </a:pathLst>
            </a:custGeom>
            <a:ln w="97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6828356" y="3241269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46207" y="0"/>
                  </a:moveTo>
                  <a:lnTo>
                    <a:pt x="0" y="0"/>
                  </a:lnTo>
                  <a:lnTo>
                    <a:pt x="0" y="59261"/>
                  </a:lnTo>
                  <a:lnTo>
                    <a:pt x="46207" y="59261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6828356" y="3241269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0" y="59261"/>
                  </a:moveTo>
                  <a:lnTo>
                    <a:pt x="46207" y="59261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9261"/>
                  </a:lnTo>
                  <a:close/>
                </a:path>
              </a:pathLst>
            </a:custGeom>
            <a:ln w="97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6896022" y="3151467"/>
              <a:ext cx="45085" cy="57785"/>
            </a:xfrm>
            <a:custGeom>
              <a:avLst/>
              <a:gdLst/>
              <a:ahLst/>
              <a:cxnLst/>
              <a:rect l="l" t="t" r="r" b="b"/>
              <a:pathLst>
                <a:path w="45084" h="57785">
                  <a:moveTo>
                    <a:pt x="44533" y="0"/>
                  </a:moveTo>
                  <a:lnTo>
                    <a:pt x="0" y="0"/>
                  </a:lnTo>
                  <a:lnTo>
                    <a:pt x="0" y="57718"/>
                  </a:lnTo>
                  <a:lnTo>
                    <a:pt x="44533" y="57718"/>
                  </a:lnTo>
                  <a:lnTo>
                    <a:pt x="44533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6896022" y="3151467"/>
              <a:ext cx="45085" cy="57785"/>
            </a:xfrm>
            <a:custGeom>
              <a:avLst/>
              <a:gdLst/>
              <a:ahLst/>
              <a:cxnLst/>
              <a:rect l="l" t="t" r="r" b="b"/>
              <a:pathLst>
                <a:path w="45084" h="57785">
                  <a:moveTo>
                    <a:pt x="0" y="57718"/>
                  </a:moveTo>
                  <a:lnTo>
                    <a:pt x="44533" y="57718"/>
                  </a:lnTo>
                  <a:lnTo>
                    <a:pt x="44533" y="0"/>
                  </a:lnTo>
                  <a:lnTo>
                    <a:pt x="0" y="0"/>
                  </a:lnTo>
                  <a:lnTo>
                    <a:pt x="0" y="57718"/>
                  </a:lnTo>
                  <a:close/>
                </a:path>
              </a:pathLst>
            </a:custGeom>
            <a:ln w="97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6896022" y="3241269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44533" y="0"/>
                  </a:moveTo>
                  <a:lnTo>
                    <a:pt x="0" y="0"/>
                  </a:lnTo>
                  <a:lnTo>
                    <a:pt x="0" y="59261"/>
                  </a:lnTo>
                  <a:lnTo>
                    <a:pt x="44533" y="59261"/>
                  </a:lnTo>
                  <a:lnTo>
                    <a:pt x="44533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6896022" y="3241269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0" y="59261"/>
                  </a:moveTo>
                  <a:lnTo>
                    <a:pt x="44533" y="59261"/>
                  </a:lnTo>
                  <a:lnTo>
                    <a:pt x="44533" y="0"/>
                  </a:lnTo>
                  <a:lnTo>
                    <a:pt x="0" y="0"/>
                  </a:lnTo>
                  <a:lnTo>
                    <a:pt x="0" y="59261"/>
                  </a:lnTo>
                  <a:close/>
                </a:path>
              </a:pathLst>
            </a:custGeom>
            <a:ln w="97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6696044" y="2969986"/>
              <a:ext cx="45085" cy="58419"/>
            </a:xfrm>
            <a:custGeom>
              <a:avLst/>
              <a:gdLst/>
              <a:ahLst/>
              <a:cxnLst/>
              <a:rect l="l" t="t" r="r" b="b"/>
              <a:pathLst>
                <a:path w="45084" h="58419">
                  <a:moveTo>
                    <a:pt x="44868" y="0"/>
                  </a:moveTo>
                  <a:lnTo>
                    <a:pt x="0" y="0"/>
                  </a:lnTo>
                  <a:lnTo>
                    <a:pt x="0" y="58027"/>
                  </a:lnTo>
                  <a:lnTo>
                    <a:pt x="44868" y="58027"/>
                  </a:lnTo>
                  <a:lnTo>
                    <a:pt x="4486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6696044" y="2969986"/>
              <a:ext cx="45085" cy="58419"/>
            </a:xfrm>
            <a:custGeom>
              <a:avLst/>
              <a:gdLst/>
              <a:ahLst/>
              <a:cxnLst/>
              <a:rect l="l" t="t" r="r" b="b"/>
              <a:pathLst>
                <a:path w="45084" h="58419">
                  <a:moveTo>
                    <a:pt x="0" y="58027"/>
                  </a:moveTo>
                  <a:lnTo>
                    <a:pt x="44868" y="58027"/>
                  </a:lnTo>
                  <a:lnTo>
                    <a:pt x="44868" y="0"/>
                  </a:lnTo>
                  <a:lnTo>
                    <a:pt x="0" y="0"/>
                  </a:lnTo>
                  <a:lnTo>
                    <a:pt x="0" y="58027"/>
                  </a:lnTo>
                  <a:close/>
                </a:path>
              </a:pathLst>
            </a:custGeom>
            <a:ln w="97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6762337" y="2969986"/>
              <a:ext cx="46355" cy="58419"/>
            </a:xfrm>
            <a:custGeom>
              <a:avLst/>
              <a:gdLst/>
              <a:ahLst/>
              <a:cxnLst/>
              <a:rect l="l" t="t" r="r" b="b"/>
              <a:pathLst>
                <a:path w="46354" h="58419">
                  <a:moveTo>
                    <a:pt x="46207" y="0"/>
                  </a:moveTo>
                  <a:lnTo>
                    <a:pt x="0" y="0"/>
                  </a:lnTo>
                  <a:lnTo>
                    <a:pt x="0" y="58027"/>
                  </a:lnTo>
                  <a:lnTo>
                    <a:pt x="46207" y="58027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6762337" y="2969986"/>
              <a:ext cx="46355" cy="58419"/>
            </a:xfrm>
            <a:custGeom>
              <a:avLst/>
              <a:gdLst/>
              <a:ahLst/>
              <a:cxnLst/>
              <a:rect l="l" t="t" r="r" b="b"/>
              <a:pathLst>
                <a:path w="46354" h="58419">
                  <a:moveTo>
                    <a:pt x="0" y="58027"/>
                  </a:moveTo>
                  <a:lnTo>
                    <a:pt x="46207" y="58027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8027"/>
                  </a:lnTo>
                  <a:close/>
                </a:path>
              </a:pathLst>
            </a:custGeom>
            <a:ln w="97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6696044" y="3059788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4486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44868" y="59570"/>
                  </a:lnTo>
                  <a:lnTo>
                    <a:pt x="4486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6696044" y="3059788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0" y="59570"/>
                  </a:moveTo>
                  <a:lnTo>
                    <a:pt x="44868" y="59570"/>
                  </a:lnTo>
                  <a:lnTo>
                    <a:pt x="4486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97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6762337" y="3059788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46207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46207" y="59570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6762337" y="3059788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0" y="59570"/>
                  </a:moveTo>
                  <a:lnTo>
                    <a:pt x="46207" y="59570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9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6828356" y="2969986"/>
              <a:ext cx="46355" cy="58419"/>
            </a:xfrm>
            <a:custGeom>
              <a:avLst/>
              <a:gdLst/>
              <a:ahLst/>
              <a:cxnLst/>
              <a:rect l="l" t="t" r="r" b="b"/>
              <a:pathLst>
                <a:path w="46354" h="58419">
                  <a:moveTo>
                    <a:pt x="46207" y="0"/>
                  </a:moveTo>
                  <a:lnTo>
                    <a:pt x="0" y="0"/>
                  </a:lnTo>
                  <a:lnTo>
                    <a:pt x="0" y="58027"/>
                  </a:lnTo>
                  <a:lnTo>
                    <a:pt x="46207" y="58027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6828356" y="2969986"/>
              <a:ext cx="46355" cy="58419"/>
            </a:xfrm>
            <a:custGeom>
              <a:avLst/>
              <a:gdLst/>
              <a:ahLst/>
              <a:cxnLst/>
              <a:rect l="l" t="t" r="r" b="b"/>
              <a:pathLst>
                <a:path w="46354" h="58419">
                  <a:moveTo>
                    <a:pt x="0" y="58027"/>
                  </a:moveTo>
                  <a:lnTo>
                    <a:pt x="46207" y="58027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8027"/>
                  </a:lnTo>
                  <a:close/>
                </a:path>
              </a:pathLst>
            </a:custGeom>
            <a:ln w="97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6828356" y="3059788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46207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46207" y="59570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6828356" y="3059788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0" y="59570"/>
                  </a:moveTo>
                  <a:lnTo>
                    <a:pt x="46207" y="59570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9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6896022" y="2969986"/>
              <a:ext cx="45085" cy="58419"/>
            </a:xfrm>
            <a:custGeom>
              <a:avLst/>
              <a:gdLst/>
              <a:ahLst/>
              <a:cxnLst/>
              <a:rect l="l" t="t" r="r" b="b"/>
              <a:pathLst>
                <a:path w="45084" h="58419">
                  <a:moveTo>
                    <a:pt x="44533" y="0"/>
                  </a:moveTo>
                  <a:lnTo>
                    <a:pt x="0" y="0"/>
                  </a:lnTo>
                  <a:lnTo>
                    <a:pt x="0" y="58027"/>
                  </a:lnTo>
                  <a:lnTo>
                    <a:pt x="44533" y="58027"/>
                  </a:lnTo>
                  <a:lnTo>
                    <a:pt x="44533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6896022" y="2969986"/>
              <a:ext cx="45085" cy="58419"/>
            </a:xfrm>
            <a:custGeom>
              <a:avLst/>
              <a:gdLst/>
              <a:ahLst/>
              <a:cxnLst/>
              <a:rect l="l" t="t" r="r" b="b"/>
              <a:pathLst>
                <a:path w="45084" h="58419">
                  <a:moveTo>
                    <a:pt x="0" y="58027"/>
                  </a:moveTo>
                  <a:lnTo>
                    <a:pt x="44533" y="58027"/>
                  </a:lnTo>
                  <a:lnTo>
                    <a:pt x="44533" y="0"/>
                  </a:lnTo>
                  <a:lnTo>
                    <a:pt x="0" y="0"/>
                  </a:lnTo>
                  <a:lnTo>
                    <a:pt x="0" y="58027"/>
                  </a:lnTo>
                  <a:close/>
                </a:path>
              </a:pathLst>
            </a:custGeom>
            <a:ln w="97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6896022" y="3059788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44533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44533" y="59570"/>
                  </a:lnTo>
                  <a:lnTo>
                    <a:pt x="44533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6896022" y="3059788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0" y="59570"/>
                  </a:moveTo>
                  <a:lnTo>
                    <a:pt x="44533" y="59570"/>
                  </a:lnTo>
                  <a:lnTo>
                    <a:pt x="44533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97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6696044" y="2878671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44868" y="0"/>
                  </a:moveTo>
                  <a:lnTo>
                    <a:pt x="0" y="0"/>
                  </a:lnTo>
                  <a:lnTo>
                    <a:pt x="0" y="59261"/>
                  </a:lnTo>
                  <a:lnTo>
                    <a:pt x="44868" y="59261"/>
                  </a:lnTo>
                  <a:lnTo>
                    <a:pt x="4486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6696044" y="2878671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0" y="59261"/>
                  </a:moveTo>
                  <a:lnTo>
                    <a:pt x="44868" y="59261"/>
                  </a:lnTo>
                  <a:lnTo>
                    <a:pt x="44868" y="0"/>
                  </a:lnTo>
                  <a:lnTo>
                    <a:pt x="0" y="0"/>
                  </a:lnTo>
                  <a:lnTo>
                    <a:pt x="0" y="59261"/>
                  </a:lnTo>
                  <a:close/>
                </a:path>
              </a:pathLst>
            </a:custGeom>
            <a:ln w="97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6762337" y="2878671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46207" y="0"/>
                  </a:moveTo>
                  <a:lnTo>
                    <a:pt x="0" y="0"/>
                  </a:lnTo>
                  <a:lnTo>
                    <a:pt x="0" y="59261"/>
                  </a:lnTo>
                  <a:lnTo>
                    <a:pt x="46207" y="59261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6762337" y="2878671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0" y="59261"/>
                  </a:moveTo>
                  <a:lnTo>
                    <a:pt x="46207" y="59261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9261"/>
                  </a:lnTo>
                  <a:close/>
                </a:path>
              </a:pathLst>
            </a:custGeom>
            <a:ln w="97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6828356" y="2878671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46207" y="0"/>
                  </a:moveTo>
                  <a:lnTo>
                    <a:pt x="0" y="0"/>
                  </a:lnTo>
                  <a:lnTo>
                    <a:pt x="0" y="59261"/>
                  </a:lnTo>
                  <a:lnTo>
                    <a:pt x="46207" y="59261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6828356" y="2878671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0" y="59261"/>
                  </a:moveTo>
                  <a:lnTo>
                    <a:pt x="46207" y="59261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9261"/>
                  </a:lnTo>
                  <a:close/>
                </a:path>
              </a:pathLst>
            </a:custGeom>
            <a:ln w="97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6896022" y="2878671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44533" y="0"/>
                  </a:moveTo>
                  <a:lnTo>
                    <a:pt x="0" y="0"/>
                  </a:lnTo>
                  <a:lnTo>
                    <a:pt x="0" y="59261"/>
                  </a:lnTo>
                  <a:lnTo>
                    <a:pt x="44533" y="59261"/>
                  </a:lnTo>
                  <a:lnTo>
                    <a:pt x="44533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6896022" y="2878671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0" y="59261"/>
                  </a:moveTo>
                  <a:lnTo>
                    <a:pt x="44533" y="59261"/>
                  </a:lnTo>
                  <a:lnTo>
                    <a:pt x="44533" y="0"/>
                  </a:lnTo>
                  <a:lnTo>
                    <a:pt x="0" y="0"/>
                  </a:lnTo>
                  <a:lnTo>
                    <a:pt x="0" y="59261"/>
                  </a:lnTo>
                  <a:close/>
                </a:path>
              </a:pathLst>
            </a:custGeom>
            <a:ln w="97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7" name="object 16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48777" y="2207877"/>
              <a:ext cx="410888" cy="818893"/>
            </a:xfrm>
            <a:prstGeom prst="rect">
              <a:avLst/>
            </a:prstGeom>
          </p:spPr>
        </p:pic>
        <p:sp>
          <p:nvSpPr>
            <p:cNvPr id="168" name="object 168"/>
            <p:cNvSpPr/>
            <p:nvPr/>
          </p:nvSpPr>
          <p:spPr>
            <a:xfrm>
              <a:off x="5816113" y="1897078"/>
              <a:ext cx="1052195" cy="567055"/>
            </a:xfrm>
            <a:custGeom>
              <a:avLst/>
              <a:gdLst/>
              <a:ahLst/>
              <a:cxnLst/>
              <a:rect l="l" t="t" r="r" b="b"/>
              <a:pathLst>
                <a:path w="1052195" h="567055">
                  <a:moveTo>
                    <a:pt x="627521" y="0"/>
                  </a:moveTo>
                  <a:lnTo>
                    <a:pt x="604326" y="1644"/>
                  </a:lnTo>
                  <a:lnTo>
                    <a:pt x="582914" y="1644"/>
                  </a:lnTo>
                  <a:lnTo>
                    <a:pt x="561503" y="3162"/>
                  </a:lnTo>
                  <a:lnTo>
                    <a:pt x="541464" y="6199"/>
                  </a:lnTo>
                  <a:lnTo>
                    <a:pt x="520052" y="8982"/>
                  </a:lnTo>
                  <a:lnTo>
                    <a:pt x="460759" y="22899"/>
                  </a:lnTo>
                  <a:lnTo>
                    <a:pt x="442641" y="29098"/>
                  </a:lnTo>
                  <a:lnTo>
                    <a:pt x="424249" y="34918"/>
                  </a:lnTo>
                  <a:lnTo>
                    <a:pt x="406132" y="41118"/>
                  </a:lnTo>
                  <a:lnTo>
                    <a:pt x="389799" y="48835"/>
                  </a:lnTo>
                  <a:lnTo>
                    <a:pt x="373328" y="56173"/>
                  </a:lnTo>
                  <a:lnTo>
                    <a:pt x="356583" y="65535"/>
                  </a:lnTo>
                  <a:lnTo>
                    <a:pt x="341897" y="74771"/>
                  </a:lnTo>
                  <a:lnTo>
                    <a:pt x="326799" y="83754"/>
                  </a:lnTo>
                  <a:lnTo>
                    <a:pt x="312113" y="92989"/>
                  </a:lnTo>
                  <a:lnTo>
                    <a:pt x="299074" y="103743"/>
                  </a:lnTo>
                  <a:lnTo>
                    <a:pt x="285624" y="114244"/>
                  </a:lnTo>
                  <a:lnTo>
                    <a:pt x="274231" y="124998"/>
                  </a:lnTo>
                  <a:lnTo>
                    <a:pt x="264212" y="137144"/>
                  </a:lnTo>
                  <a:lnTo>
                    <a:pt x="252820" y="149416"/>
                  </a:lnTo>
                  <a:lnTo>
                    <a:pt x="244448" y="161435"/>
                  </a:lnTo>
                  <a:lnTo>
                    <a:pt x="234428" y="173834"/>
                  </a:lnTo>
                  <a:lnTo>
                    <a:pt x="227977" y="185853"/>
                  </a:lnTo>
                  <a:lnTo>
                    <a:pt x="221389" y="199770"/>
                  </a:lnTo>
                  <a:lnTo>
                    <a:pt x="214664" y="213307"/>
                  </a:lnTo>
                  <a:lnTo>
                    <a:pt x="211232" y="227224"/>
                  </a:lnTo>
                  <a:lnTo>
                    <a:pt x="206291" y="240761"/>
                  </a:lnTo>
                  <a:lnTo>
                    <a:pt x="201625" y="283398"/>
                  </a:lnTo>
                  <a:lnTo>
                    <a:pt x="204919" y="314015"/>
                  </a:lnTo>
                  <a:lnTo>
                    <a:pt x="207938" y="329070"/>
                  </a:lnTo>
                  <a:lnTo>
                    <a:pt x="211232" y="342987"/>
                  </a:lnTo>
                  <a:lnTo>
                    <a:pt x="0" y="461786"/>
                  </a:lnTo>
                  <a:lnTo>
                    <a:pt x="275879" y="443568"/>
                  </a:lnTo>
                  <a:lnTo>
                    <a:pt x="290702" y="457105"/>
                  </a:lnTo>
                  <a:lnTo>
                    <a:pt x="307035" y="471022"/>
                  </a:lnTo>
                  <a:lnTo>
                    <a:pt x="343544" y="495440"/>
                  </a:lnTo>
                  <a:lnTo>
                    <a:pt x="384720" y="516695"/>
                  </a:lnTo>
                  <a:lnTo>
                    <a:pt x="427543" y="533395"/>
                  </a:lnTo>
                  <a:lnTo>
                    <a:pt x="473798" y="548577"/>
                  </a:lnTo>
                  <a:lnTo>
                    <a:pt x="548189" y="562367"/>
                  </a:lnTo>
                  <a:lnTo>
                    <a:pt x="601031" y="567049"/>
                  </a:lnTo>
                  <a:lnTo>
                    <a:pt x="648933" y="567049"/>
                  </a:lnTo>
                  <a:lnTo>
                    <a:pt x="691756" y="564012"/>
                  </a:lnTo>
                  <a:lnTo>
                    <a:pt x="711520" y="560849"/>
                  </a:lnTo>
                  <a:lnTo>
                    <a:pt x="733344" y="557813"/>
                  </a:lnTo>
                  <a:lnTo>
                    <a:pt x="753108" y="554650"/>
                  </a:lnTo>
                  <a:lnTo>
                    <a:pt x="772873" y="550095"/>
                  </a:lnTo>
                  <a:lnTo>
                    <a:pt x="792500" y="544149"/>
                  </a:lnTo>
                  <a:lnTo>
                    <a:pt x="810617" y="539594"/>
                  </a:lnTo>
                  <a:lnTo>
                    <a:pt x="847127" y="525678"/>
                  </a:lnTo>
                  <a:lnTo>
                    <a:pt x="896675" y="502904"/>
                  </a:lnTo>
                  <a:lnTo>
                    <a:pt x="941282" y="473806"/>
                  </a:lnTo>
                  <a:lnTo>
                    <a:pt x="990831" y="431296"/>
                  </a:lnTo>
                  <a:lnTo>
                    <a:pt x="1008811" y="406878"/>
                  </a:lnTo>
                  <a:lnTo>
                    <a:pt x="1018968" y="394859"/>
                  </a:lnTo>
                  <a:lnTo>
                    <a:pt x="1025281" y="380942"/>
                  </a:lnTo>
                  <a:lnTo>
                    <a:pt x="1032007" y="367405"/>
                  </a:lnTo>
                  <a:lnTo>
                    <a:pt x="1038732" y="355006"/>
                  </a:lnTo>
                  <a:lnTo>
                    <a:pt x="1043673" y="341469"/>
                  </a:lnTo>
                  <a:lnTo>
                    <a:pt x="1046693" y="327552"/>
                  </a:lnTo>
                  <a:lnTo>
                    <a:pt x="1048340" y="312370"/>
                  </a:lnTo>
                  <a:lnTo>
                    <a:pt x="1050124" y="298833"/>
                  </a:lnTo>
                  <a:lnTo>
                    <a:pt x="1046693" y="240761"/>
                  </a:lnTo>
                  <a:lnTo>
                    <a:pt x="1025281" y="185853"/>
                  </a:lnTo>
                  <a:lnTo>
                    <a:pt x="1008811" y="161435"/>
                  </a:lnTo>
                  <a:lnTo>
                    <a:pt x="1000438" y="149416"/>
                  </a:lnTo>
                  <a:lnTo>
                    <a:pt x="990831" y="137144"/>
                  </a:lnTo>
                  <a:lnTo>
                    <a:pt x="979027" y="124998"/>
                  </a:lnTo>
                  <a:lnTo>
                    <a:pt x="967635" y="114244"/>
                  </a:lnTo>
                  <a:lnTo>
                    <a:pt x="954321" y="103743"/>
                  </a:lnTo>
                  <a:lnTo>
                    <a:pt x="941282" y="92989"/>
                  </a:lnTo>
                  <a:lnTo>
                    <a:pt x="896675" y="65535"/>
                  </a:lnTo>
                  <a:lnTo>
                    <a:pt x="879930" y="56173"/>
                  </a:lnTo>
                  <a:lnTo>
                    <a:pt x="863597" y="48835"/>
                  </a:lnTo>
                  <a:lnTo>
                    <a:pt x="847127" y="41118"/>
                  </a:lnTo>
                  <a:lnTo>
                    <a:pt x="829009" y="34918"/>
                  </a:lnTo>
                  <a:lnTo>
                    <a:pt x="810617" y="29098"/>
                  </a:lnTo>
                  <a:lnTo>
                    <a:pt x="792500" y="22899"/>
                  </a:lnTo>
                  <a:lnTo>
                    <a:pt x="733344" y="8982"/>
                  </a:lnTo>
                  <a:lnTo>
                    <a:pt x="711520" y="6199"/>
                  </a:lnTo>
                  <a:lnTo>
                    <a:pt x="691756" y="3162"/>
                  </a:lnTo>
                  <a:lnTo>
                    <a:pt x="670344" y="1644"/>
                  </a:lnTo>
                  <a:lnTo>
                    <a:pt x="648933" y="1644"/>
                  </a:lnTo>
                  <a:lnTo>
                    <a:pt x="627521" y="0"/>
                  </a:lnTo>
                  <a:close/>
                </a:path>
              </a:pathLst>
            </a:custGeom>
            <a:solidFill>
              <a:srgbClr val="FFFFFF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5816113" y="1897078"/>
              <a:ext cx="1052195" cy="567055"/>
            </a:xfrm>
            <a:custGeom>
              <a:avLst/>
              <a:gdLst/>
              <a:ahLst/>
              <a:cxnLst/>
              <a:rect l="l" t="t" r="r" b="b"/>
              <a:pathLst>
                <a:path w="1052195" h="567055">
                  <a:moveTo>
                    <a:pt x="211232" y="342987"/>
                  </a:moveTo>
                  <a:lnTo>
                    <a:pt x="207938" y="329070"/>
                  </a:lnTo>
                  <a:lnTo>
                    <a:pt x="204919" y="314015"/>
                  </a:lnTo>
                  <a:lnTo>
                    <a:pt x="203272" y="298833"/>
                  </a:lnTo>
                  <a:lnTo>
                    <a:pt x="201625" y="283398"/>
                  </a:lnTo>
                  <a:lnTo>
                    <a:pt x="203272" y="269860"/>
                  </a:lnTo>
                  <a:lnTo>
                    <a:pt x="204919" y="254425"/>
                  </a:lnTo>
                  <a:lnTo>
                    <a:pt x="206291" y="240761"/>
                  </a:lnTo>
                  <a:lnTo>
                    <a:pt x="211232" y="227224"/>
                  </a:lnTo>
                  <a:lnTo>
                    <a:pt x="214664" y="213307"/>
                  </a:lnTo>
                  <a:lnTo>
                    <a:pt x="221389" y="199770"/>
                  </a:lnTo>
                  <a:lnTo>
                    <a:pt x="227977" y="185853"/>
                  </a:lnTo>
                  <a:lnTo>
                    <a:pt x="234428" y="173834"/>
                  </a:lnTo>
                  <a:lnTo>
                    <a:pt x="244448" y="161435"/>
                  </a:lnTo>
                  <a:lnTo>
                    <a:pt x="252820" y="149416"/>
                  </a:lnTo>
                  <a:lnTo>
                    <a:pt x="264212" y="137144"/>
                  </a:lnTo>
                  <a:lnTo>
                    <a:pt x="274231" y="124998"/>
                  </a:lnTo>
                  <a:lnTo>
                    <a:pt x="285624" y="114244"/>
                  </a:lnTo>
                  <a:lnTo>
                    <a:pt x="299074" y="103743"/>
                  </a:lnTo>
                  <a:lnTo>
                    <a:pt x="312113" y="92989"/>
                  </a:lnTo>
                  <a:lnTo>
                    <a:pt x="326799" y="83754"/>
                  </a:lnTo>
                  <a:lnTo>
                    <a:pt x="341897" y="74771"/>
                  </a:lnTo>
                  <a:lnTo>
                    <a:pt x="356583" y="65535"/>
                  </a:lnTo>
                  <a:lnTo>
                    <a:pt x="373328" y="56173"/>
                  </a:lnTo>
                  <a:lnTo>
                    <a:pt x="389799" y="48835"/>
                  </a:lnTo>
                  <a:lnTo>
                    <a:pt x="406132" y="41118"/>
                  </a:lnTo>
                  <a:lnTo>
                    <a:pt x="424249" y="34918"/>
                  </a:lnTo>
                  <a:lnTo>
                    <a:pt x="442641" y="29098"/>
                  </a:lnTo>
                  <a:lnTo>
                    <a:pt x="460759" y="22899"/>
                  </a:lnTo>
                  <a:lnTo>
                    <a:pt x="480523" y="18218"/>
                  </a:lnTo>
                  <a:lnTo>
                    <a:pt x="500288" y="13663"/>
                  </a:lnTo>
                  <a:lnTo>
                    <a:pt x="520052" y="8982"/>
                  </a:lnTo>
                  <a:lnTo>
                    <a:pt x="541464" y="6199"/>
                  </a:lnTo>
                  <a:lnTo>
                    <a:pt x="561503" y="3162"/>
                  </a:lnTo>
                  <a:lnTo>
                    <a:pt x="582914" y="1644"/>
                  </a:lnTo>
                  <a:lnTo>
                    <a:pt x="604326" y="1644"/>
                  </a:lnTo>
                  <a:lnTo>
                    <a:pt x="627521" y="0"/>
                  </a:lnTo>
                  <a:lnTo>
                    <a:pt x="648933" y="1644"/>
                  </a:lnTo>
                  <a:lnTo>
                    <a:pt x="670344" y="1644"/>
                  </a:lnTo>
                  <a:lnTo>
                    <a:pt x="691756" y="3162"/>
                  </a:lnTo>
                  <a:lnTo>
                    <a:pt x="711520" y="6199"/>
                  </a:lnTo>
                  <a:lnTo>
                    <a:pt x="733344" y="8982"/>
                  </a:lnTo>
                  <a:lnTo>
                    <a:pt x="753108" y="13663"/>
                  </a:lnTo>
                  <a:lnTo>
                    <a:pt x="772873" y="18218"/>
                  </a:lnTo>
                  <a:lnTo>
                    <a:pt x="792500" y="22899"/>
                  </a:lnTo>
                  <a:lnTo>
                    <a:pt x="810617" y="29098"/>
                  </a:lnTo>
                  <a:lnTo>
                    <a:pt x="829009" y="34918"/>
                  </a:lnTo>
                  <a:lnTo>
                    <a:pt x="847127" y="41118"/>
                  </a:lnTo>
                  <a:lnTo>
                    <a:pt x="863597" y="48835"/>
                  </a:lnTo>
                  <a:lnTo>
                    <a:pt x="879930" y="56173"/>
                  </a:lnTo>
                  <a:lnTo>
                    <a:pt x="896675" y="65535"/>
                  </a:lnTo>
                  <a:lnTo>
                    <a:pt x="911498" y="74771"/>
                  </a:lnTo>
                  <a:lnTo>
                    <a:pt x="926184" y="83754"/>
                  </a:lnTo>
                  <a:lnTo>
                    <a:pt x="941282" y="92989"/>
                  </a:lnTo>
                  <a:lnTo>
                    <a:pt x="954321" y="103743"/>
                  </a:lnTo>
                  <a:lnTo>
                    <a:pt x="967635" y="114244"/>
                  </a:lnTo>
                  <a:lnTo>
                    <a:pt x="979027" y="124998"/>
                  </a:lnTo>
                  <a:lnTo>
                    <a:pt x="990831" y="137144"/>
                  </a:lnTo>
                  <a:lnTo>
                    <a:pt x="1000438" y="149416"/>
                  </a:lnTo>
                  <a:lnTo>
                    <a:pt x="1008811" y="161435"/>
                  </a:lnTo>
                  <a:lnTo>
                    <a:pt x="1018968" y="173834"/>
                  </a:lnTo>
                  <a:lnTo>
                    <a:pt x="1025281" y="185853"/>
                  </a:lnTo>
                  <a:lnTo>
                    <a:pt x="1032007" y="199770"/>
                  </a:lnTo>
                  <a:lnTo>
                    <a:pt x="1038732" y="213307"/>
                  </a:lnTo>
                  <a:lnTo>
                    <a:pt x="1043673" y="227224"/>
                  </a:lnTo>
                  <a:lnTo>
                    <a:pt x="1046693" y="240761"/>
                  </a:lnTo>
                  <a:lnTo>
                    <a:pt x="1048340" y="254425"/>
                  </a:lnTo>
                  <a:lnTo>
                    <a:pt x="1050124" y="269860"/>
                  </a:lnTo>
                  <a:lnTo>
                    <a:pt x="1051771" y="283398"/>
                  </a:lnTo>
                  <a:lnTo>
                    <a:pt x="1050124" y="298833"/>
                  </a:lnTo>
                  <a:lnTo>
                    <a:pt x="1048340" y="312370"/>
                  </a:lnTo>
                  <a:lnTo>
                    <a:pt x="1046693" y="327552"/>
                  </a:lnTo>
                  <a:lnTo>
                    <a:pt x="1043673" y="341469"/>
                  </a:lnTo>
                  <a:lnTo>
                    <a:pt x="1038732" y="355006"/>
                  </a:lnTo>
                  <a:lnTo>
                    <a:pt x="1032007" y="367405"/>
                  </a:lnTo>
                  <a:lnTo>
                    <a:pt x="1025281" y="380942"/>
                  </a:lnTo>
                  <a:lnTo>
                    <a:pt x="1018968" y="394859"/>
                  </a:lnTo>
                  <a:lnTo>
                    <a:pt x="1008811" y="406878"/>
                  </a:lnTo>
                  <a:lnTo>
                    <a:pt x="1000438" y="419150"/>
                  </a:lnTo>
                  <a:lnTo>
                    <a:pt x="990831" y="431296"/>
                  </a:lnTo>
                  <a:lnTo>
                    <a:pt x="979027" y="442050"/>
                  </a:lnTo>
                  <a:lnTo>
                    <a:pt x="967635" y="452551"/>
                  </a:lnTo>
                  <a:lnTo>
                    <a:pt x="926184" y="484686"/>
                  </a:lnTo>
                  <a:lnTo>
                    <a:pt x="879930" y="510622"/>
                  </a:lnTo>
                  <a:lnTo>
                    <a:pt x="863597" y="518340"/>
                  </a:lnTo>
                  <a:lnTo>
                    <a:pt x="847127" y="525678"/>
                  </a:lnTo>
                  <a:lnTo>
                    <a:pt x="829009" y="533395"/>
                  </a:lnTo>
                  <a:lnTo>
                    <a:pt x="810617" y="539594"/>
                  </a:lnTo>
                  <a:lnTo>
                    <a:pt x="792500" y="544149"/>
                  </a:lnTo>
                  <a:lnTo>
                    <a:pt x="772873" y="550095"/>
                  </a:lnTo>
                  <a:lnTo>
                    <a:pt x="753108" y="554650"/>
                  </a:lnTo>
                  <a:lnTo>
                    <a:pt x="733344" y="557813"/>
                  </a:lnTo>
                  <a:lnTo>
                    <a:pt x="711520" y="560849"/>
                  </a:lnTo>
                  <a:lnTo>
                    <a:pt x="691756" y="564012"/>
                  </a:lnTo>
                  <a:lnTo>
                    <a:pt x="670344" y="565530"/>
                  </a:lnTo>
                  <a:lnTo>
                    <a:pt x="648933" y="567049"/>
                  </a:lnTo>
                  <a:lnTo>
                    <a:pt x="627521" y="567049"/>
                  </a:lnTo>
                  <a:lnTo>
                    <a:pt x="601031" y="567049"/>
                  </a:lnTo>
                  <a:lnTo>
                    <a:pt x="574542" y="565530"/>
                  </a:lnTo>
                  <a:lnTo>
                    <a:pt x="548189" y="562367"/>
                  </a:lnTo>
                  <a:lnTo>
                    <a:pt x="523346" y="557813"/>
                  </a:lnTo>
                  <a:lnTo>
                    <a:pt x="498641" y="553132"/>
                  </a:lnTo>
                  <a:lnTo>
                    <a:pt x="473798" y="548577"/>
                  </a:lnTo>
                  <a:lnTo>
                    <a:pt x="427543" y="533395"/>
                  </a:lnTo>
                  <a:lnTo>
                    <a:pt x="384720" y="516695"/>
                  </a:lnTo>
                  <a:lnTo>
                    <a:pt x="343544" y="495440"/>
                  </a:lnTo>
                  <a:lnTo>
                    <a:pt x="325152" y="483041"/>
                  </a:lnTo>
                  <a:lnTo>
                    <a:pt x="307035" y="471022"/>
                  </a:lnTo>
                  <a:lnTo>
                    <a:pt x="290702" y="457105"/>
                  </a:lnTo>
                  <a:lnTo>
                    <a:pt x="275879" y="443568"/>
                  </a:lnTo>
                  <a:lnTo>
                    <a:pt x="0" y="461786"/>
                  </a:lnTo>
                  <a:lnTo>
                    <a:pt x="211232" y="342987"/>
                  </a:lnTo>
                </a:path>
              </a:pathLst>
            </a:custGeom>
            <a:ln w="62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5459529" y="3145295"/>
              <a:ext cx="1187450" cy="548640"/>
            </a:xfrm>
            <a:custGeom>
              <a:avLst/>
              <a:gdLst/>
              <a:ahLst/>
              <a:cxnLst/>
              <a:rect l="l" t="t" r="r" b="b"/>
              <a:pathLst>
                <a:path w="1187450" h="548639">
                  <a:moveTo>
                    <a:pt x="513601" y="0"/>
                  </a:moveTo>
                  <a:lnTo>
                    <a:pt x="462406" y="0"/>
                  </a:lnTo>
                  <a:lnTo>
                    <a:pt x="412857" y="3162"/>
                  </a:lnTo>
                  <a:lnTo>
                    <a:pt x="389799" y="6199"/>
                  </a:lnTo>
                  <a:lnTo>
                    <a:pt x="364956" y="8982"/>
                  </a:lnTo>
                  <a:lnTo>
                    <a:pt x="341897" y="12019"/>
                  </a:lnTo>
                  <a:lnTo>
                    <a:pt x="320486" y="16700"/>
                  </a:lnTo>
                  <a:lnTo>
                    <a:pt x="297290" y="21381"/>
                  </a:lnTo>
                  <a:lnTo>
                    <a:pt x="254193" y="33400"/>
                  </a:lnTo>
                  <a:lnTo>
                    <a:pt x="234428" y="39599"/>
                  </a:lnTo>
                  <a:lnTo>
                    <a:pt x="176782" y="62372"/>
                  </a:lnTo>
                  <a:lnTo>
                    <a:pt x="160037" y="71608"/>
                  </a:lnTo>
                  <a:lnTo>
                    <a:pt x="141919" y="80591"/>
                  </a:lnTo>
                  <a:lnTo>
                    <a:pt x="125586" y="89827"/>
                  </a:lnTo>
                  <a:lnTo>
                    <a:pt x="110488" y="100707"/>
                  </a:lnTo>
                  <a:lnTo>
                    <a:pt x="95802" y="109563"/>
                  </a:lnTo>
                  <a:lnTo>
                    <a:pt x="57646" y="143217"/>
                  </a:lnTo>
                  <a:lnTo>
                    <a:pt x="29783" y="179654"/>
                  </a:lnTo>
                  <a:lnTo>
                    <a:pt x="5078" y="233044"/>
                  </a:lnTo>
                  <a:lnTo>
                    <a:pt x="0" y="260498"/>
                  </a:lnTo>
                  <a:lnTo>
                    <a:pt x="0" y="287952"/>
                  </a:lnTo>
                  <a:lnTo>
                    <a:pt x="1647" y="303134"/>
                  </a:lnTo>
                  <a:lnTo>
                    <a:pt x="5078" y="317051"/>
                  </a:lnTo>
                  <a:lnTo>
                    <a:pt x="9744" y="329070"/>
                  </a:lnTo>
                  <a:lnTo>
                    <a:pt x="14686" y="342987"/>
                  </a:lnTo>
                  <a:lnTo>
                    <a:pt x="37881" y="380942"/>
                  </a:lnTo>
                  <a:lnTo>
                    <a:pt x="69312" y="417632"/>
                  </a:lnTo>
                  <a:lnTo>
                    <a:pt x="110488" y="449388"/>
                  </a:lnTo>
                  <a:lnTo>
                    <a:pt x="125586" y="458750"/>
                  </a:lnTo>
                  <a:lnTo>
                    <a:pt x="141919" y="469504"/>
                  </a:lnTo>
                  <a:lnTo>
                    <a:pt x="160037" y="476842"/>
                  </a:lnTo>
                  <a:lnTo>
                    <a:pt x="176782" y="486204"/>
                  </a:lnTo>
                  <a:lnTo>
                    <a:pt x="194899" y="493922"/>
                  </a:lnTo>
                  <a:lnTo>
                    <a:pt x="214664" y="502778"/>
                  </a:lnTo>
                  <a:lnTo>
                    <a:pt x="234428" y="508977"/>
                  </a:lnTo>
                  <a:lnTo>
                    <a:pt x="254193" y="516695"/>
                  </a:lnTo>
                  <a:lnTo>
                    <a:pt x="275604" y="522641"/>
                  </a:lnTo>
                  <a:lnTo>
                    <a:pt x="364956" y="541113"/>
                  </a:lnTo>
                  <a:lnTo>
                    <a:pt x="389799" y="544149"/>
                  </a:lnTo>
                  <a:lnTo>
                    <a:pt x="462406" y="548451"/>
                  </a:lnTo>
                  <a:lnTo>
                    <a:pt x="518268" y="548451"/>
                  </a:lnTo>
                  <a:lnTo>
                    <a:pt x="579620" y="544149"/>
                  </a:lnTo>
                  <a:lnTo>
                    <a:pt x="637129" y="536431"/>
                  </a:lnTo>
                  <a:lnTo>
                    <a:pt x="693403" y="524159"/>
                  </a:lnTo>
                  <a:lnTo>
                    <a:pt x="746383" y="507459"/>
                  </a:lnTo>
                  <a:lnTo>
                    <a:pt x="794284" y="487722"/>
                  </a:lnTo>
                  <a:lnTo>
                    <a:pt x="860166" y="452551"/>
                  </a:lnTo>
                  <a:lnTo>
                    <a:pt x="896675" y="425097"/>
                  </a:lnTo>
                  <a:lnTo>
                    <a:pt x="1186966" y="434332"/>
                  </a:lnTo>
                  <a:lnTo>
                    <a:pt x="967635" y="327552"/>
                  </a:lnTo>
                  <a:lnTo>
                    <a:pt x="970654" y="313888"/>
                  </a:lnTo>
                  <a:lnTo>
                    <a:pt x="974086" y="301616"/>
                  </a:lnTo>
                  <a:lnTo>
                    <a:pt x="975733" y="287952"/>
                  </a:lnTo>
                  <a:lnTo>
                    <a:pt x="975733" y="260498"/>
                  </a:lnTo>
                  <a:lnTo>
                    <a:pt x="974086" y="246961"/>
                  </a:lnTo>
                  <a:lnTo>
                    <a:pt x="960910" y="205590"/>
                  </a:lnTo>
                  <a:lnTo>
                    <a:pt x="937851" y="167634"/>
                  </a:lnTo>
                  <a:lnTo>
                    <a:pt x="904773" y="132463"/>
                  </a:lnTo>
                  <a:lnTo>
                    <a:pt x="893381" y="120444"/>
                  </a:lnTo>
                  <a:lnTo>
                    <a:pt x="878283" y="109563"/>
                  </a:lnTo>
                  <a:lnTo>
                    <a:pt x="848774" y="89827"/>
                  </a:lnTo>
                  <a:lnTo>
                    <a:pt x="833676" y="80591"/>
                  </a:lnTo>
                  <a:lnTo>
                    <a:pt x="815696" y="71608"/>
                  </a:lnTo>
                  <a:lnTo>
                    <a:pt x="799225" y="62372"/>
                  </a:lnTo>
                  <a:lnTo>
                    <a:pt x="779186" y="55034"/>
                  </a:lnTo>
                  <a:lnTo>
                    <a:pt x="761069" y="47317"/>
                  </a:lnTo>
                  <a:lnTo>
                    <a:pt x="741304" y="39599"/>
                  </a:lnTo>
                  <a:lnTo>
                    <a:pt x="700128" y="27454"/>
                  </a:lnTo>
                  <a:lnTo>
                    <a:pt x="632462" y="12019"/>
                  </a:lnTo>
                  <a:lnTo>
                    <a:pt x="561503" y="3162"/>
                  </a:lnTo>
                  <a:lnTo>
                    <a:pt x="513601" y="0"/>
                  </a:lnTo>
                  <a:close/>
                </a:path>
              </a:pathLst>
            </a:custGeom>
            <a:solidFill>
              <a:srgbClr val="FFFFFF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5459529" y="3145295"/>
              <a:ext cx="1187450" cy="548640"/>
            </a:xfrm>
            <a:custGeom>
              <a:avLst/>
              <a:gdLst/>
              <a:ahLst/>
              <a:cxnLst/>
              <a:rect l="l" t="t" r="r" b="b"/>
              <a:pathLst>
                <a:path w="1187450" h="548639">
                  <a:moveTo>
                    <a:pt x="896675" y="425097"/>
                  </a:moveTo>
                  <a:lnTo>
                    <a:pt x="878283" y="438887"/>
                  </a:lnTo>
                  <a:lnTo>
                    <a:pt x="860166" y="452551"/>
                  </a:lnTo>
                  <a:lnTo>
                    <a:pt x="838754" y="464823"/>
                  </a:lnTo>
                  <a:lnTo>
                    <a:pt x="794284" y="487722"/>
                  </a:lnTo>
                  <a:lnTo>
                    <a:pt x="746383" y="507459"/>
                  </a:lnTo>
                  <a:lnTo>
                    <a:pt x="693403" y="524159"/>
                  </a:lnTo>
                  <a:lnTo>
                    <a:pt x="637129" y="536431"/>
                  </a:lnTo>
                  <a:lnTo>
                    <a:pt x="579620" y="544149"/>
                  </a:lnTo>
                  <a:lnTo>
                    <a:pt x="518268" y="548451"/>
                  </a:lnTo>
                  <a:lnTo>
                    <a:pt x="487111" y="548451"/>
                  </a:lnTo>
                  <a:lnTo>
                    <a:pt x="462406" y="548451"/>
                  </a:lnTo>
                  <a:lnTo>
                    <a:pt x="437563" y="546932"/>
                  </a:lnTo>
                  <a:lnTo>
                    <a:pt x="412857" y="545414"/>
                  </a:lnTo>
                  <a:lnTo>
                    <a:pt x="389799" y="544149"/>
                  </a:lnTo>
                  <a:lnTo>
                    <a:pt x="364956" y="541113"/>
                  </a:lnTo>
                  <a:lnTo>
                    <a:pt x="341897" y="536431"/>
                  </a:lnTo>
                  <a:lnTo>
                    <a:pt x="320486" y="531877"/>
                  </a:lnTo>
                  <a:lnTo>
                    <a:pt x="297290" y="527196"/>
                  </a:lnTo>
                  <a:lnTo>
                    <a:pt x="275604" y="522641"/>
                  </a:lnTo>
                  <a:lnTo>
                    <a:pt x="254193" y="516695"/>
                  </a:lnTo>
                  <a:lnTo>
                    <a:pt x="234428" y="508977"/>
                  </a:lnTo>
                  <a:lnTo>
                    <a:pt x="214664" y="502778"/>
                  </a:lnTo>
                  <a:lnTo>
                    <a:pt x="194899" y="493922"/>
                  </a:lnTo>
                  <a:lnTo>
                    <a:pt x="176782" y="486204"/>
                  </a:lnTo>
                  <a:lnTo>
                    <a:pt x="160037" y="476842"/>
                  </a:lnTo>
                  <a:lnTo>
                    <a:pt x="141919" y="469504"/>
                  </a:lnTo>
                  <a:lnTo>
                    <a:pt x="125586" y="458750"/>
                  </a:lnTo>
                  <a:lnTo>
                    <a:pt x="110488" y="449388"/>
                  </a:lnTo>
                  <a:lnTo>
                    <a:pt x="69312" y="417632"/>
                  </a:lnTo>
                  <a:lnTo>
                    <a:pt x="47901" y="393214"/>
                  </a:lnTo>
                  <a:lnTo>
                    <a:pt x="37881" y="380942"/>
                  </a:lnTo>
                  <a:lnTo>
                    <a:pt x="29783" y="368923"/>
                  </a:lnTo>
                  <a:lnTo>
                    <a:pt x="21411" y="356524"/>
                  </a:lnTo>
                  <a:lnTo>
                    <a:pt x="14686" y="342987"/>
                  </a:lnTo>
                  <a:lnTo>
                    <a:pt x="9744" y="329070"/>
                  </a:lnTo>
                  <a:lnTo>
                    <a:pt x="5078" y="317051"/>
                  </a:lnTo>
                  <a:lnTo>
                    <a:pt x="1647" y="303134"/>
                  </a:lnTo>
                  <a:lnTo>
                    <a:pt x="0" y="287952"/>
                  </a:lnTo>
                  <a:lnTo>
                    <a:pt x="0" y="274415"/>
                  </a:lnTo>
                  <a:lnTo>
                    <a:pt x="0" y="260498"/>
                  </a:lnTo>
                  <a:lnTo>
                    <a:pt x="9744" y="219506"/>
                  </a:lnTo>
                  <a:lnTo>
                    <a:pt x="29783" y="179654"/>
                  </a:lnTo>
                  <a:lnTo>
                    <a:pt x="57646" y="143217"/>
                  </a:lnTo>
                  <a:lnTo>
                    <a:pt x="95802" y="109563"/>
                  </a:lnTo>
                  <a:lnTo>
                    <a:pt x="110488" y="100707"/>
                  </a:lnTo>
                  <a:lnTo>
                    <a:pt x="125586" y="89827"/>
                  </a:lnTo>
                  <a:lnTo>
                    <a:pt x="141919" y="80591"/>
                  </a:lnTo>
                  <a:lnTo>
                    <a:pt x="160037" y="71608"/>
                  </a:lnTo>
                  <a:lnTo>
                    <a:pt x="176782" y="62372"/>
                  </a:lnTo>
                  <a:lnTo>
                    <a:pt x="214664" y="47317"/>
                  </a:lnTo>
                  <a:lnTo>
                    <a:pt x="254193" y="33400"/>
                  </a:lnTo>
                  <a:lnTo>
                    <a:pt x="275604" y="27454"/>
                  </a:lnTo>
                  <a:lnTo>
                    <a:pt x="297290" y="21381"/>
                  </a:lnTo>
                  <a:lnTo>
                    <a:pt x="320486" y="16700"/>
                  </a:lnTo>
                  <a:lnTo>
                    <a:pt x="341897" y="12019"/>
                  </a:lnTo>
                  <a:lnTo>
                    <a:pt x="364956" y="8982"/>
                  </a:lnTo>
                  <a:lnTo>
                    <a:pt x="389799" y="6199"/>
                  </a:lnTo>
                  <a:lnTo>
                    <a:pt x="412857" y="3162"/>
                  </a:lnTo>
                  <a:lnTo>
                    <a:pt x="437563" y="1518"/>
                  </a:lnTo>
                  <a:lnTo>
                    <a:pt x="462406" y="0"/>
                  </a:lnTo>
                  <a:lnTo>
                    <a:pt x="487111" y="0"/>
                  </a:lnTo>
                  <a:lnTo>
                    <a:pt x="513601" y="0"/>
                  </a:lnTo>
                  <a:lnTo>
                    <a:pt x="538032" y="1518"/>
                  </a:lnTo>
                  <a:lnTo>
                    <a:pt x="561503" y="3162"/>
                  </a:lnTo>
                  <a:lnTo>
                    <a:pt x="585934" y="6199"/>
                  </a:lnTo>
                  <a:lnTo>
                    <a:pt x="609404" y="8982"/>
                  </a:lnTo>
                  <a:lnTo>
                    <a:pt x="655658" y="16700"/>
                  </a:lnTo>
                  <a:lnTo>
                    <a:pt x="700128" y="27454"/>
                  </a:lnTo>
                  <a:lnTo>
                    <a:pt x="719893" y="33400"/>
                  </a:lnTo>
                  <a:lnTo>
                    <a:pt x="741304" y="39599"/>
                  </a:lnTo>
                  <a:lnTo>
                    <a:pt x="761069" y="47317"/>
                  </a:lnTo>
                  <a:lnTo>
                    <a:pt x="779186" y="55034"/>
                  </a:lnTo>
                  <a:lnTo>
                    <a:pt x="799225" y="62372"/>
                  </a:lnTo>
                  <a:lnTo>
                    <a:pt x="815696" y="71608"/>
                  </a:lnTo>
                  <a:lnTo>
                    <a:pt x="833676" y="80591"/>
                  </a:lnTo>
                  <a:lnTo>
                    <a:pt x="848774" y="89827"/>
                  </a:lnTo>
                  <a:lnTo>
                    <a:pt x="865244" y="100707"/>
                  </a:lnTo>
                  <a:lnTo>
                    <a:pt x="878283" y="109563"/>
                  </a:lnTo>
                  <a:lnTo>
                    <a:pt x="893381" y="120444"/>
                  </a:lnTo>
                  <a:lnTo>
                    <a:pt x="904773" y="132463"/>
                  </a:lnTo>
                  <a:lnTo>
                    <a:pt x="918086" y="143217"/>
                  </a:lnTo>
                  <a:lnTo>
                    <a:pt x="946223" y="179654"/>
                  </a:lnTo>
                  <a:lnTo>
                    <a:pt x="965988" y="219506"/>
                  </a:lnTo>
                  <a:lnTo>
                    <a:pt x="975733" y="260498"/>
                  </a:lnTo>
                  <a:lnTo>
                    <a:pt x="975733" y="274415"/>
                  </a:lnTo>
                  <a:lnTo>
                    <a:pt x="975733" y="287952"/>
                  </a:lnTo>
                  <a:lnTo>
                    <a:pt x="974086" y="301616"/>
                  </a:lnTo>
                  <a:lnTo>
                    <a:pt x="970654" y="313888"/>
                  </a:lnTo>
                  <a:lnTo>
                    <a:pt x="967635" y="327552"/>
                  </a:lnTo>
                  <a:lnTo>
                    <a:pt x="1186966" y="434332"/>
                  </a:lnTo>
                  <a:lnTo>
                    <a:pt x="896675" y="425097"/>
                  </a:lnTo>
                </a:path>
              </a:pathLst>
            </a:custGeom>
            <a:ln w="62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5132317" y="1861906"/>
              <a:ext cx="2023110" cy="2059305"/>
            </a:xfrm>
            <a:custGeom>
              <a:avLst/>
              <a:gdLst/>
              <a:ahLst/>
              <a:cxnLst/>
              <a:rect l="l" t="t" r="r" b="b"/>
              <a:pathLst>
                <a:path w="2023109" h="2059304">
                  <a:moveTo>
                    <a:pt x="2022701" y="0"/>
                  </a:moveTo>
                  <a:lnTo>
                    <a:pt x="0" y="0"/>
                  </a:lnTo>
                  <a:lnTo>
                    <a:pt x="0" y="2059063"/>
                  </a:lnTo>
                  <a:lnTo>
                    <a:pt x="2022701" y="2059063"/>
                  </a:lnTo>
                  <a:lnTo>
                    <a:pt x="2022701" y="0"/>
                  </a:lnTo>
                  <a:close/>
                </a:path>
              </a:pathLst>
            </a:custGeom>
            <a:solidFill>
              <a:srgbClr val="EAEAEA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5132317" y="1861906"/>
              <a:ext cx="2023110" cy="2059305"/>
            </a:xfrm>
            <a:custGeom>
              <a:avLst/>
              <a:gdLst/>
              <a:ahLst/>
              <a:cxnLst/>
              <a:rect l="l" t="t" r="r" b="b"/>
              <a:pathLst>
                <a:path w="2023109" h="2059304">
                  <a:moveTo>
                    <a:pt x="0" y="2059063"/>
                  </a:moveTo>
                  <a:lnTo>
                    <a:pt x="2022701" y="2059063"/>
                  </a:lnTo>
                  <a:lnTo>
                    <a:pt x="2022701" y="0"/>
                  </a:lnTo>
                  <a:lnTo>
                    <a:pt x="0" y="0"/>
                  </a:lnTo>
                  <a:lnTo>
                    <a:pt x="0" y="2059063"/>
                  </a:lnTo>
                  <a:close/>
                </a:path>
              </a:pathLst>
            </a:custGeom>
            <a:ln w="32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5132317" y="1861906"/>
              <a:ext cx="2021205" cy="2058035"/>
            </a:xfrm>
            <a:custGeom>
              <a:avLst/>
              <a:gdLst/>
              <a:ahLst/>
              <a:cxnLst/>
              <a:rect l="l" t="t" r="r" b="b"/>
              <a:pathLst>
                <a:path w="2021204" h="2058035">
                  <a:moveTo>
                    <a:pt x="2021191" y="0"/>
                  </a:moveTo>
                  <a:lnTo>
                    <a:pt x="0" y="0"/>
                  </a:lnTo>
                  <a:lnTo>
                    <a:pt x="0" y="2057545"/>
                  </a:lnTo>
                  <a:lnTo>
                    <a:pt x="2021191" y="0"/>
                  </a:lnTo>
                  <a:close/>
                </a:path>
              </a:pathLst>
            </a:custGeom>
            <a:solidFill>
              <a:srgbClr val="80808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5132317" y="1861906"/>
              <a:ext cx="2021205" cy="2058035"/>
            </a:xfrm>
            <a:custGeom>
              <a:avLst/>
              <a:gdLst/>
              <a:ahLst/>
              <a:cxnLst/>
              <a:rect l="l" t="t" r="r" b="b"/>
              <a:pathLst>
                <a:path w="2021204" h="2058035">
                  <a:moveTo>
                    <a:pt x="2021191" y="0"/>
                  </a:moveTo>
                  <a:lnTo>
                    <a:pt x="0" y="0"/>
                  </a:lnTo>
                  <a:lnTo>
                    <a:pt x="0" y="2057545"/>
                  </a:lnTo>
                  <a:lnTo>
                    <a:pt x="2021191" y="0"/>
                  </a:lnTo>
                  <a:close/>
                </a:path>
              </a:pathLst>
            </a:custGeom>
            <a:ln w="9659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5132317" y="1861906"/>
              <a:ext cx="2023110" cy="2059305"/>
            </a:xfrm>
            <a:custGeom>
              <a:avLst/>
              <a:gdLst/>
              <a:ahLst/>
              <a:cxnLst/>
              <a:rect l="l" t="t" r="r" b="b"/>
              <a:pathLst>
                <a:path w="2023109" h="2059304">
                  <a:moveTo>
                    <a:pt x="0" y="2059063"/>
                  </a:moveTo>
                  <a:lnTo>
                    <a:pt x="2022701" y="2059063"/>
                  </a:lnTo>
                  <a:lnTo>
                    <a:pt x="2022701" y="0"/>
                  </a:lnTo>
                  <a:lnTo>
                    <a:pt x="0" y="0"/>
                  </a:lnTo>
                  <a:lnTo>
                    <a:pt x="0" y="2059063"/>
                  </a:lnTo>
                  <a:close/>
                </a:path>
              </a:pathLst>
            </a:custGeom>
            <a:ln w="396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5185297" y="1897078"/>
              <a:ext cx="304165" cy="281940"/>
            </a:xfrm>
            <a:custGeom>
              <a:avLst/>
              <a:gdLst/>
              <a:ahLst/>
              <a:cxnLst/>
              <a:rect l="l" t="t" r="r" b="b"/>
              <a:pathLst>
                <a:path w="304164" h="281939">
                  <a:moveTo>
                    <a:pt x="151939" y="0"/>
                  </a:moveTo>
                  <a:lnTo>
                    <a:pt x="107469" y="6199"/>
                  </a:lnTo>
                  <a:lnTo>
                    <a:pt x="56273" y="31882"/>
                  </a:lnTo>
                  <a:lnTo>
                    <a:pt x="26489" y="62372"/>
                  </a:lnTo>
                  <a:lnTo>
                    <a:pt x="6725" y="99189"/>
                  </a:lnTo>
                  <a:lnTo>
                    <a:pt x="0" y="126643"/>
                  </a:lnTo>
                  <a:lnTo>
                    <a:pt x="0" y="155362"/>
                  </a:lnTo>
                  <a:lnTo>
                    <a:pt x="11666" y="195089"/>
                  </a:lnTo>
                  <a:lnTo>
                    <a:pt x="34862" y="230007"/>
                  </a:lnTo>
                  <a:lnTo>
                    <a:pt x="56273" y="248479"/>
                  </a:lnTo>
                  <a:lnTo>
                    <a:pt x="67665" y="257462"/>
                  </a:lnTo>
                  <a:lnTo>
                    <a:pt x="79332" y="263661"/>
                  </a:lnTo>
                  <a:lnTo>
                    <a:pt x="92371" y="269860"/>
                  </a:lnTo>
                  <a:lnTo>
                    <a:pt x="122155" y="278716"/>
                  </a:lnTo>
                  <a:lnTo>
                    <a:pt x="151939" y="281879"/>
                  </a:lnTo>
                  <a:lnTo>
                    <a:pt x="168409" y="280361"/>
                  </a:lnTo>
                  <a:lnTo>
                    <a:pt x="211232" y="269860"/>
                  </a:lnTo>
                  <a:lnTo>
                    <a:pt x="259545" y="240761"/>
                  </a:lnTo>
                  <a:lnTo>
                    <a:pt x="269153" y="230007"/>
                  </a:lnTo>
                  <a:lnTo>
                    <a:pt x="279310" y="219506"/>
                  </a:lnTo>
                  <a:lnTo>
                    <a:pt x="285624" y="207108"/>
                  </a:lnTo>
                  <a:lnTo>
                    <a:pt x="292349" y="195089"/>
                  </a:lnTo>
                  <a:lnTo>
                    <a:pt x="297290" y="182817"/>
                  </a:lnTo>
                  <a:lnTo>
                    <a:pt x="302368" y="169153"/>
                  </a:lnTo>
                  <a:lnTo>
                    <a:pt x="304015" y="155362"/>
                  </a:lnTo>
                  <a:lnTo>
                    <a:pt x="304015" y="126643"/>
                  </a:lnTo>
                  <a:lnTo>
                    <a:pt x="302368" y="112726"/>
                  </a:lnTo>
                  <a:lnTo>
                    <a:pt x="292349" y="85272"/>
                  </a:lnTo>
                  <a:lnTo>
                    <a:pt x="279310" y="62372"/>
                  </a:lnTo>
                  <a:lnTo>
                    <a:pt x="269153" y="51871"/>
                  </a:lnTo>
                  <a:lnTo>
                    <a:pt x="259545" y="41118"/>
                  </a:lnTo>
                  <a:lnTo>
                    <a:pt x="224683" y="16700"/>
                  </a:lnTo>
                  <a:lnTo>
                    <a:pt x="183507" y="3162"/>
                  </a:lnTo>
                  <a:lnTo>
                    <a:pt x="151939" y="0"/>
                  </a:lnTo>
                  <a:close/>
                </a:path>
              </a:pathLst>
            </a:custGeom>
            <a:solidFill>
              <a:srgbClr val="FFFFFF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5185297" y="1897078"/>
              <a:ext cx="304165" cy="281940"/>
            </a:xfrm>
            <a:custGeom>
              <a:avLst/>
              <a:gdLst/>
              <a:ahLst/>
              <a:cxnLst/>
              <a:rect l="l" t="t" r="r" b="b"/>
              <a:pathLst>
                <a:path w="304164" h="281939">
                  <a:moveTo>
                    <a:pt x="151939" y="0"/>
                  </a:moveTo>
                  <a:lnTo>
                    <a:pt x="137253" y="1644"/>
                  </a:lnTo>
                  <a:lnTo>
                    <a:pt x="122155" y="3162"/>
                  </a:lnTo>
                  <a:lnTo>
                    <a:pt x="107469" y="6199"/>
                  </a:lnTo>
                  <a:lnTo>
                    <a:pt x="92371" y="10500"/>
                  </a:lnTo>
                  <a:lnTo>
                    <a:pt x="79332" y="16700"/>
                  </a:lnTo>
                  <a:lnTo>
                    <a:pt x="67665" y="24417"/>
                  </a:lnTo>
                  <a:lnTo>
                    <a:pt x="56273" y="31882"/>
                  </a:lnTo>
                  <a:lnTo>
                    <a:pt x="26489" y="62372"/>
                  </a:lnTo>
                  <a:lnTo>
                    <a:pt x="6725" y="99189"/>
                  </a:lnTo>
                  <a:lnTo>
                    <a:pt x="0" y="126643"/>
                  </a:lnTo>
                  <a:lnTo>
                    <a:pt x="0" y="140180"/>
                  </a:lnTo>
                  <a:lnTo>
                    <a:pt x="0" y="155362"/>
                  </a:lnTo>
                  <a:lnTo>
                    <a:pt x="11666" y="195089"/>
                  </a:lnTo>
                  <a:lnTo>
                    <a:pt x="34862" y="230007"/>
                  </a:lnTo>
                  <a:lnTo>
                    <a:pt x="56273" y="248479"/>
                  </a:lnTo>
                  <a:lnTo>
                    <a:pt x="67665" y="257462"/>
                  </a:lnTo>
                  <a:lnTo>
                    <a:pt x="107469" y="274415"/>
                  </a:lnTo>
                  <a:lnTo>
                    <a:pt x="151939" y="281879"/>
                  </a:lnTo>
                  <a:lnTo>
                    <a:pt x="168409" y="280361"/>
                  </a:lnTo>
                  <a:lnTo>
                    <a:pt x="211232" y="269860"/>
                  </a:lnTo>
                  <a:lnTo>
                    <a:pt x="249389" y="248479"/>
                  </a:lnTo>
                  <a:lnTo>
                    <a:pt x="259545" y="240761"/>
                  </a:lnTo>
                  <a:lnTo>
                    <a:pt x="269153" y="230007"/>
                  </a:lnTo>
                  <a:lnTo>
                    <a:pt x="279310" y="219506"/>
                  </a:lnTo>
                  <a:lnTo>
                    <a:pt x="285624" y="207108"/>
                  </a:lnTo>
                  <a:lnTo>
                    <a:pt x="292349" y="195089"/>
                  </a:lnTo>
                  <a:lnTo>
                    <a:pt x="297290" y="182817"/>
                  </a:lnTo>
                  <a:lnTo>
                    <a:pt x="302368" y="169153"/>
                  </a:lnTo>
                  <a:lnTo>
                    <a:pt x="304015" y="155362"/>
                  </a:lnTo>
                  <a:lnTo>
                    <a:pt x="304015" y="140180"/>
                  </a:lnTo>
                  <a:lnTo>
                    <a:pt x="304015" y="126643"/>
                  </a:lnTo>
                  <a:lnTo>
                    <a:pt x="302368" y="112726"/>
                  </a:lnTo>
                  <a:lnTo>
                    <a:pt x="297290" y="99189"/>
                  </a:lnTo>
                  <a:lnTo>
                    <a:pt x="292349" y="85272"/>
                  </a:lnTo>
                  <a:lnTo>
                    <a:pt x="285624" y="73253"/>
                  </a:lnTo>
                  <a:lnTo>
                    <a:pt x="279310" y="62372"/>
                  </a:lnTo>
                  <a:lnTo>
                    <a:pt x="269153" y="51871"/>
                  </a:lnTo>
                  <a:lnTo>
                    <a:pt x="259545" y="41118"/>
                  </a:lnTo>
                  <a:lnTo>
                    <a:pt x="224683" y="16700"/>
                  </a:lnTo>
                  <a:lnTo>
                    <a:pt x="183507" y="3162"/>
                  </a:lnTo>
                  <a:lnTo>
                    <a:pt x="168409" y="1644"/>
                  </a:lnTo>
                  <a:lnTo>
                    <a:pt x="151939" y="0"/>
                  </a:lnTo>
                </a:path>
              </a:pathLst>
            </a:custGeom>
            <a:ln w="320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9" name="object 179"/>
          <p:cNvSpPr txBox="1"/>
          <p:nvPr/>
        </p:nvSpPr>
        <p:spPr>
          <a:xfrm>
            <a:off x="5234846" y="1878520"/>
            <a:ext cx="220979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800" spc="380" dirty="0">
                <a:latin typeface="Times New Roman"/>
                <a:cs typeface="Times New Roman"/>
              </a:rPr>
              <a:t>C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80" name="object 180"/>
          <p:cNvGrpSpPr/>
          <p:nvPr/>
        </p:nvGrpSpPr>
        <p:grpSpPr>
          <a:xfrm>
            <a:off x="5348777" y="1893903"/>
            <a:ext cx="1727835" cy="1939289"/>
            <a:chOff x="5348777" y="1893903"/>
            <a:chExt cx="1727835" cy="1939289"/>
          </a:xfrm>
        </p:grpSpPr>
        <p:sp>
          <p:nvSpPr>
            <p:cNvPr id="181" name="object 181"/>
            <p:cNvSpPr/>
            <p:nvPr/>
          </p:nvSpPr>
          <p:spPr>
            <a:xfrm>
              <a:off x="6677926" y="2733862"/>
              <a:ext cx="393700" cy="1094740"/>
            </a:xfrm>
            <a:custGeom>
              <a:avLst/>
              <a:gdLst/>
              <a:ahLst/>
              <a:cxnLst/>
              <a:rect l="l" t="t" r="r" b="b"/>
              <a:pathLst>
                <a:path w="393700" h="1094739">
                  <a:moveTo>
                    <a:pt x="393230" y="0"/>
                  </a:moveTo>
                  <a:lnTo>
                    <a:pt x="112273" y="0"/>
                  </a:lnTo>
                  <a:lnTo>
                    <a:pt x="0" y="103490"/>
                  </a:lnTo>
                  <a:lnTo>
                    <a:pt x="0" y="1094245"/>
                  </a:lnTo>
                  <a:lnTo>
                    <a:pt x="279310" y="1094245"/>
                  </a:lnTo>
                  <a:lnTo>
                    <a:pt x="393230" y="990501"/>
                  </a:lnTo>
                  <a:lnTo>
                    <a:pt x="393230" y="0"/>
                  </a:lnTo>
                  <a:close/>
                </a:path>
              </a:pathLst>
            </a:custGeom>
            <a:solidFill>
              <a:srgbClr val="EAEAEA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6677926" y="2733862"/>
              <a:ext cx="393700" cy="103505"/>
            </a:xfrm>
            <a:custGeom>
              <a:avLst/>
              <a:gdLst/>
              <a:ahLst/>
              <a:cxnLst/>
              <a:rect l="l" t="t" r="r" b="b"/>
              <a:pathLst>
                <a:path w="393700" h="103505">
                  <a:moveTo>
                    <a:pt x="393230" y="0"/>
                  </a:moveTo>
                  <a:lnTo>
                    <a:pt x="112273" y="0"/>
                  </a:lnTo>
                  <a:lnTo>
                    <a:pt x="0" y="103490"/>
                  </a:lnTo>
                  <a:lnTo>
                    <a:pt x="279310" y="103490"/>
                  </a:lnTo>
                  <a:lnTo>
                    <a:pt x="393230" y="0"/>
                  </a:lnTo>
                  <a:close/>
                </a:path>
              </a:pathLst>
            </a:custGeom>
            <a:solidFill>
              <a:srgbClr val="EEEEEE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6957237" y="2733862"/>
              <a:ext cx="114300" cy="1094740"/>
            </a:xfrm>
            <a:custGeom>
              <a:avLst/>
              <a:gdLst/>
              <a:ahLst/>
              <a:cxnLst/>
              <a:rect l="l" t="t" r="r" b="b"/>
              <a:pathLst>
                <a:path w="114300" h="1094739">
                  <a:moveTo>
                    <a:pt x="113920" y="0"/>
                  </a:moveTo>
                  <a:lnTo>
                    <a:pt x="0" y="103490"/>
                  </a:lnTo>
                  <a:lnTo>
                    <a:pt x="0" y="1094245"/>
                  </a:lnTo>
                  <a:lnTo>
                    <a:pt x="113920" y="990501"/>
                  </a:lnTo>
                  <a:lnTo>
                    <a:pt x="113920" y="0"/>
                  </a:lnTo>
                  <a:close/>
                </a:path>
              </a:pathLst>
            </a:custGeom>
            <a:solidFill>
              <a:srgbClr val="BBBBBB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6677926" y="2733862"/>
              <a:ext cx="393700" cy="1094740"/>
            </a:xfrm>
            <a:custGeom>
              <a:avLst/>
              <a:gdLst/>
              <a:ahLst/>
              <a:cxnLst/>
              <a:rect l="l" t="t" r="r" b="b"/>
              <a:pathLst>
                <a:path w="393700" h="1094739">
                  <a:moveTo>
                    <a:pt x="112273" y="0"/>
                  </a:moveTo>
                  <a:lnTo>
                    <a:pt x="0" y="103490"/>
                  </a:lnTo>
                  <a:lnTo>
                    <a:pt x="0" y="1094245"/>
                  </a:lnTo>
                  <a:lnTo>
                    <a:pt x="279310" y="1094245"/>
                  </a:lnTo>
                  <a:lnTo>
                    <a:pt x="393230" y="990501"/>
                  </a:lnTo>
                  <a:lnTo>
                    <a:pt x="393230" y="0"/>
                  </a:lnTo>
                  <a:lnTo>
                    <a:pt x="112273" y="0"/>
                  </a:lnTo>
                  <a:close/>
                </a:path>
                <a:path w="393700" h="1094739">
                  <a:moveTo>
                    <a:pt x="0" y="103490"/>
                  </a:moveTo>
                  <a:lnTo>
                    <a:pt x="279310" y="103490"/>
                  </a:lnTo>
                  <a:lnTo>
                    <a:pt x="393230" y="0"/>
                  </a:lnTo>
                </a:path>
                <a:path w="393700" h="1094739">
                  <a:moveTo>
                    <a:pt x="279310" y="103490"/>
                  </a:moveTo>
                  <a:lnTo>
                    <a:pt x="279310" y="1094245"/>
                  </a:lnTo>
                </a:path>
              </a:pathLst>
            </a:custGeom>
            <a:ln w="96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6696044" y="3332711"/>
              <a:ext cx="45085" cy="58419"/>
            </a:xfrm>
            <a:custGeom>
              <a:avLst/>
              <a:gdLst/>
              <a:ahLst/>
              <a:cxnLst/>
              <a:rect l="l" t="t" r="r" b="b"/>
              <a:pathLst>
                <a:path w="45084" h="58420">
                  <a:moveTo>
                    <a:pt x="44868" y="0"/>
                  </a:moveTo>
                  <a:lnTo>
                    <a:pt x="0" y="0"/>
                  </a:lnTo>
                  <a:lnTo>
                    <a:pt x="0" y="58027"/>
                  </a:lnTo>
                  <a:lnTo>
                    <a:pt x="44868" y="58027"/>
                  </a:lnTo>
                  <a:lnTo>
                    <a:pt x="4486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6696044" y="3332711"/>
              <a:ext cx="45085" cy="58419"/>
            </a:xfrm>
            <a:custGeom>
              <a:avLst/>
              <a:gdLst/>
              <a:ahLst/>
              <a:cxnLst/>
              <a:rect l="l" t="t" r="r" b="b"/>
              <a:pathLst>
                <a:path w="45084" h="58420">
                  <a:moveTo>
                    <a:pt x="0" y="58027"/>
                  </a:moveTo>
                  <a:lnTo>
                    <a:pt x="44868" y="58027"/>
                  </a:lnTo>
                  <a:lnTo>
                    <a:pt x="44868" y="0"/>
                  </a:lnTo>
                  <a:lnTo>
                    <a:pt x="0" y="0"/>
                  </a:lnTo>
                  <a:lnTo>
                    <a:pt x="0" y="58027"/>
                  </a:lnTo>
                  <a:close/>
                </a:path>
              </a:pathLst>
            </a:custGeom>
            <a:ln w="97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6762337" y="3332711"/>
              <a:ext cx="46355" cy="58419"/>
            </a:xfrm>
            <a:custGeom>
              <a:avLst/>
              <a:gdLst/>
              <a:ahLst/>
              <a:cxnLst/>
              <a:rect l="l" t="t" r="r" b="b"/>
              <a:pathLst>
                <a:path w="46354" h="58420">
                  <a:moveTo>
                    <a:pt x="46207" y="0"/>
                  </a:moveTo>
                  <a:lnTo>
                    <a:pt x="0" y="0"/>
                  </a:lnTo>
                  <a:lnTo>
                    <a:pt x="0" y="58027"/>
                  </a:lnTo>
                  <a:lnTo>
                    <a:pt x="46207" y="58027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6762337" y="3332711"/>
              <a:ext cx="46355" cy="58419"/>
            </a:xfrm>
            <a:custGeom>
              <a:avLst/>
              <a:gdLst/>
              <a:ahLst/>
              <a:cxnLst/>
              <a:rect l="l" t="t" r="r" b="b"/>
              <a:pathLst>
                <a:path w="46354" h="58420">
                  <a:moveTo>
                    <a:pt x="0" y="58027"/>
                  </a:moveTo>
                  <a:lnTo>
                    <a:pt x="46207" y="58027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8027"/>
                  </a:lnTo>
                  <a:close/>
                </a:path>
              </a:pathLst>
            </a:custGeom>
            <a:ln w="97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6696044" y="3422512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4486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44868" y="59570"/>
                  </a:lnTo>
                  <a:lnTo>
                    <a:pt x="4486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6696044" y="3422512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0" y="59570"/>
                  </a:moveTo>
                  <a:lnTo>
                    <a:pt x="44868" y="59570"/>
                  </a:lnTo>
                  <a:lnTo>
                    <a:pt x="4486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97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6762337" y="3422512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46207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46207" y="59570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6762337" y="3422512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0" y="59570"/>
                  </a:moveTo>
                  <a:lnTo>
                    <a:pt x="46207" y="59570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9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6696044" y="3514166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44868" y="0"/>
                  </a:moveTo>
                  <a:lnTo>
                    <a:pt x="0" y="0"/>
                  </a:lnTo>
                  <a:lnTo>
                    <a:pt x="0" y="59261"/>
                  </a:lnTo>
                  <a:lnTo>
                    <a:pt x="44868" y="59261"/>
                  </a:lnTo>
                  <a:lnTo>
                    <a:pt x="4486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6696044" y="3514166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0" y="59261"/>
                  </a:moveTo>
                  <a:lnTo>
                    <a:pt x="44868" y="59261"/>
                  </a:lnTo>
                  <a:lnTo>
                    <a:pt x="44868" y="0"/>
                  </a:lnTo>
                  <a:lnTo>
                    <a:pt x="0" y="0"/>
                  </a:lnTo>
                  <a:lnTo>
                    <a:pt x="0" y="59261"/>
                  </a:lnTo>
                  <a:close/>
                </a:path>
              </a:pathLst>
            </a:custGeom>
            <a:ln w="97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6762337" y="3514166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46207" y="0"/>
                  </a:moveTo>
                  <a:lnTo>
                    <a:pt x="0" y="0"/>
                  </a:lnTo>
                  <a:lnTo>
                    <a:pt x="0" y="59261"/>
                  </a:lnTo>
                  <a:lnTo>
                    <a:pt x="46207" y="59261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6762337" y="3514166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0" y="59261"/>
                  </a:moveTo>
                  <a:lnTo>
                    <a:pt x="46207" y="59261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9261"/>
                  </a:lnTo>
                  <a:close/>
                </a:path>
              </a:pathLst>
            </a:custGeom>
            <a:ln w="97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6828356" y="3332711"/>
              <a:ext cx="46355" cy="58419"/>
            </a:xfrm>
            <a:custGeom>
              <a:avLst/>
              <a:gdLst/>
              <a:ahLst/>
              <a:cxnLst/>
              <a:rect l="l" t="t" r="r" b="b"/>
              <a:pathLst>
                <a:path w="46354" h="58420">
                  <a:moveTo>
                    <a:pt x="46207" y="0"/>
                  </a:moveTo>
                  <a:lnTo>
                    <a:pt x="0" y="0"/>
                  </a:lnTo>
                  <a:lnTo>
                    <a:pt x="0" y="58027"/>
                  </a:lnTo>
                  <a:lnTo>
                    <a:pt x="46207" y="58027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6828356" y="3332711"/>
              <a:ext cx="46355" cy="58419"/>
            </a:xfrm>
            <a:custGeom>
              <a:avLst/>
              <a:gdLst/>
              <a:ahLst/>
              <a:cxnLst/>
              <a:rect l="l" t="t" r="r" b="b"/>
              <a:pathLst>
                <a:path w="46354" h="58420">
                  <a:moveTo>
                    <a:pt x="0" y="58027"/>
                  </a:moveTo>
                  <a:lnTo>
                    <a:pt x="46207" y="58027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8027"/>
                  </a:lnTo>
                  <a:close/>
                </a:path>
              </a:pathLst>
            </a:custGeom>
            <a:ln w="97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6828356" y="3422512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46207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46207" y="59570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6828356" y="3422512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0" y="59570"/>
                  </a:moveTo>
                  <a:lnTo>
                    <a:pt x="46207" y="59570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9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6828356" y="3514166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46207" y="0"/>
                  </a:moveTo>
                  <a:lnTo>
                    <a:pt x="0" y="0"/>
                  </a:lnTo>
                  <a:lnTo>
                    <a:pt x="0" y="59261"/>
                  </a:lnTo>
                  <a:lnTo>
                    <a:pt x="46207" y="59261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6828356" y="3514166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0" y="59261"/>
                  </a:moveTo>
                  <a:lnTo>
                    <a:pt x="46207" y="59261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9261"/>
                  </a:lnTo>
                  <a:close/>
                </a:path>
              </a:pathLst>
            </a:custGeom>
            <a:ln w="97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6896022" y="3332711"/>
              <a:ext cx="45085" cy="58419"/>
            </a:xfrm>
            <a:custGeom>
              <a:avLst/>
              <a:gdLst/>
              <a:ahLst/>
              <a:cxnLst/>
              <a:rect l="l" t="t" r="r" b="b"/>
              <a:pathLst>
                <a:path w="45084" h="58420">
                  <a:moveTo>
                    <a:pt x="44533" y="0"/>
                  </a:moveTo>
                  <a:lnTo>
                    <a:pt x="0" y="0"/>
                  </a:lnTo>
                  <a:lnTo>
                    <a:pt x="0" y="58027"/>
                  </a:lnTo>
                  <a:lnTo>
                    <a:pt x="44533" y="58027"/>
                  </a:lnTo>
                  <a:lnTo>
                    <a:pt x="44533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6896022" y="3332711"/>
              <a:ext cx="45085" cy="58419"/>
            </a:xfrm>
            <a:custGeom>
              <a:avLst/>
              <a:gdLst/>
              <a:ahLst/>
              <a:cxnLst/>
              <a:rect l="l" t="t" r="r" b="b"/>
              <a:pathLst>
                <a:path w="45084" h="58420">
                  <a:moveTo>
                    <a:pt x="0" y="58027"/>
                  </a:moveTo>
                  <a:lnTo>
                    <a:pt x="44533" y="58027"/>
                  </a:lnTo>
                  <a:lnTo>
                    <a:pt x="44533" y="0"/>
                  </a:lnTo>
                  <a:lnTo>
                    <a:pt x="0" y="0"/>
                  </a:lnTo>
                  <a:lnTo>
                    <a:pt x="0" y="58027"/>
                  </a:lnTo>
                  <a:close/>
                </a:path>
              </a:pathLst>
            </a:custGeom>
            <a:ln w="97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6896022" y="3422512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44533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44533" y="59570"/>
                  </a:lnTo>
                  <a:lnTo>
                    <a:pt x="44533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6896022" y="3422512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0" y="59570"/>
                  </a:moveTo>
                  <a:lnTo>
                    <a:pt x="44533" y="59570"/>
                  </a:lnTo>
                  <a:lnTo>
                    <a:pt x="44533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97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6896022" y="3514166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44533" y="0"/>
                  </a:moveTo>
                  <a:lnTo>
                    <a:pt x="0" y="0"/>
                  </a:lnTo>
                  <a:lnTo>
                    <a:pt x="0" y="59261"/>
                  </a:lnTo>
                  <a:lnTo>
                    <a:pt x="44533" y="59261"/>
                  </a:lnTo>
                  <a:lnTo>
                    <a:pt x="44533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6896022" y="3514166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0" y="59261"/>
                  </a:moveTo>
                  <a:lnTo>
                    <a:pt x="44533" y="59261"/>
                  </a:lnTo>
                  <a:lnTo>
                    <a:pt x="44533" y="0"/>
                  </a:lnTo>
                  <a:lnTo>
                    <a:pt x="0" y="0"/>
                  </a:lnTo>
                  <a:lnTo>
                    <a:pt x="0" y="59261"/>
                  </a:lnTo>
                  <a:close/>
                </a:path>
              </a:pathLst>
            </a:custGeom>
            <a:ln w="97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6696044" y="3151468"/>
              <a:ext cx="45085" cy="57785"/>
            </a:xfrm>
            <a:custGeom>
              <a:avLst/>
              <a:gdLst/>
              <a:ahLst/>
              <a:cxnLst/>
              <a:rect l="l" t="t" r="r" b="b"/>
              <a:pathLst>
                <a:path w="45084" h="57785">
                  <a:moveTo>
                    <a:pt x="44868" y="0"/>
                  </a:moveTo>
                  <a:lnTo>
                    <a:pt x="0" y="0"/>
                  </a:lnTo>
                  <a:lnTo>
                    <a:pt x="0" y="57718"/>
                  </a:lnTo>
                  <a:lnTo>
                    <a:pt x="44868" y="57718"/>
                  </a:lnTo>
                  <a:lnTo>
                    <a:pt x="4486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6696044" y="3151468"/>
              <a:ext cx="45085" cy="57785"/>
            </a:xfrm>
            <a:custGeom>
              <a:avLst/>
              <a:gdLst/>
              <a:ahLst/>
              <a:cxnLst/>
              <a:rect l="l" t="t" r="r" b="b"/>
              <a:pathLst>
                <a:path w="45084" h="57785">
                  <a:moveTo>
                    <a:pt x="0" y="57718"/>
                  </a:moveTo>
                  <a:lnTo>
                    <a:pt x="44868" y="57718"/>
                  </a:lnTo>
                  <a:lnTo>
                    <a:pt x="44868" y="0"/>
                  </a:lnTo>
                  <a:lnTo>
                    <a:pt x="0" y="0"/>
                  </a:lnTo>
                  <a:lnTo>
                    <a:pt x="0" y="57718"/>
                  </a:lnTo>
                  <a:close/>
                </a:path>
              </a:pathLst>
            </a:custGeom>
            <a:ln w="9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6762337" y="3151468"/>
              <a:ext cx="46355" cy="57785"/>
            </a:xfrm>
            <a:custGeom>
              <a:avLst/>
              <a:gdLst/>
              <a:ahLst/>
              <a:cxnLst/>
              <a:rect l="l" t="t" r="r" b="b"/>
              <a:pathLst>
                <a:path w="46354" h="57785">
                  <a:moveTo>
                    <a:pt x="46207" y="0"/>
                  </a:moveTo>
                  <a:lnTo>
                    <a:pt x="0" y="0"/>
                  </a:lnTo>
                  <a:lnTo>
                    <a:pt x="0" y="57718"/>
                  </a:lnTo>
                  <a:lnTo>
                    <a:pt x="46207" y="57718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6762337" y="3151468"/>
              <a:ext cx="46355" cy="57785"/>
            </a:xfrm>
            <a:custGeom>
              <a:avLst/>
              <a:gdLst/>
              <a:ahLst/>
              <a:cxnLst/>
              <a:rect l="l" t="t" r="r" b="b"/>
              <a:pathLst>
                <a:path w="46354" h="57785">
                  <a:moveTo>
                    <a:pt x="0" y="57718"/>
                  </a:moveTo>
                  <a:lnTo>
                    <a:pt x="46207" y="57718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7718"/>
                  </a:lnTo>
                  <a:close/>
                </a:path>
              </a:pathLst>
            </a:custGeom>
            <a:ln w="97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6696044" y="3241269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44868" y="0"/>
                  </a:moveTo>
                  <a:lnTo>
                    <a:pt x="0" y="0"/>
                  </a:lnTo>
                  <a:lnTo>
                    <a:pt x="0" y="59261"/>
                  </a:lnTo>
                  <a:lnTo>
                    <a:pt x="44868" y="59261"/>
                  </a:lnTo>
                  <a:lnTo>
                    <a:pt x="4486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214"/>
            <p:cNvSpPr/>
            <p:nvPr/>
          </p:nvSpPr>
          <p:spPr>
            <a:xfrm>
              <a:off x="6696044" y="3241269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0" y="59261"/>
                  </a:moveTo>
                  <a:lnTo>
                    <a:pt x="44868" y="59261"/>
                  </a:lnTo>
                  <a:lnTo>
                    <a:pt x="44868" y="0"/>
                  </a:lnTo>
                  <a:lnTo>
                    <a:pt x="0" y="0"/>
                  </a:lnTo>
                  <a:lnTo>
                    <a:pt x="0" y="59261"/>
                  </a:lnTo>
                  <a:close/>
                </a:path>
              </a:pathLst>
            </a:custGeom>
            <a:ln w="97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15"/>
            <p:cNvSpPr/>
            <p:nvPr/>
          </p:nvSpPr>
          <p:spPr>
            <a:xfrm>
              <a:off x="6762337" y="3241269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46207" y="0"/>
                  </a:moveTo>
                  <a:lnTo>
                    <a:pt x="0" y="0"/>
                  </a:lnTo>
                  <a:lnTo>
                    <a:pt x="0" y="59261"/>
                  </a:lnTo>
                  <a:lnTo>
                    <a:pt x="46207" y="59261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6762337" y="3241269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0" y="59261"/>
                  </a:moveTo>
                  <a:lnTo>
                    <a:pt x="46207" y="59261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9261"/>
                  </a:lnTo>
                  <a:close/>
                </a:path>
              </a:pathLst>
            </a:custGeom>
            <a:ln w="97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217"/>
            <p:cNvSpPr/>
            <p:nvPr/>
          </p:nvSpPr>
          <p:spPr>
            <a:xfrm>
              <a:off x="6828356" y="3151468"/>
              <a:ext cx="46355" cy="57785"/>
            </a:xfrm>
            <a:custGeom>
              <a:avLst/>
              <a:gdLst/>
              <a:ahLst/>
              <a:cxnLst/>
              <a:rect l="l" t="t" r="r" b="b"/>
              <a:pathLst>
                <a:path w="46354" h="57785">
                  <a:moveTo>
                    <a:pt x="46207" y="0"/>
                  </a:moveTo>
                  <a:lnTo>
                    <a:pt x="0" y="0"/>
                  </a:lnTo>
                  <a:lnTo>
                    <a:pt x="0" y="57718"/>
                  </a:lnTo>
                  <a:lnTo>
                    <a:pt x="46207" y="57718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6828356" y="3151468"/>
              <a:ext cx="46355" cy="57785"/>
            </a:xfrm>
            <a:custGeom>
              <a:avLst/>
              <a:gdLst/>
              <a:ahLst/>
              <a:cxnLst/>
              <a:rect l="l" t="t" r="r" b="b"/>
              <a:pathLst>
                <a:path w="46354" h="57785">
                  <a:moveTo>
                    <a:pt x="0" y="57718"/>
                  </a:moveTo>
                  <a:lnTo>
                    <a:pt x="46207" y="57718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7718"/>
                  </a:lnTo>
                  <a:close/>
                </a:path>
              </a:pathLst>
            </a:custGeom>
            <a:ln w="97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19"/>
            <p:cNvSpPr/>
            <p:nvPr/>
          </p:nvSpPr>
          <p:spPr>
            <a:xfrm>
              <a:off x="6828356" y="3241269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46207" y="0"/>
                  </a:moveTo>
                  <a:lnTo>
                    <a:pt x="0" y="0"/>
                  </a:lnTo>
                  <a:lnTo>
                    <a:pt x="0" y="59261"/>
                  </a:lnTo>
                  <a:lnTo>
                    <a:pt x="46207" y="59261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" name="object 220"/>
            <p:cNvSpPr/>
            <p:nvPr/>
          </p:nvSpPr>
          <p:spPr>
            <a:xfrm>
              <a:off x="6828356" y="3241269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0" y="59261"/>
                  </a:moveTo>
                  <a:lnTo>
                    <a:pt x="46207" y="59261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9261"/>
                  </a:lnTo>
                  <a:close/>
                </a:path>
              </a:pathLst>
            </a:custGeom>
            <a:ln w="97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221"/>
            <p:cNvSpPr/>
            <p:nvPr/>
          </p:nvSpPr>
          <p:spPr>
            <a:xfrm>
              <a:off x="6896022" y="3151468"/>
              <a:ext cx="45085" cy="57785"/>
            </a:xfrm>
            <a:custGeom>
              <a:avLst/>
              <a:gdLst/>
              <a:ahLst/>
              <a:cxnLst/>
              <a:rect l="l" t="t" r="r" b="b"/>
              <a:pathLst>
                <a:path w="45084" h="57785">
                  <a:moveTo>
                    <a:pt x="44533" y="0"/>
                  </a:moveTo>
                  <a:lnTo>
                    <a:pt x="0" y="0"/>
                  </a:lnTo>
                  <a:lnTo>
                    <a:pt x="0" y="57718"/>
                  </a:lnTo>
                  <a:lnTo>
                    <a:pt x="44533" y="57718"/>
                  </a:lnTo>
                  <a:lnTo>
                    <a:pt x="44533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6896022" y="3151468"/>
              <a:ext cx="45085" cy="57785"/>
            </a:xfrm>
            <a:custGeom>
              <a:avLst/>
              <a:gdLst/>
              <a:ahLst/>
              <a:cxnLst/>
              <a:rect l="l" t="t" r="r" b="b"/>
              <a:pathLst>
                <a:path w="45084" h="57785">
                  <a:moveTo>
                    <a:pt x="0" y="57718"/>
                  </a:moveTo>
                  <a:lnTo>
                    <a:pt x="44533" y="57718"/>
                  </a:lnTo>
                  <a:lnTo>
                    <a:pt x="44533" y="0"/>
                  </a:lnTo>
                  <a:lnTo>
                    <a:pt x="0" y="0"/>
                  </a:lnTo>
                  <a:lnTo>
                    <a:pt x="0" y="57718"/>
                  </a:lnTo>
                  <a:close/>
                </a:path>
              </a:pathLst>
            </a:custGeom>
            <a:ln w="97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23"/>
            <p:cNvSpPr/>
            <p:nvPr/>
          </p:nvSpPr>
          <p:spPr>
            <a:xfrm>
              <a:off x="6896022" y="3241269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44533" y="0"/>
                  </a:moveTo>
                  <a:lnTo>
                    <a:pt x="0" y="0"/>
                  </a:lnTo>
                  <a:lnTo>
                    <a:pt x="0" y="59261"/>
                  </a:lnTo>
                  <a:lnTo>
                    <a:pt x="44533" y="59261"/>
                  </a:lnTo>
                  <a:lnTo>
                    <a:pt x="44533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224"/>
            <p:cNvSpPr/>
            <p:nvPr/>
          </p:nvSpPr>
          <p:spPr>
            <a:xfrm>
              <a:off x="6896022" y="3241269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0" y="59261"/>
                  </a:moveTo>
                  <a:lnTo>
                    <a:pt x="44533" y="59261"/>
                  </a:lnTo>
                  <a:lnTo>
                    <a:pt x="44533" y="0"/>
                  </a:lnTo>
                  <a:lnTo>
                    <a:pt x="0" y="0"/>
                  </a:lnTo>
                  <a:lnTo>
                    <a:pt x="0" y="59261"/>
                  </a:lnTo>
                  <a:close/>
                </a:path>
              </a:pathLst>
            </a:custGeom>
            <a:ln w="97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" name="object 225"/>
            <p:cNvSpPr/>
            <p:nvPr/>
          </p:nvSpPr>
          <p:spPr>
            <a:xfrm>
              <a:off x="6696044" y="2969986"/>
              <a:ext cx="45085" cy="58419"/>
            </a:xfrm>
            <a:custGeom>
              <a:avLst/>
              <a:gdLst/>
              <a:ahLst/>
              <a:cxnLst/>
              <a:rect l="l" t="t" r="r" b="b"/>
              <a:pathLst>
                <a:path w="45084" h="58419">
                  <a:moveTo>
                    <a:pt x="44868" y="0"/>
                  </a:moveTo>
                  <a:lnTo>
                    <a:pt x="0" y="0"/>
                  </a:lnTo>
                  <a:lnTo>
                    <a:pt x="0" y="58027"/>
                  </a:lnTo>
                  <a:lnTo>
                    <a:pt x="44868" y="58027"/>
                  </a:lnTo>
                  <a:lnTo>
                    <a:pt x="4486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226"/>
            <p:cNvSpPr/>
            <p:nvPr/>
          </p:nvSpPr>
          <p:spPr>
            <a:xfrm>
              <a:off x="6696044" y="2969986"/>
              <a:ext cx="45085" cy="58419"/>
            </a:xfrm>
            <a:custGeom>
              <a:avLst/>
              <a:gdLst/>
              <a:ahLst/>
              <a:cxnLst/>
              <a:rect l="l" t="t" r="r" b="b"/>
              <a:pathLst>
                <a:path w="45084" h="58419">
                  <a:moveTo>
                    <a:pt x="0" y="58027"/>
                  </a:moveTo>
                  <a:lnTo>
                    <a:pt x="44868" y="58027"/>
                  </a:lnTo>
                  <a:lnTo>
                    <a:pt x="44868" y="0"/>
                  </a:lnTo>
                  <a:lnTo>
                    <a:pt x="0" y="0"/>
                  </a:lnTo>
                  <a:lnTo>
                    <a:pt x="0" y="58027"/>
                  </a:lnTo>
                  <a:close/>
                </a:path>
              </a:pathLst>
            </a:custGeom>
            <a:ln w="97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" name="object 227"/>
            <p:cNvSpPr/>
            <p:nvPr/>
          </p:nvSpPr>
          <p:spPr>
            <a:xfrm>
              <a:off x="6762337" y="2969986"/>
              <a:ext cx="46355" cy="58419"/>
            </a:xfrm>
            <a:custGeom>
              <a:avLst/>
              <a:gdLst/>
              <a:ahLst/>
              <a:cxnLst/>
              <a:rect l="l" t="t" r="r" b="b"/>
              <a:pathLst>
                <a:path w="46354" h="58419">
                  <a:moveTo>
                    <a:pt x="46207" y="0"/>
                  </a:moveTo>
                  <a:lnTo>
                    <a:pt x="0" y="0"/>
                  </a:lnTo>
                  <a:lnTo>
                    <a:pt x="0" y="58027"/>
                  </a:lnTo>
                  <a:lnTo>
                    <a:pt x="46207" y="58027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" name="object 228"/>
            <p:cNvSpPr/>
            <p:nvPr/>
          </p:nvSpPr>
          <p:spPr>
            <a:xfrm>
              <a:off x="6762337" y="2969986"/>
              <a:ext cx="46355" cy="58419"/>
            </a:xfrm>
            <a:custGeom>
              <a:avLst/>
              <a:gdLst/>
              <a:ahLst/>
              <a:cxnLst/>
              <a:rect l="l" t="t" r="r" b="b"/>
              <a:pathLst>
                <a:path w="46354" h="58419">
                  <a:moveTo>
                    <a:pt x="0" y="58027"/>
                  </a:moveTo>
                  <a:lnTo>
                    <a:pt x="46207" y="58027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8027"/>
                  </a:lnTo>
                  <a:close/>
                </a:path>
              </a:pathLst>
            </a:custGeom>
            <a:ln w="97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" name="object 229"/>
            <p:cNvSpPr/>
            <p:nvPr/>
          </p:nvSpPr>
          <p:spPr>
            <a:xfrm>
              <a:off x="6696044" y="3059788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4486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44868" y="59570"/>
                  </a:lnTo>
                  <a:lnTo>
                    <a:pt x="4486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" name="object 230"/>
            <p:cNvSpPr/>
            <p:nvPr/>
          </p:nvSpPr>
          <p:spPr>
            <a:xfrm>
              <a:off x="6696044" y="3059788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0" y="59570"/>
                  </a:moveTo>
                  <a:lnTo>
                    <a:pt x="44868" y="59570"/>
                  </a:lnTo>
                  <a:lnTo>
                    <a:pt x="4486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97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" name="object 231"/>
            <p:cNvSpPr/>
            <p:nvPr/>
          </p:nvSpPr>
          <p:spPr>
            <a:xfrm>
              <a:off x="6762337" y="3059788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46207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46207" y="59570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" name="object 232"/>
            <p:cNvSpPr/>
            <p:nvPr/>
          </p:nvSpPr>
          <p:spPr>
            <a:xfrm>
              <a:off x="6762337" y="3059788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0" y="59570"/>
                  </a:moveTo>
                  <a:lnTo>
                    <a:pt x="46207" y="59570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9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" name="object 233"/>
            <p:cNvSpPr/>
            <p:nvPr/>
          </p:nvSpPr>
          <p:spPr>
            <a:xfrm>
              <a:off x="6828356" y="2969986"/>
              <a:ext cx="46355" cy="58419"/>
            </a:xfrm>
            <a:custGeom>
              <a:avLst/>
              <a:gdLst/>
              <a:ahLst/>
              <a:cxnLst/>
              <a:rect l="l" t="t" r="r" b="b"/>
              <a:pathLst>
                <a:path w="46354" h="58419">
                  <a:moveTo>
                    <a:pt x="46207" y="0"/>
                  </a:moveTo>
                  <a:lnTo>
                    <a:pt x="0" y="0"/>
                  </a:lnTo>
                  <a:lnTo>
                    <a:pt x="0" y="58027"/>
                  </a:lnTo>
                  <a:lnTo>
                    <a:pt x="46207" y="58027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" name="object 234"/>
            <p:cNvSpPr/>
            <p:nvPr/>
          </p:nvSpPr>
          <p:spPr>
            <a:xfrm>
              <a:off x="6828356" y="2969986"/>
              <a:ext cx="46355" cy="58419"/>
            </a:xfrm>
            <a:custGeom>
              <a:avLst/>
              <a:gdLst/>
              <a:ahLst/>
              <a:cxnLst/>
              <a:rect l="l" t="t" r="r" b="b"/>
              <a:pathLst>
                <a:path w="46354" h="58419">
                  <a:moveTo>
                    <a:pt x="0" y="58027"/>
                  </a:moveTo>
                  <a:lnTo>
                    <a:pt x="46207" y="58027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8027"/>
                  </a:lnTo>
                  <a:close/>
                </a:path>
              </a:pathLst>
            </a:custGeom>
            <a:ln w="97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" name="object 235"/>
            <p:cNvSpPr/>
            <p:nvPr/>
          </p:nvSpPr>
          <p:spPr>
            <a:xfrm>
              <a:off x="6828356" y="3059788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46207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46207" y="59570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" name="object 236"/>
            <p:cNvSpPr/>
            <p:nvPr/>
          </p:nvSpPr>
          <p:spPr>
            <a:xfrm>
              <a:off x="6828356" y="3059788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0" y="59570"/>
                  </a:moveTo>
                  <a:lnTo>
                    <a:pt x="46207" y="59570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9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" name="object 237"/>
            <p:cNvSpPr/>
            <p:nvPr/>
          </p:nvSpPr>
          <p:spPr>
            <a:xfrm>
              <a:off x="6896022" y="2969986"/>
              <a:ext cx="45085" cy="58419"/>
            </a:xfrm>
            <a:custGeom>
              <a:avLst/>
              <a:gdLst/>
              <a:ahLst/>
              <a:cxnLst/>
              <a:rect l="l" t="t" r="r" b="b"/>
              <a:pathLst>
                <a:path w="45084" h="58419">
                  <a:moveTo>
                    <a:pt x="44533" y="0"/>
                  </a:moveTo>
                  <a:lnTo>
                    <a:pt x="0" y="0"/>
                  </a:lnTo>
                  <a:lnTo>
                    <a:pt x="0" y="58027"/>
                  </a:lnTo>
                  <a:lnTo>
                    <a:pt x="44533" y="58027"/>
                  </a:lnTo>
                  <a:lnTo>
                    <a:pt x="44533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" name="object 238"/>
            <p:cNvSpPr/>
            <p:nvPr/>
          </p:nvSpPr>
          <p:spPr>
            <a:xfrm>
              <a:off x="6896022" y="2969986"/>
              <a:ext cx="45085" cy="58419"/>
            </a:xfrm>
            <a:custGeom>
              <a:avLst/>
              <a:gdLst/>
              <a:ahLst/>
              <a:cxnLst/>
              <a:rect l="l" t="t" r="r" b="b"/>
              <a:pathLst>
                <a:path w="45084" h="58419">
                  <a:moveTo>
                    <a:pt x="0" y="58027"/>
                  </a:moveTo>
                  <a:lnTo>
                    <a:pt x="44533" y="58027"/>
                  </a:lnTo>
                  <a:lnTo>
                    <a:pt x="44533" y="0"/>
                  </a:lnTo>
                  <a:lnTo>
                    <a:pt x="0" y="0"/>
                  </a:lnTo>
                  <a:lnTo>
                    <a:pt x="0" y="58027"/>
                  </a:lnTo>
                  <a:close/>
                </a:path>
              </a:pathLst>
            </a:custGeom>
            <a:ln w="97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" name="object 239"/>
            <p:cNvSpPr/>
            <p:nvPr/>
          </p:nvSpPr>
          <p:spPr>
            <a:xfrm>
              <a:off x="6896022" y="3059788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44533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44533" y="59570"/>
                  </a:lnTo>
                  <a:lnTo>
                    <a:pt x="44533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" name="object 240"/>
            <p:cNvSpPr/>
            <p:nvPr/>
          </p:nvSpPr>
          <p:spPr>
            <a:xfrm>
              <a:off x="6896022" y="3059788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0" y="59570"/>
                  </a:moveTo>
                  <a:lnTo>
                    <a:pt x="44533" y="59570"/>
                  </a:lnTo>
                  <a:lnTo>
                    <a:pt x="44533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97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" name="object 241"/>
            <p:cNvSpPr/>
            <p:nvPr/>
          </p:nvSpPr>
          <p:spPr>
            <a:xfrm>
              <a:off x="6696044" y="2878672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44868" y="0"/>
                  </a:moveTo>
                  <a:lnTo>
                    <a:pt x="0" y="0"/>
                  </a:lnTo>
                  <a:lnTo>
                    <a:pt x="0" y="59261"/>
                  </a:lnTo>
                  <a:lnTo>
                    <a:pt x="44868" y="59261"/>
                  </a:lnTo>
                  <a:lnTo>
                    <a:pt x="4486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" name="object 242"/>
            <p:cNvSpPr/>
            <p:nvPr/>
          </p:nvSpPr>
          <p:spPr>
            <a:xfrm>
              <a:off x="6696044" y="2878672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0" y="59261"/>
                  </a:moveTo>
                  <a:lnTo>
                    <a:pt x="44868" y="59261"/>
                  </a:lnTo>
                  <a:lnTo>
                    <a:pt x="44868" y="0"/>
                  </a:lnTo>
                  <a:lnTo>
                    <a:pt x="0" y="0"/>
                  </a:lnTo>
                  <a:lnTo>
                    <a:pt x="0" y="59261"/>
                  </a:lnTo>
                  <a:close/>
                </a:path>
              </a:pathLst>
            </a:custGeom>
            <a:ln w="97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" name="object 243"/>
            <p:cNvSpPr/>
            <p:nvPr/>
          </p:nvSpPr>
          <p:spPr>
            <a:xfrm>
              <a:off x="6762337" y="2878672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46207" y="0"/>
                  </a:moveTo>
                  <a:lnTo>
                    <a:pt x="0" y="0"/>
                  </a:lnTo>
                  <a:lnTo>
                    <a:pt x="0" y="59261"/>
                  </a:lnTo>
                  <a:lnTo>
                    <a:pt x="46207" y="59261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" name="object 244"/>
            <p:cNvSpPr/>
            <p:nvPr/>
          </p:nvSpPr>
          <p:spPr>
            <a:xfrm>
              <a:off x="6762337" y="2878672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0" y="59261"/>
                  </a:moveTo>
                  <a:lnTo>
                    <a:pt x="46207" y="59261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9261"/>
                  </a:lnTo>
                  <a:close/>
                </a:path>
              </a:pathLst>
            </a:custGeom>
            <a:ln w="97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" name="object 245"/>
            <p:cNvSpPr/>
            <p:nvPr/>
          </p:nvSpPr>
          <p:spPr>
            <a:xfrm>
              <a:off x="6828356" y="2878672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46207" y="0"/>
                  </a:moveTo>
                  <a:lnTo>
                    <a:pt x="0" y="0"/>
                  </a:lnTo>
                  <a:lnTo>
                    <a:pt x="0" y="59261"/>
                  </a:lnTo>
                  <a:lnTo>
                    <a:pt x="46207" y="59261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6" name="object 246"/>
            <p:cNvSpPr/>
            <p:nvPr/>
          </p:nvSpPr>
          <p:spPr>
            <a:xfrm>
              <a:off x="6828356" y="2878672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0" y="59261"/>
                  </a:moveTo>
                  <a:lnTo>
                    <a:pt x="46207" y="59261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9261"/>
                  </a:lnTo>
                  <a:close/>
                </a:path>
              </a:pathLst>
            </a:custGeom>
            <a:ln w="97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7" name="object 247"/>
            <p:cNvSpPr/>
            <p:nvPr/>
          </p:nvSpPr>
          <p:spPr>
            <a:xfrm>
              <a:off x="6896022" y="2878672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44533" y="0"/>
                  </a:moveTo>
                  <a:lnTo>
                    <a:pt x="0" y="0"/>
                  </a:lnTo>
                  <a:lnTo>
                    <a:pt x="0" y="59261"/>
                  </a:lnTo>
                  <a:lnTo>
                    <a:pt x="44533" y="59261"/>
                  </a:lnTo>
                  <a:lnTo>
                    <a:pt x="44533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" name="object 248"/>
            <p:cNvSpPr/>
            <p:nvPr/>
          </p:nvSpPr>
          <p:spPr>
            <a:xfrm>
              <a:off x="6896022" y="2878672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0" y="59261"/>
                  </a:moveTo>
                  <a:lnTo>
                    <a:pt x="44533" y="59261"/>
                  </a:lnTo>
                  <a:lnTo>
                    <a:pt x="44533" y="0"/>
                  </a:lnTo>
                  <a:lnTo>
                    <a:pt x="0" y="0"/>
                  </a:lnTo>
                  <a:lnTo>
                    <a:pt x="0" y="59261"/>
                  </a:lnTo>
                  <a:close/>
                </a:path>
              </a:pathLst>
            </a:custGeom>
            <a:ln w="97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" name="object 249"/>
            <p:cNvSpPr/>
            <p:nvPr/>
          </p:nvSpPr>
          <p:spPr>
            <a:xfrm>
              <a:off x="6677926" y="2733862"/>
              <a:ext cx="393700" cy="1094740"/>
            </a:xfrm>
            <a:custGeom>
              <a:avLst/>
              <a:gdLst/>
              <a:ahLst/>
              <a:cxnLst/>
              <a:rect l="l" t="t" r="r" b="b"/>
              <a:pathLst>
                <a:path w="393700" h="1094739">
                  <a:moveTo>
                    <a:pt x="393230" y="0"/>
                  </a:moveTo>
                  <a:lnTo>
                    <a:pt x="112273" y="0"/>
                  </a:lnTo>
                  <a:lnTo>
                    <a:pt x="0" y="103490"/>
                  </a:lnTo>
                  <a:lnTo>
                    <a:pt x="0" y="1094245"/>
                  </a:lnTo>
                  <a:lnTo>
                    <a:pt x="279310" y="1094245"/>
                  </a:lnTo>
                  <a:lnTo>
                    <a:pt x="393230" y="990501"/>
                  </a:lnTo>
                  <a:lnTo>
                    <a:pt x="393230" y="0"/>
                  </a:lnTo>
                  <a:close/>
                </a:path>
              </a:pathLst>
            </a:custGeom>
            <a:solidFill>
              <a:srgbClr val="EAEAEA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0" name="object 250"/>
            <p:cNvSpPr/>
            <p:nvPr/>
          </p:nvSpPr>
          <p:spPr>
            <a:xfrm>
              <a:off x="6677926" y="2733862"/>
              <a:ext cx="393700" cy="103505"/>
            </a:xfrm>
            <a:custGeom>
              <a:avLst/>
              <a:gdLst/>
              <a:ahLst/>
              <a:cxnLst/>
              <a:rect l="l" t="t" r="r" b="b"/>
              <a:pathLst>
                <a:path w="393700" h="103505">
                  <a:moveTo>
                    <a:pt x="393230" y="0"/>
                  </a:moveTo>
                  <a:lnTo>
                    <a:pt x="112273" y="0"/>
                  </a:lnTo>
                  <a:lnTo>
                    <a:pt x="0" y="103490"/>
                  </a:lnTo>
                  <a:lnTo>
                    <a:pt x="279310" y="103490"/>
                  </a:lnTo>
                  <a:lnTo>
                    <a:pt x="393230" y="0"/>
                  </a:lnTo>
                  <a:close/>
                </a:path>
              </a:pathLst>
            </a:custGeom>
            <a:solidFill>
              <a:srgbClr val="EEEEEE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" name="object 251"/>
            <p:cNvSpPr/>
            <p:nvPr/>
          </p:nvSpPr>
          <p:spPr>
            <a:xfrm>
              <a:off x="6957237" y="2733862"/>
              <a:ext cx="114300" cy="1094740"/>
            </a:xfrm>
            <a:custGeom>
              <a:avLst/>
              <a:gdLst/>
              <a:ahLst/>
              <a:cxnLst/>
              <a:rect l="l" t="t" r="r" b="b"/>
              <a:pathLst>
                <a:path w="114300" h="1094739">
                  <a:moveTo>
                    <a:pt x="113920" y="0"/>
                  </a:moveTo>
                  <a:lnTo>
                    <a:pt x="0" y="103490"/>
                  </a:lnTo>
                  <a:lnTo>
                    <a:pt x="0" y="1094245"/>
                  </a:lnTo>
                  <a:lnTo>
                    <a:pt x="113920" y="990501"/>
                  </a:lnTo>
                  <a:lnTo>
                    <a:pt x="113920" y="0"/>
                  </a:lnTo>
                  <a:close/>
                </a:path>
              </a:pathLst>
            </a:custGeom>
            <a:solidFill>
              <a:srgbClr val="BBBBBB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" name="object 252"/>
            <p:cNvSpPr/>
            <p:nvPr/>
          </p:nvSpPr>
          <p:spPr>
            <a:xfrm>
              <a:off x="6677926" y="2733862"/>
              <a:ext cx="393700" cy="1094740"/>
            </a:xfrm>
            <a:custGeom>
              <a:avLst/>
              <a:gdLst/>
              <a:ahLst/>
              <a:cxnLst/>
              <a:rect l="l" t="t" r="r" b="b"/>
              <a:pathLst>
                <a:path w="393700" h="1094739">
                  <a:moveTo>
                    <a:pt x="112273" y="0"/>
                  </a:moveTo>
                  <a:lnTo>
                    <a:pt x="0" y="103490"/>
                  </a:lnTo>
                  <a:lnTo>
                    <a:pt x="0" y="1094245"/>
                  </a:lnTo>
                  <a:lnTo>
                    <a:pt x="279310" y="1094245"/>
                  </a:lnTo>
                  <a:lnTo>
                    <a:pt x="393230" y="990501"/>
                  </a:lnTo>
                  <a:lnTo>
                    <a:pt x="393230" y="0"/>
                  </a:lnTo>
                  <a:lnTo>
                    <a:pt x="112273" y="0"/>
                  </a:lnTo>
                  <a:close/>
                </a:path>
                <a:path w="393700" h="1094739">
                  <a:moveTo>
                    <a:pt x="0" y="103490"/>
                  </a:moveTo>
                  <a:lnTo>
                    <a:pt x="279310" y="103490"/>
                  </a:lnTo>
                  <a:lnTo>
                    <a:pt x="393230" y="0"/>
                  </a:lnTo>
                </a:path>
                <a:path w="393700" h="1094739">
                  <a:moveTo>
                    <a:pt x="279310" y="103490"/>
                  </a:moveTo>
                  <a:lnTo>
                    <a:pt x="279310" y="1094245"/>
                  </a:lnTo>
                </a:path>
              </a:pathLst>
            </a:custGeom>
            <a:ln w="96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3" name="object 253"/>
            <p:cNvSpPr/>
            <p:nvPr/>
          </p:nvSpPr>
          <p:spPr>
            <a:xfrm>
              <a:off x="6696044" y="3332711"/>
              <a:ext cx="45085" cy="58419"/>
            </a:xfrm>
            <a:custGeom>
              <a:avLst/>
              <a:gdLst/>
              <a:ahLst/>
              <a:cxnLst/>
              <a:rect l="l" t="t" r="r" b="b"/>
              <a:pathLst>
                <a:path w="45084" h="58420">
                  <a:moveTo>
                    <a:pt x="44868" y="0"/>
                  </a:moveTo>
                  <a:lnTo>
                    <a:pt x="0" y="0"/>
                  </a:lnTo>
                  <a:lnTo>
                    <a:pt x="0" y="58027"/>
                  </a:lnTo>
                  <a:lnTo>
                    <a:pt x="44868" y="58027"/>
                  </a:lnTo>
                  <a:lnTo>
                    <a:pt x="4486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4" name="object 254"/>
            <p:cNvSpPr/>
            <p:nvPr/>
          </p:nvSpPr>
          <p:spPr>
            <a:xfrm>
              <a:off x="6696044" y="3332711"/>
              <a:ext cx="45085" cy="58419"/>
            </a:xfrm>
            <a:custGeom>
              <a:avLst/>
              <a:gdLst/>
              <a:ahLst/>
              <a:cxnLst/>
              <a:rect l="l" t="t" r="r" b="b"/>
              <a:pathLst>
                <a:path w="45084" h="58420">
                  <a:moveTo>
                    <a:pt x="0" y="58027"/>
                  </a:moveTo>
                  <a:lnTo>
                    <a:pt x="44868" y="58027"/>
                  </a:lnTo>
                  <a:lnTo>
                    <a:pt x="44868" y="0"/>
                  </a:lnTo>
                  <a:lnTo>
                    <a:pt x="0" y="0"/>
                  </a:lnTo>
                  <a:lnTo>
                    <a:pt x="0" y="58027"/>
                  </a:lnTo>
                  <a:close/>
                </a:path>
              </a:pathLst>
            </a:custGeom>
            <a:ln w="97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5" name="object 255"/>
            <p:cNvSpPr/>
            <p:nvPr/>
          </p:nvSpPr>
          <p:spPr>
            <a:xfrm>
              <a:off x="6762337" y="3332711"/>
              <a:ext cx="46355" cy="58419"/>
            </a:xfrm>
            <a:custGeom>
              <a:avLst/>
              <a:gdLst/>
              <a:ahLst/>
              <a:cxnLst/>
              <a:rect l="l" t="t" r="r" b="b"/>
              <a:pathLst>
                <a:path w="46354" h="58420">
                  <a:moveTo>
                    <a:pt x="46207" y="0"/>
                  </a:moveTo>
                  <a:lnTo>
                    <a:pt x="0" y="0"/>
                  </a:lnTo>
                  <a:lnTo>
                    <a:pt x="0" y="58027"/>
                  </a:lnTo>
                  <a:lnTo>
                    <a:pt x="46207" y="58027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6" name="object 256"/>
            <p:cNvSpPr/>
            <p:nvPr/>
          </p:nvSpPr>
          <p:spPr>
            <a:xfrm>
              <a:off x="6762337" y="3332711"/>
              <a:ext cx="46355" cy="58419"/>
            </a:xfrm>
            <a:custGeom>
              <a:avLst/>
              <a:gdLst/>
              <a:ahLst/>
              <a:cxnLst/>
              <a:rect l="l" t="t" r="r" b="b"/>
              <a:pathLst>
                <a:path w="46354" h="58420">
                  <a:moveTo>
                    <a:pt x="0" y="58027"/>
                  </a:moveTo>
                  <a:lnTo>
                    <a:pt x="46207" y="58027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8027"/>
                  </a:lnTo>
                  <a:close/>
                </a:path>
              </a:pathLst>
            </a:custGeom>
            <a:ln w="97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7" name="object 257"/>
            <p:cNvSpPr/>
            <p:nvPr/>
          </p:nvSpPr>
          <p:spPr>
            <a:xfrm>
              <a:off x="6696044" y="3422512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4486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44868" y="59570"/>
                  </a:lnTo>
                  <a:lnTo>
                    <a:pt x="4486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8" name="object 258"/>
            <p:cNvSpPr/>
            <p:nvPr/>
          </p:nvSpPr>
          <p:spPr>
            <a:xfrm>
              <a:off x="6696044" y="3422512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0" y="59570"/>
                  </a:moveTo>
                  <a:lnTo>
                    <a:pt x="44868" y="59570"/>
                  </a:lnTo>
                  <a:lnTo>
                    <a:pt x="4486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97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9" name="object 259"/>
            <p:cNvSpPr/>
            <p:nvPr/>
          </p:nvSpPr>
          <p:spPr>
            <a:xfrm>
              <a:off x="6762337" y="3422512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46207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46207" y="59570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0" name="object 260"/>
            <p:cNvSpPr/>
            <p:nvPr/>
          </p:nvSpPr>
          <p:spPr>
            <a:xfrm>
              <a:off x="6762337" y="3422512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0" y="59570"/>
                  </a:moveTo>
                  <a:lnTo>
                    <a:pt x="46207" y="59570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9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1" name="object 261"/>
            <p:cNvSpPr/>
            <p:nvPr/>
          </p:nvSpPr>
          <p:spPr>
            <a:xfrm>
              <a:off x="6696044" y="3514166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44868" y="0"/>
                  </a:moveTo>
                  <a:lnTo>
                    <a:pt x="0" y="0"/>
                  </a:lnTo>
                  <a:lnTo>
                    <a:pt x="0" y="59261"/>
                  </a:lnTo>
                  <a:lnTo>
                    <a:pt x="44868" y="59261"/>
                  </a:lnTo>
                  <a:lnTo>
                    <a:pt x="4486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2" name="object 262"/>
            <p:cNvSpPr/>
            <p:nvPr/>
          </p:nvSpPr>
          <p:spPr>
            <a:xfrm>
              <a:off x="6696044" y="3514166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0" y="59261"/>
                  </a:moveTo>
                  <a:lnTo>
                    <a:pt x="44868" y="59261"/>
                  </a:lnTo>
                  <a:lnTo>
                    <a:pt x="44868" y="0"/>
                  </a:lnTo>
                  <a:lnTo>
                    <a:pt x="0" y="0"/>
                  </a:lnTo>
                  <a:lnTo>
                    <a:pt x="0" y="59261"/>
                  </a:lnTo>
                  <a:close/>
                </a:path>
              </a:pathLst>
            </a:custGeom>
            <a:ln w="97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3" name="object 263"/>
            <p:cNvSpPr/>
            <p:nvPr/>
          </p:nvSpPr>
          <p:spPr>
            <a:xfrm>
              <a:off x="6762337" y="3514166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46207" y="0"/>
                  </a:moveTo>
                  <a:lnTo>
                    <a:pt x="0" y="0"/>
                  </a:lnTo>
                  <a:lnTo>
                    <a:pt x="0" y="59261"/>
                  </a:lnTo>
                  <a:lnTo>
                    <a:pt x="46207" y="59261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4" name="object 264"/>
            <p:cNvSpPr/>
            <p:nvPr/>
          </p:nvSpPr>
          <p:spPr>
            <a:xfrm>
              <a:off x="6762337" y="3514166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0" y="59261"/>
                  </a:moveTo>
                  <a:lnTo>
                    <a:pt x="46207" y="59261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9261"/>
                  </a:lnTo>
                  <a:close/>
                </a:path>
              </a:pathLst>
            </a:custGeom>
            <a:ln w="97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5" name="object 265"/>
            <p:cNvSpPr/>
            <p:nvPr/>
          </p:nvSpPr>
          <p:spPr>
            <a:xfrm>
              <a:off x="6828356" y="3332711"/>
              <a:ext cx="46355" cy="58419"/>
            </a:xfrm>
            <a:custGeom>
              <a:avLst/>
              <a:gdLst/>
              <a:ahLst/>
              <a:cxnLst/>
              <a:rect l="l" t="t" r="r" b="b"/>
              <a:pathLst>
                <a:path w="46354" h="58420">
                  <a:moveTo>
                    <a:pt x="46207" y="0"/>
                  </a:moveTo>
                  <a:lnTo>
                    <a:pt x="0" y="0"/>
                  </a:lnTo>
                  <a:lnTo>
                    <a:pt x="0" y="58027"/>
                  </a:lnTo>
                  <a:lnTo>
                    <a:pt x="46207" y="58027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6" name="object 266"/>
            <p:cNvSpPr/>
            <p:nvPr/>
          </p:nvSpPr>
          <p:spPr>
            <a:xfrm>
              <a:off x="6828356" y="3332711"/>
              <a:ext cx="46355" cy="58419"/>
            </a:xfrm>
            <a:custGeom>
              <a:avLst/>
              <a:gdLst/>
              <a:ahLst/>
              <a:cxnLst/>
              <a:rect l="l" t="t" r="r" b="b"/>
              <a:pathLst>
                <a:path w="46354" h="58420">
                  <a:moveTo>
                    <a:pt x="0" y="58027"/>
                  </a:moveTo>
                  <a:lnTo>
                    <a:pt x="46207" y="58027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8027"/>
                  </a:lnTo>
                  <a:close/>
                </a:path>
              </a:pathLst>
            </a:custGeom>
            <a:ln w="97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7" name="object 267"/>
            <p:cNvSpPr/>
            <p:nvPr/>
          </p:nvSpPr>
          <p:spPr>
            <a:xfrm>
              <a:off x="6828356" y="3422512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46207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46207" y="59570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8" name="object 268"/>
            <p:cNvSpPr/>
            <p:nvPr/>
          </p:nvSpPr>
          <p:spPr>
            <a:xfrm>
              <a:off x="6828356" y="3422512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0" y="59570"/>
                  </a:moveTo>
                  <a:lnTo>
                    <a:pt x="46207" y="59570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9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9" name="object 269"/>
            <p:cNvSpPr/>
            <p:nvPr/>
          </p:nvSpPr>
          <p:spPr>
            <a:xfrm>
              <a:off x="6828356" y="3514166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46207" y="0"/>
                  </a:moveTo>
                  <a:lnTo>
                    <a:pt x="0" y="0"/>
                  </a:lnTo>
                  <a:lnTo>
                    <a:pt x="0" y="59261"/>
                  </a:lnTo>
                  <a:lnTo>
                    <a:pt x="46207" y="59261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0" name="object 270"/>
            <p:cNvSpPr/>
            <p:nvPr/>
          </p:nvSpPr>
          <p:spPr>
            <a:xfrm>
              <a:off x="6828356" y="3514166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0" y="59261"/>
                  </a:moveTo>
                  <a:lnTo>
                    <a:pt x="46207" y="59261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9261"/>
                  </a:lnTo>
                  <a:close/>
                </a:path>
              </a:pathLst>
            </a:custGeom>
            <a:ln w="97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1" name="object 271"/>
            <p:cNvSpPr/>
            <p:nvPr/>
          </p:nvSpPr>
          <p:spPr>
            <a:xfrm>
              <a:off x="6896022" y="3332711"/>
              <a:ext cx="45085" cy="58419"/>
            </a:xfrm>
            <a:custGeom>
              <a:avLst/>
              <a:gdLst/>
              <a:ahLst/>
              <a:cxnLst/>
              <a:rect l="l" t="t" r="r" b="b"/>
              <a:pathLst>
                <a:path w="45084" h="58420">
                  <a:moveTo>
                    <a:pt x="44533" y="0"/>
                  </a:moveTo>
                  <a:lnTo>
                    <a:pt x="0" y="0"/>
                  </a:lnTo>
                  <a:lnTo>
                    <a:pt x="0" y="58027"/>
                  </a:lnTo>
                  <a:lnTo>
                    <a:pt x="44533" y="58027"/>
                  </a:lnTo>
                  <a:lnTo>
                    <a:pt x="44533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2" name="object 272"/>
            <p:cNvSpPr/>
            <p:nvPr/>
          </p:nvSpPr>
          <p:spPr>
            <a:xfrm>
              <a:off x="6896022" y="3332711"/>
              <a:ext cx="45085" cy="58419"/>
            </a:xfrm>
            <a:custGeom>
              <a:avLst/>
              <a:gdLst/>
              <a:ahLst/>
              <a:cxnLst/>
              <a:rect l="l" t="t" r="r" b="b"/>
              <a:pathLst>
                <a:path w="45084" h="58420">
                  <a:moveTo>
                    <a:pt x="0" y="58027"/>
                  </a:moveTo>
                  <a:lnTo>
                    <a:pt x="44533" y="58027"/>
                  </a:lnTo>
                  <a:lnTo>
                    <a:pt x="44533" y="0"/>
                  </a:lnTo>
                  <a:lnTo>
                    <a:pt x="0" y="0"/>
                  </a:lnTo>
                  <a:lnTo>
                    <a:pt x="0" y="58027"/>
                  </a:lnTo>
                  <a:close/>
                </a:path>
              </a:pathLst>
            </a:custGeom>
            <a:ln w="97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3" name="object 273"/>
            <p:cNvSpPr/>
            <p:nvPr/>
          </p:nvSpPr>
          <p:spPr>
            <a:xfrm>
              <a:off x="6896022" y="3422512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44533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44533" y="59570"/>
                  </a:lnTo>
                  <a:lnTo>
                    <a:pt x="44533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4" name="object 274"/>
            <p:cNvSpPr/>
            <p:nvPr/>
          </p:nvSpPr>
          <p:spPr>
            <a:xfrm>
              <a:off x="6896022" y="3422512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0" y="59570"/>
                  </a:moveTo>
                  <a:lnTo>
                    <a:pt x="44533" y="59570"/>
                  </a:lnTo>
                  <a:lnTo>
                    <a:pt x="44533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97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5" name="object 275"/>
            <p:cNvSpPr/>
            <p:nvPr/>
          </p:nvSpPr>
          <p:spPr>
            <a:xfrm>
              <a:off x="6896022" y="3514166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44533" y="0"/>
                  </a:moveTo>
                  <a:lnTo>
                    <a:pt x="0" y="0"/>
                  </a:lnTo>
                  <a:lnTo>
                    <a:pt x="0" y="59261"/>
                  </a:lnTo>
                  <a:lnTo>
                    <a:pt x="44533" y="59261"/>
                  </a:lnTo>
                  <a:lnTo>
                    <a:pt x="44533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6" name="object 276"/>
            <p:cNvSpPr/>
            <p:nvPr/>
          </p:nvSpPr>
          <p:spPr>
            <a:xfrm>
              <a:off x="6896022" y="3514166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0" y="59261"/>
                  </a:moveTo>
                  <a:lnTo>
                    <a:pt x="44533" y="59261"/>
                  </a:lnTo>
                  <a:lnTo>
                    <a:pt x="44533" y="0"/>
                  </a:lnTo>
                  <a:lnTo>
                    <a:pt x="0" y="0"/>
                  </a:lnTo>
                  <a:lnTo>
                    <a:pt x="0" y="59261"/>
                  </a:lnTo>
                  <a:close/>
                </a:path>
              </a:pathLst>
            </a:custGeom>
            <a:ln w="97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7" name="object 277"/>
            <p:cNvSpPr/>
            <p:nvPr/>
          </p:nvSpPr>
          <p:spPr>
            <a:xfrm>
              <a:off x="6696044" y="3151468"/>
              <a:ext cx="45085" cy="57785"/>
            </a:xfrm>
            <a:custGeom>
              <a:avLst/>
              <a:gdLst/>
              <a:ahLst/>
              <a:cxnLst/>
              <a:rect l="l" t="t" r="r" b="b"/>
              <a:pathLst>
                <a:path w="45084" h="57785">
                  <a:moveTo>
                    <a:pt x="44868" y="0"/>
                  </a:moveTo>
                  <a:lnTo>
                    <a:pt x="0" y="0"/>
                  </a:lnTo>
                  <a:lnTo>
                    <a:pt x="0" y="57718"/>
                  </a:lnTo>
                  <a:lnTo>
                    <a:pt x="44868" y="57718"/>
                  </a:lnTo>
                  <a:lnTo>
                    <a:pt x="4486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8" name="object 278"/>
            <p:cNvSpPr/>
            <p:nvPr/>
          </p:nvSpPr>
          <p:spPr>
            <a:xfrm>
              <a:off x="6696044" y="3151468"/>
              <a:ext cx="45085" cy="57785"/>
            </a:xfrm>
            <a:custGeom>
              <a:avLst/>
              <a:gdLst/>
              <a:ahLst/>
              <a:cxnLst/>
              <a:rect l="l" t="t" r="r" b="b"/>
              <a:pathLst>
                <a:path w="45084" h="57785">
                  <a:moveTo>
                    <a:pt x="0" y="57718"/>
                  </a:moveTo>
                  <a:lnTo>
                    <a:pt x="44868" y="57718"/>
                  </a:lnTo>
                  <a:lnTo>
                    <a:pt x="44868" y="0"/>
                  </a:lnTo>
                  <a:lnTo>
                    <a:pt x="0" y="0"/>
                  </a:lnTo>
                  <a:lnTo>
                    <a:pt x="0" y="57718"/>
                  </a:lnTo>
                  <a:close/>
                </a:path>
              </a:pathLst>
            </a:custGeom>
            <a:ln w="9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9" name="object 279"/>
            <p:cNvSpPr/>
            <p:nvPr/>
          </p:nvSpPr>
          <p:spPr>
            <a:xfrm>
              <a:off x="6762337" y="3151468"/>
              <a:ext cx="46355" cy="57785"/>
            </a:xfrm>
            <a:custGeom>
              <a:avLst/>
              <a:gdLst/>
              <a:ahLst/>
              <a:cxnLst/>
              <a:rect l="l" t="t" r="r" b="b"/>
              <a:pathLst>
                <a:path w="46354" h="57785">
                  <a:moveTo>
                    <a:pt x="46207" y="0"/>
                  </a:moveTo>
                  <a:lnTo>
                    <a:pt x="0" y="0"/>
                  </a:lnTo>
                  <a:lnTo>
                    <a:pt x="0" y="57718"/>
                  </a:lnTo>
                  <a:lnTo>
                    <a:pt x="46207" y="57718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0" name="object 280"/>
            <p:cNvSpPr/>
            <p:nvPr/>
          </p:nvSpPr>
          <p:spPr>
            <a:xfrm>
              <a:off x="6762337" y="3151468"/>
              <a:ext cx="46355" cy="57785"/>
            </a:xfrm>
            <a:custGeom>
              <a:avLst/>
              <a:gdLst/>
              <a:ahLst/>
              <a:cxnLst/>
              <a:rect l="l" t="t" r="r" b="b"/>
              <a:pathLst>
                <a:path w="46354" h="57785">
                  <a:moveTo>
                    <a:pt x="0" y="57718"/>
                  </a:moveTo>
                  <a:lnTo>
                    <a:pt x="46207" y="57718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7718"/>
                  </a:lnTo>
                  <a:close/>
                </a:path>
              </a:pathLst>
            </a:custGeom>
            <a:ln w="97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1" name="object 281"/>
            <p:cNvSpPr/>
            <p:nvPr/>
          </p:nvSpPr>
          <p:spPr>
            <a:xfrm>
              <a:off x="6696044" y="3241269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44868" y="0"/>
                  </a:moveTo>
                  <a:lnTo>
                    <a:pt x="0" y="0"/>
                  </a:lnTo>
                  <a:lnTo>
                    <a:pt x="0" y="59261"/>
                  </a:lnTo>
                  <a:lnTo>
                    <a:pt x="44868" y="59261"/>
                  </a:lnTo>
                  <a:lnTo>
                    <a:pt x="4486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2" name="object 282"/>
            <p:cNvSpPr/>
            <p:nvPr/>
          </p:nvSpPr>
          <p:spPr>
            <a:xfrm>
              <a:off x="6696044" y="3241269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0" y="59261"/>
                  </a:moveTo>
                  <a:lnTo>
                    <a:pt x="44868" y="59261"/>
                  </a:lnTo>
                  <a:lnTo>
                    <a:pt x="44868" y="0"/>
                  </a:lnTo>
                  <a:lnTo>
                    <a:pt x="0" y="0"/>
                  </a:lnTo>
                  <a:lnTo>
                    <a:pt x="0" y="59261"/>
                  </a:lnTo>
                  <a:close/>
                </a:path>
              </a:pathLst>
            </a:custGeom>
            <a:ln w="97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3" name="object 283"/>
            <p:cNvSpPr/>
            <p:nvPr/>
          </p:nvSpPr>
          <p:spPr>
            <a:xfrm>
              <a:off x="6762337" y="3241269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46207" y="0"/>
                  </a:moveTo>
                  <a:lnTo>
                    <a:pt x="0" y="0"/>
                  </a:lnTo>
                  <a:lnTo>
                    <a:pt x="0" y="59261"/>
                  </a:lnTo>
                  <a:lnTo>
                    <a:pt x="46207" y="59261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4" name="object 284"/>
            <p:cNvSpPr/>
            <p:nvPr/>
          </p:nvSpPr>
          <p:spPr>
            <a:xfrm>
              <a:off x="6762337" y="3241269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0" y="59261"/>
                  </a:moveTo>
                  <a:lnTo>
                    <a:pt x="46207" y="59261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9261"/>
                  </a:lnTo>
                  <a:close/>
                </a:path>
              </a:pathLst>
            </a:custGeom>
            <a:ln w="97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5" name="object 285"/>
            <p:cNvSpPr/>
            <p:nvPr/>
          </p:nvSpPr>
          <p:spPr>
            <a:xfrm>
              <a:off x="6828356" y="3151468"/>
              <a:ext cx="46355" cy="57785"/>
            </a:xfrm>
            <a:custGeom>
              <a:avLst/>
              <a:gdLst/>
              <a:ahLst/>
              <a:cxnLst/>
              <a:rect l="l" t="t" r="r" b="b"/>
              <a:pathLst>
                <a:path w="46354" h="57785">
                  <a:moveTo>
                    <a:pt x="46207" y="0"/>
                  </a:moveTo>
                  <a:lnTo>
                    <a:pt x="0" y="0"/>
                  </a:lnTo>
                  <a:lnTo>
                    <a:pt x="0" y="57718"/>
                  </a:lnTo>
                  <a:lnTo>
                    <a:pt x="46207" y="57718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6" name="object 286"/>
            <p:cNvSpPr/>
            <p:nvPr/>
          </p:nvSpPr>
          <p:spPr>
            <a:xfrm>
              <a:off x="6828356" y="3151468"/>
              <a:ext cx="46355" cy="57785"/>
            </a:xfrm>
            <a:custGeom>
              <a:avLst/>
              <a:gdLst/>
              <a:ahLst/>
              <a:cxnLst/>
              <a:rect l="l" t="t" r="r" b="b"/>
              <a:pathLst>
                <a:path w="46354" h="57785">
                  <a:moveTo>
                    <a:pt x="0" y="57718"/>
                  </a:moveTo>
                  <a:lnTo>
                    <a:pt x="46207" y="57718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7718"/>
                  </a:lnTo>
                  <a:close/>
                </a:path>
              </a:pathLst>
            </a:custGeom>
            <a:ln w="97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7" name="object 287"/>
            <p:cNvSpPr/>
            <p:nvPr/>
          </p:nvSpPr>
          <p:spPr>
            <a:xfrm>
              <a:off x="6828356" y="3241269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46207" y="0"/>
                  </a:moveTo>
                  <a:lnTo>
                    <a:pt x="0" y="0"/>
                  </a:lnTo>
                  <a:lnTo>
                    <a:pt x="0" y="59261"/>
                  </a:lnTo>
                  <a:lnTo>
                    <a:pt x="46207" y="59261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8" name="object 288"/>
            <p:cNvSpPr/>
            <p:nvPr/>
          </p:nvSpPr>
          <p:spPr>
            <a:xfrm>
              <a:off x="6828356" y="3241269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0" y="59261"/>
                  </a:moveTo>
                  <a:lnTo>
                    <a:pt x="46207" y="59261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9261"/>
                  </a:lnTo>
                  <a:close/>
                </a:path>
              </a:pathLst>
            </a:custGeom>
            <a:ln w="97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9" name="object 289"/>
            <p:cNvSpPr/>
            <p:nvPr/>
          </p:nvSpPr>
          <p:spPr>
            <a:xfrm>
              <a:off x="6896022" y="3151468"/>
              <a:ext cx="45085" cy="57785"/>
            </a:xfrm>
            <a:custGeom>
              <a:avLst/>
              <a:gdLst/>
              <a:ahLst/>
              <a:cxnLst/>
              <a:rect l="l" t="t" r="r" b="b"/>
              <a:pathLst>
                <a:path w="45084" h="57785">
                  <a:moveTo>
                    <a:pt x="44533" y="0"/>
                  </a:moveTo>
                  <a:lnTo>
                    <a:pt x="0" y="0"/>
                  </a:lnTo>
                  <a:lnTo>
                    <a:pt x="0" y="57718"/>
                  </a:lnTo>
                  <a:lnTo>
                    <a:pt x="44533" y="57718"/>
                  </a:lnTo>
                  <a:lnTo>
                    <a:pt x="44533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0" name="object 290"/>
            <p:cNvSpPr/>
            <p:nvPr/>
          </p:nvSpPr>
          <p:spPr>
            <a:xfrm>
              <a:off x="6896022" y="3151468"/>
              <a:ext cx="45085" cy="57785"/>
            </a:xfrm>
            <a:custGeom>
              <a:avLst/>
              <a:gdLst/>
              <a:ahLst/>
              <a:cxnLst/>
              <a:rect l="l" t="t" r="r" b="b"/>
              <a:pathLst>
                <a:path w="45084" h="57785">
                  <a:moveTo>
                    <a:pt x="0" y="57718"/>
                  </a:moveTo>
                  <a:lnTo>
                    <a:pt x="44533" y="57718"/>
                  </a:lnTo>
                  <a:lnTo>
                    <a:pt x="44533" y="0"/>
                  </a:lnTo>
                  <a:lnTo>
                    <a:pt x="0" y="0"/>
                  </a:lnTo>
                  <a:lnTo>
                    <a:pt x="0" y="57718"/>
                  </a:lnTo>
                  <a:close/>
                </a:path>
              </a:pathLst>
            </a:custGeom>
            <a:ln w="97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1" name="object 291"/>
            <p:cNvSpPr/>
            <p:nvPr/>
          </p:nvSpPr>
          <p:spPr>
            <a:xfrm>
              <a:off x="6896022" y="3241269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44533" y="0"/>
                  </a:moveTo>
                  <a:lnTo>
                    <a:pt x="0" y="0"/>
                  </a:lnTo>
                  <a:lnTo>
                    <a:pt x="0" y="59261"/>
                  </a:lnTo>
                  <a:lnTo>
                    <a:pt x="44533" y="59261"/>
                  </a:lnTo>
                  <a:lnTo>
                    <a:pt x="44533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2" name="object 292"/>
            <p:cNvSpPr/>
            <p:nvPr/>
          </p:nvSpPr>
          <p:spPr>
            <a:xfrm>
              <a:off x="6896022" y="3241269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0" y="59261"/>
                  </a:moveTo>
                  <a:lnTo>
                    <a:pt x="44533" y="59261"/>
                  </a:lnTo>
                  <a:lnTo>
                    <a:pt x="44533" y="0"/>
                  </a:lnTo>
                  <a:lnTo>
                    <a:pt x="0" y="0"/>
                  </a:lnTo>
                  <a:lnTo>
                    <a:pt x="0" y="59261"/>
                  </a:lnTo>
                  <a:close/>
                </a:path>
              </a:pathLst>
            </a:custGeom>
            <a:ln w="97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3" name="object 293"/>
            <p:cNvSpPr/>
            <p:nvPr/>
          </p:nvSpPr>
          <p:spPr>
            <a:xfrm>
              <a:off x="6696044" y="2969986"/>
              <a:ext cx="45085" cy="58419"/>
            </a:xfrm>
            <a:custGeom>
              <a:avLst/>
              <a:gdLst/>
              <a:ahLst/>
              <a:cxnLst/>
              <a:rect l="l" t="t" r="r" b="b"/>
              <a:pathLst>
                <a:path w="45084" h="58419">
                  <a:moveTo>
                    <a:pt x="44868" y="0"/>
                  </a:moveTo>
                  <a:lnTo>
                    <a:pt x="0" y="0"/>
                  </a:lnTo>
                  <a:lnTo>
                    <a:pt x="0" y="58027"/>
                  </a:lnTo>
                  <a:lnTo>
                    <a:pt x="44868" y="58027"/>
                  </a:lnTo>
                  <a:lnTo>
                    <a:pt x="4486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4" name="object 294"/>
            <p:cNvSpPr/>
            <p:nvPr/>
          </p:nvSpPr>
          <p:spPr>
            <a:xfrm>
              <a:off x="6696044" y="2969986"/>
              <a:ext cx="45085" cy="58419"/>
            </a:xfrm>
            <a:custGeom>
              <a:avLst/>
              <a:gdLst/>
              <a:ahLst/>
              <a:cxnLst/>
              <a:rect l="l" t="t" r="r" b="b"/>
              <a:pathLst>
                <a:path w="45084" h="58419">
                  <a:moveTo>
                    <a:pt x="0" y="58027"/>
                  </a:moveTo>
                  <a:lnTo>
                    <a:pt x="44868" y="58027"/>
                  </a:lnTo>
                  <a:lnTo>
                    <a:pt x="44868" y="0"/>
                  </a:lnTo>
                  <a:lnTo>
                    <a:pt x="0" y="0"/>
                  </a:lnTo>
                  <a:lnTo>
                    <a:pt x="0" y="58027"/>
                  </a:lnTo>
                  <a:close/>
                </a:path>
              </a:pathLst>
            </a:custGeom>
            <a:ln w="97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5" name="object 295"/>
            <p:cNvSpPr/>
            <p:nvPr/>
          </p:nvSpPr>
          <p:spPr>
            <a:xfrm>
              <a:off x="6762337" y="2969986"/>
              <a:ext cx="46355" cy="58419"/>
            </a:xfrm>
            <a:custGeom>
              <a:avLst/>
              <a:gdLst/>
              <a:ahLst/>
              <a:cxnLst/>
              <a:rect l="l" t="t" r="r" b="b"/>
              <a:pathLst>
                <a:path w="46354" h="58419">
                  <a:moveTo>
                    <a:pt x="46207" y="0"/>
                  </a:moveTo>
                  <a:lnTo>
                    <a:pt x="0" y="0"/>
                  </a:lnTo>
                  <a:lnTo>
                    <a:pt x="0" y="58027"/>
                  </a:lnTo>
                  <a:lnTo>
                    <a:pt x="46207" y="58027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6" name="object 296"/>
            <p:cNvSpPr/>
            <p:nvPr/>
          </p:nvSpPr>
          <p:spPr>
            <a:xfrm>
              <a:off x="6762337" y="2969986"/>
              <a:ext cx="46355" cy="58419"/>
            </a:xfrm>
            <a:custGeom>
              <a:avLst/>
              <a:gdLst/>
              <a:ahLst/>
              <a:cxnLst/>
              <a:rect l="l" t="t" r="r" b="b"/>
              <a:pathLst>
                <a:path w="46354" h="58419">
                  <a:moveTo>
                    <a:pt x="0" y="58027"/>
                  </a:moveTo>
                  <a:lnTo>
                    <a:pt x="46207" y="58027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8027"/>
                  </a:lnTo>
                  <a:close/>
                </a:path>
              </a:pathLst>
            </a:custGeom>
            <a:ln w="97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7" name="object 297"/>
            <p:cNvSpPr/>
            <p:nvPr/>
          </p:nvSpPr>
          <p:spPr>
            <a:xfrm>
              <a:off x="6696044" y="3059788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4486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44868" y="59570"/>
                  </a:lnTo>
                  <a:lnTo>
                    <a:pt x="4486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8" name="object 298"/>
            <p:cNvSpPr/>
            <p:nvPr/>
          </p:nvSpPr>
          <p:spPr>
            <a:xfrm>
              <a:off x="6696044" y="3059788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0" y="59570"/>
                  </a:moveTo>
                  <a:lnTo>
                    <a:pt x="44868" y="59570"/>
                  </a:lnTo>
                  <a:lnTo>
                    <a:pt x="4486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97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9" name="object 299"/>
            <p:cNvSpPr/>
            <p:nvPr/>
          </p:nvSpPr>
          <p:spPr>
            <a:xfrm>
              <a:off x="6762337" y="3059788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46207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46207" y="59570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0" name="object 300"/>
            <p:cNvSpPr/>
            <p:nvPr/>
          </p:nvSpPr>
          <p:spPr>
            <a:xfrm>
              <a:off x="6762337" y="3059788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0" y="59570"/>
                  </a:moveTo>
                  <a:lnTo>
                    <a:pt x="46207" y="59570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9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1" name="object 301"/>
            <p:cNvSpPr/>
            <p:nvPr/>
          </p:nvSpPr>
          <p:spPr>
            <a:xfrm>
              <a:off x="6828356" y="2969986"/>
              <a:ext cx="46355" cy="58419"/>
            </a:xfrm>
            <a:custGeom>
              <a:avLst/>
              <a:gdLst/>
              <a:ahLst/>
              <a:cxnLst/>
              <a:rect l="l" t="t" r="r" b="b"/>
              <a:pathLst>
                <a:path w="46354" h="58419">
                  <a:moveTo>
                    <a:pt x="46207" y="0"/>
                  </a:moveTo>
                  <a:lnTo>
                    <a:pt x="0" y="0"/>
                  </a:lnTo>
                  <a:lnTo>
                    <a:pt x="0" y="58027"/>
                  </a:lnTo>
                  <a:lnTo>
                    <a:pt x="46207" y="58027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2" name="object 302"/>
            <p:cNvSpPr/>
            <p:nvPr/>
          </p:nvSpPr>
          <p:spPr>
            <a:xfrm>
              <a:off x="6828356" y="2969986"/>
              <a:ext cx="46355" cy="58419"/>
            </a:xfrm>
            <a:custGeom>
              <a:avLst/>
              <a:gdLst/>
              <a:ahLst/>
              <a:cxnLst/>
              <a:rect l="l" t="t" r="r" b="b"/>
              <a:pathLst>
                <a:path w="46354" h="58419">
                  <a:moveTo>
                    <a:pt x="0" y="58027"/>
                  </a:moveTo>
                  <a:lnTo>
                    <a:pt x="46207" y="58027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8027"/>
                  </a:lnTo>
                  <a:close/>
                </a:path>
              </a:pathLst>
            </a:custGeom>
            <a:ln w="97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3" name="object 303"/>
            <p:cNvSpPr/>
            <p:nvPr/>
          </p:nvSpPr>
          <p:spPr>
            <a:xfrm>
              <a:off x="6828356" y="3059788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46207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46207" y="59570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4" name="object 304"/>
            <p:cNvSpPr/>
            <p:nvPr/>
          </p:nvSpPr>
          <p:spPr>
            <a:xfrm>
              <a:off x="6828356" y="3059788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0" y="59570"/>
                  </a:moveTo>
                  <a:lnTo>
                    <a:pt x="46207" y="59570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9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5" name="object 305"/>
            <p:cNvSpPr/>
            <p:nvPr/>
          </p:nvSpPr>
          <p:spPr>
            <a:xfrm>
              <a:off x="6896022" y="2969986"/>
              <a:ext cx="45085" cy="58419"/>
            </a:xfrm>
            <a:custGeom>
              <a:avLst/>
              <a:gdLst/>
              <a:ahLst/>
              <a:cxnLst/>
              <a:rect l="l" t="t" r="r" b="b"/>
              <a:pathLst>
                <a:path w="45084" h="58419">
                  <a:moveTo>
                    <a:pt x="44533" y="0"/>
                  </a:moveTo>
                  <a:lnTo>
                    <a:pt x="0" y="0"/>
                  </a:lnTo>
                  <a:lnTo>
                    <a:pt x="0" y="58027"/>
                  </a:lnTo>
                  <a:lnTo>
                    <a:pt x="44533" y="58027"/>
                  </a:lnTo>
                  <a:lnTo>
                    <a:pt x="44533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6" name="object 306"/>
            <p:cNvSpPr/>
            <p:nvPr/>
          </p:nvSpPr>
          <p:spPr>
            <a:xfrm>
              <a:off x="6896022" y="2969986"/>
              <a:ext cx="45085" cy="58419"/>
            </a:xfrm>
            <a:custGeom>
              <a:avLst/>
              <a:gdLst/>
              <a:ahLst/>
              <a:cxnLst/>
              <a:rect l="l" t="t" r="r" b="b"/>
              <a:pathLst>
                <a:path w="45084" h="58419">
                  <a:moveTo>
                    <a:pt x="0" y="58027"/>
                  </a:moveTo>
                  <a:lnTo>
                    <a:pt x="44533" y="58027"/>
                  </a:lnTo>
                  <a:lnTo>
                    <a:pt x="44533" y="0"/>
                  </a:lnTo>
                  <a:lnTo>
                    <a:pt x="0" y="0"/>
                  </a:lnTo>
                  <a:lnTo>
                    <a:pt x="0" y="58027"/>
                  </a:lnTo>
                  <a:close/>
                </a:path>
              </a:pathLst>
            </a:custGeom>
            <a:ln w="97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7" name="object 307"/>
            <p:cNvSpPr/>
            <p:nvPr/>
          </p:nvSpPr>
          <p:spPr>
            <a:xfrm>
              <a:off x="6896022" y="3059788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44533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44533" y="59570"/>
                  </a:lnTo>
                  <a:lnTo>
                    <a:pt x="44533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8" name="object 308"/>
            <p:cNvSpPr/>
            <p:nvPr/>
          </p:nvSpPr>
          <p:spPr>
            <a:xfrm>
              <a:off x="6896022" y="3059788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0" y="59570"/>
                  </a:moveTo>
                  <a:lnTo>
                    <a:pt x="44533" y="59570"/>
                  </a:lnTo>
                  <a:lnTo>
                    <a:pt x="44533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97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9" name="object 309"/>
            <p:cNvSpPr/>
            <p:nvPr/>
          </p:nvSpPr>
          <p:spPr>
            <a:xfrm>
              <a:off x="6696044" y="2878672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44868" y="0"/>
                  </a:moveTo>
                  <a:lnTo>
                    <a:pt x="0" y="0"/>
                  </a:lnTo>
                  <a:lnTo>
                    <a:pt x="0" y="59261"/>
                  </a:lnTo>
                  <a:lnTo>
                    <a:pt x="44868" y="59261"/>
                  </a:lnTo>
                  <a:lnTo>
                    <a:pt x="44868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0" name="object 310"/>
            <p:cNvSpPr/>
            <p:nvPr/>
          </p:nvSpPr>
          <p:spPr>
            <a:xfrm>
              <a:off x="6696044" y="2878672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0" y="59261"/>
                  </a:moveTo>
                  <a:lnTo>
                    <a:pt x="44868" y="59261"/>
                  </a:lnTo>
                  <a:lnTo>
                    <a:pt x="44868" y="0"/>
                  </a:lnTo>
                  <a:lnTo>
                    <a:pt x="0" y="0"/>
                  </a:lnTo>
                  <a:lnTo>
                    <a:pt x="0" y="59261"/>
                  </a:lnTo>
                  <a:close/>
                </a:path>
              </a:pathLst>
            </a:custGeom>
            <a:ln w="97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1" name="object 311"/>
            <p:cNvSpPr/>
            <p:nvPr/>
          </p:nvSpPr>
          <p:spPr>
            <a:xfrm>
              <a:off x="6762337" y="2878672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46207" y="0"/>
                  </a:moveTo>
                  <a:lnTo>
                    <a:pt x="0" y="0"/>
                  </a:lnTo>
                  <a:lnTo>
                    <a:pt x="0" y="59261"/>
                  </a:lnTo>
                  <a:lnTo>
                    <a:pt x="46207" y="59261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2" name="object 312"/>
            <p:cNvSpPr/>
            <p:nvPr/>
          </p:nvSpPr>
          <p:spPr>
            <a:xfrm>
              <a:off x="6762337" y="2878672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0" y="59261"/>
                  </a:moveTo>
                  <a:lnTo>
                    <a:pt x="46207" y="59261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9261"/>
                  </a:lnTo>
                  <a:close/>
                </a:path>
              </a:pathLst>
            </a:custGeom>
            <a:ln w="97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3" name="object 313"/>
            <p:cNvSpPr/>
            <p:nvPr/>
          </p:nvSpPr>
          <p:spPr>
            <a:xfrm>
              <a:off x="6828356" y="2878672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46207" y="0"/>
                  </a:moveTo>
                  <a:lnTo>
                    <a:pt x="0" y="0"/>
                  </a:lnTo>
                  <a:lnTo>
                    <a:pt x="0" y="59261"/>
                  </a:lnTo>
                  <a:lnTo>
                    <a:pt x="46207" y="59261"/>
                  </a:lnTo>
                  <a:lnTo>
                    <a:pt x="46207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4" name="object 314"/>
            <p:cNvSpPr/>
            <p:nvPr/>
          </p:nvSpPr>
          <p:spPr>
            <a:xfrm>
              <a:off x="6828356" y="2878672"/>
              <a:ext cx="46355" cy="59690"/>
            </a:xfrm>
            <a:custGeom>
              <a:avLst/>
              <a:gdLst/>
              <a:ahLst/>
              <a:cxnLst/>
              <a:rect l="l" t="t" r="r" b="b"/>
              <a:pathLst>
                <a:path w="46354" h="59689">
                  <a:moveTo>
                    <a:pt x="0" y="59261"/>
                  </a:moveTo>
                  <a:lnTo>
                    <a:pt x="46207" y="59261"/>
                  </a:lnTo>
                  <a:lnTo>
                    <a:pt x="46207" y="0"/>
                  </a:lnTo>
                  <a:lnTo>
                    <a:pt x="0" y="0"/>
                  </a:lnTo>
                  <a:lnTo>
                    <a:pt x="0" y="59261"/>
                  </a:lnTo>
                  <a:close/>
                </a:path>
              </a:pathLst>
            </a:custGeom>
            <a:ln w="97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5" name="object 315"/>
            <p:cNvSpPr/>
            <p:nvPr/>
          </p:nvSpPr>
          <p:spPr>
            <a:xfrm>
              <a:off x="6896022" y="2878672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44533" y="0"/>
                  </a:moveTo>
                  <a:lnTo>
                    <a:pt x="0" y="0"/>
                  </a:lnTo>
                  <a:lnTo>
                    <a:pt x="0" y="59261"/>
                  </a:lnTo>
                  <a:lnTo>
                    <a:pt x="44533" y="59261"/>
                  </a:lnTo>
                  <a:lnTo>
                    <a:pt x="44533" y="0"/>
                  </a:lnTo>
                  <a:close/>
                </a:path>
              </a:pathLst>
            </a:custGeom>
            <a:solidFill>
              <a:srgbClr val="F8F8F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6" name="object 316"/>
            <p:cNvSpPr/>
            <p:nvPr/>
          </p:nvSpPr>
          <p:spPr>
            <a:xfrm>
              <a:off x="6896022" y="2878672"/>
              <a:ext cx="45085" cy="59690"/>
            </a:xfrm>
            <a:custGeom>
              <a:avLst/>
              <a:gdLst/>
              <a:ahLst/>
              <a:cxnLst/>
              <a:rect l="l" t="t" r="r" b="b"/>
              <a:pathLst>
                <a:path w="45084" h="59689">
                  <a:moveTo>
                    <a:pt x="0" y="59261"/>
                  </a:moveTo>
                  <a:lnTo>
                    <a:pt x="44533" y="59261"/>
                  </a:lnTo>
                  <a:lnTo>
                    <a:pt x="44533" y="0"/>
                  </a:lnTo>
                  <a:lnTo>
                    <a:pt x="0" y="0"/>
                  </a:lnTo>
                  <a:lnTo>
                    <a:pt x="0" y="59261"/>
                  </a:lnTo>
                  <a:close/>
                </a:path>
              </a:pathLst>
            </a:custGeom>
            <a:ln w="97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7" name="object 3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48777" y="2207877"/>
              <a:ext cx="410888" cy="818893"/>
            </a:xfrm>
            <a:prstGeom prst="rect">
              <a:avLst/>
            </a:prstGeom>
          </p:spPr>
        </p:pic>
        <p:sp>
          <p:nvSpPr>
            <p:cNvPr id="318" name="object 318"/>
            <p:cNvSpPr/>
            <p:nvPr/>
          </p:nvSpPr>
          <p:spPr>
            <a:xfrm>
              <a:off x="5816113" y="1897078"/>
              <a:ext cx="1052195" cy="567055"/>
            </a:xfrm>
            <a:custGeom>
              <a:avLst/>
              <a:gdLst/>
              <a:ahLst/>
              <a:cxnLst/>
              <a:rect l="l" t="t" r="r" b="b"/>
              <a:pathLst>
                <a:path w="1052195" h="567055">
                  <a:moveTo>
                    <a:pt x="627521" y="0"/>
                  </a:moveTo>
                  <a:lnTo>
                    <a:pt x="604326" y="1644"/>
                  </a:lnTo>
                  <a:lnTo>
                    <a:pt x="582914" y="1644"/>
                  </a:lnTo>
                  <a:lnTo>
                    <a:pt x="561503" y="3162"/>
                  </a:lnTo>
                  <a:lnTo>
                    <a:pt x="541464" y="6199"/>
                  </a:lnTo>
                  <a:lnTo>
                    <a:pt x="520052" y="8982"/>
                  </a:lnTo>
                  <a:lnTo>
                    <a:pt x="460759" y="22899"/>
                  </a:lnTo>
                  <a:lnTo>
                    <a:pt x="442641" y="29098"/>
                  </a:lnTo>
                  <a:lnTo>
                    <a:pt x="424249" y="34918"/>
                  </a:lnTo>
                  <a:lnTo>
                    <a:pt x="406132" y="41118"/>
                  </a:lnTo>
                  <a:lnTo>
                    <a:pt x="389799" y="48835"/>
                  </a:lnTo>
                  <a:lnTo>
                    <a:pt x="373328" y="56173"/>
                  </a:lnTo>
                  <a:lnTo>
                    <a:pt x="356583" y="65535"/>
                  </a:lnTo>
                  <a:lnTo>
                    <a:pt x="341897" y="74771"/>
                  </a:lnTo>
                  <a:lnTo>
                    <a:pt x="326799" y="83754"/>
                  </a:lnTo>
                  <a:lnTo>
                    <a:pt x="312113" y="92989"/>
                  </a:lnTo>
                  <a:lnTo>
                    <a:pt x="299074" y="103743"/>
                  </a:lnTo>
                  <a:lnTo>
                    <a:pt x="285624" y="114244"/>
                  </a:lnTo>
                  <a:lnTo>
                    <a:pt x="274231" y="124998"/>
                  </a:lnTo>
                  <a:lnTo>
                    <a:pt x="264212" y="137144"/>
                  </a:lnTo>
                  <a:lnTo>
                    <a:pt x="252820" y="149416"/>
                  </a:lnTo>
                  <a:lnTo>
                    <a:pt x="244448" y="161435"/>
                  </a:lnTo>
                  <a:lnTo>
                    <a:pt x="234428" y="173834"/>
                  </a:lnTo>
                  <a:lnTo>
                    <a:pt x="227977" y="185853"/>
                  </a:lnTo>
                  <a:lnTo>
                    <a:pt x="221389" y="199770"/>
                  </a:lnTo>
                  <a:lnTo>
                    <a:pt x="214664" y="213307"/>
                  </a:lnTo>
                  <a:lnTo>
                    <a:pt x="211232" y="227224"/>
                  </a:lnTo>
                  <a:lnTo>
                    <a:pt x="206291" y="240761"/>
                  </a:lnTo>
                  <a:lnTo>
                    <a:pt x="201625" y="283398"/>
                  </a:lnTo>
                  <a:lnTo>
                    <a:pt x="204919" y="314015"/>
                  </a:lnTo>
                  <a:lnTo>
                    <a:pt x="207938" y="329070"/>
                  </a:lnTo>
                  <a:lnTo>
                    <a:pt x="211232" y="342987"/>
                  </a:lnTo>
                  <a:lnTo>
                    <a:pt x="0" y="461786"/>
                  </a:lnTo>
                  <a:lnTo>
                    <a:pt x="275879" y="443568"/>
                  </a:lnTo>
                  <a:lnTo>
                    <a:pt x="290702" y="457105"/>
                  </a:lnTo>
                  <a:lnTo>
                    <a:pt x="307035" y="471022"/>
                  </a:lnTo>
                  <a:lnTo>
                    <a:pt x="343544" y="495440"/>
                  </a:lnTo>
                  <a:lnTo>
                    <a:pt x="384720" y="516695"/>
                  </a:lnTo>
                  <a:lnTo>
                    <a:pt x="427543" y="533395"/>
                  </a:lnTo>
                  <a:lnTo>
                    <a:pt x="473798" y="548577"/>
                  </a:lnTo>
                  <a:lnTo>
                    <a:pt x="548189" y="562367"/>
                  </a:lnTo>
                  <a:lnTo>
                    <a:pt x="601031" y="567049"/>
                  </a:lnTo>
                  <a:lnTo>
                    <a:pt x="648933" y="567049"/>
                  </a:lnTo>
                  <a:lnTo>
                    <a:pt x="691756" y="564012"/>
                  </a:lnTo>
                  <a:lnTo>
                    <a:pt x="711520" y="560849"/>
                  </a:lnTo>
                  <a:lnTo>
                    <a:pt x="733344" y="557813"/>
                  </a:lnTo>
                  <a:lnTo>
                    <a:pt x="753108" y="554650"/>
                  </a:lnTo>
                  <a:lnTo>
                    <a:pt x="772873" y="550095"/>
                  </a:lnTo>
                  <a:lnTo>
                    <a:pt x="792500" y="544149"/>
                  </a:lnTo>
                  <a:lnTo>
                    <a:pt x="810617" y="539594"/>
                  </a:lnTo>
                  <a:lnTo>
                    <a:pt x="847127" y="525678"/>
                  </a:lnTo>
                  <a:lnTo>
                    <a:pt x="896675" y="502904"/>
                  </a:lnTo>
                  <a:lnTo>
                    <a:pt x="941282" y="473806"/>
                  </a:lnTo>
                  <a:lnTo>
                    <a:pt x="990831" y="431296"/>
                  </a:lnTo>
                  <a:lnTo>
                    <a:pt x="1008811" y="406878"/>
                  </a:lnTo>
                  <a:lnTo>
                    <a:pt x="1018968" y="394859"/>
                  </a:lnTo>
                  <a:lnTo>
                    <a:pt x="1025281" y="380942"/>
                  </a:lnTo>
                  <a:lnTo>
                    <a:pt x="1032007" y="367405"/>
                  </a:lnTo>
                  <a:lnTo>
                    <a:pt x="1038732" y="355006"/>
                  </a:lnTo>
                  <a:lnTo>
                    <a:pt x="1043673" y="341469"/>
                  </a:lnTo>
                  <a:lnTo>
                    <a:pt x="1046693" y="327552"/>
                  </a:lnTo>
                  <a:lnTo>
                    <a:pt x="1048340" y="312370"/>
                  </a:lnTo>
                  <a:lnTo>
                    <a:pt x="1050124" y="298833"/>
                  </a:lnTo>
                  <a:lnTo>
                    <a:pt x="1046693" y="240761"/>
                  </a:lnTo>
                  <a:lnTo>
                    <a:pt x="1025281" y="185853"/>
                  </a:lnTo>
                  <a:lnTo>
                    <a:pt x="1008811" y="161435"/>
                  </a:lnTo>
                  <a:lnTo>
                    <a:pt x="1000438" y="149416"/>
                  </a:lnTo>
                  <a:lnTo>
                    <a:pt x="990831" y="137144"/>
                  </a:lnTo>
                  <a:lnTo>
                    <a:pt x="979027" y="124998"/>
                  </a:lnTo>
                  <a:lnTo>
                    <a:pt x="967635" y="114244"/>
                  </a:lnTo>
                  <a:lnTo>
                    <a:pt x="954321" y="103743"/>
                  </a:lnTo>
                  <a:lnTo>
                    <a:pt x="941282" y="92989"/>
                  </a:lnTo>
                  <a:lnTo>
                    <a:pt x="896675" y="65535"/>
                  </a:lnTo>
                  <a:lnTo>
                    <a:pt x="879930" y="56173"/>
                  </a:lnTo>
                  <a:lnTo>
                    <a:pt x="863597" y="48835"/>
                  </a:lnTo>
                  <a:lnTo>
                    <a:pt x="847127" y="41118"/>
                  </a:lnTo>
                  <a:lnTo>
                    <a:pt x="829009" y="34918"/>
                  </a:lnTo>
                  <a:lnTo>
                    <a:pt x="810617" y="29098"/>
                  </a:lnTo>
                  <a:lnTo>
                    <a:pt x="792500" y="22899"/>
                  </a:lnTo>
                  <a:lnTo>
                    <a:pt x="733344" y="8982"/>
                  </a:lnTo>
                  <a:lnTo>
                    <a:pt x="711520" y="6199"/>
                  </a:lnTo>
                  <a:lnTo>
                    <a:pt x="691756" y="3162"/>
                  </a:lnTo>
                  <a:lnTo>
                    <a:pt x="670344" y="1644"/>
                  </a:lnTo>
                  <a:lnTo>
                    <a:pt x="648933" y="1644"/>
                  </a:lnTo>
                  <a:lnTo>
                    <a:pt x="627521" y="0"/>
                  </a:lnTo>
                  <a:close/>
                </a:path>
              </a:pathLst>
            </a:custGeom>
            <a:solidFill>
              <a:srgbClr val="FFFFFF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9" name="object 319"/>
            <p:cNvSpPr/>
            <p:nvPr/>
          </p:nvSpPr>
          <p:spPr>
            <a:xfrm>
              <a:off x="5816113" y="1897078"/>
              <a:ext cx="1052195" cy="567055"/>
            </a:xfrm>
            <a:custGeom>
              <a:avLst/>
              <a:gdLst/>
              <a:ahLst/>
              <a:cxnLst/>
              <a:rect l="l" t="t" r="r" b="b"/>
              <a:pathLst>
                <a:path w="1052195" h="567055">
                  <a:moveTo>
                    <a:pt x="211232" y="342987"/>
                  </a:moveTo>
                  <a:lnTo>
                    <a:pt x="207938" y="329070"/>
                  </a:lnTo>
                  <a:lnTo>
                    <a:pt x="204919" y="314015"/>
                  </a:lnTo>
                  <a:lnTo>
                    <a:pt x="203272" y="298833"/>
                  </a:lnTo>
                  <a:lnTo>
                    <a:pt x="201625" y="283398"/>
                  </a:lnTo>
                  <a:lnTo>
                    <a:pt x="203272" y="269860"/>
                  </a:lnTo>
                  <a:lnTo>
                    <a:pt x="204919" y="254425"/>
                  </a:lnTo>
                  <a:lnTo>
                    <a:pt x="206291" y="240761"/>
                  </a:lnTo>
                  <a:lnTo>
                    <a:pt x="211232" y="227224"/>
                  </a:lnTo>
                  <a:lnTo>
                    <a:pt x="214664" y="213307"/>
                  </a:lnTo>
                  <a:lnTo>
                    <a:pt x="221389" y="199770"/>
                  </a:lnTo>
                  <a:lnTo>
                    <a:pt x="227977" y="185853"/>
                  </a:lnTo>
                  <a:lnTo>
                    <a:pt x="234428" y="173834"/>
                  </a:lnTo>
                  <a:lnTo>
                    <a:pt x="244448" y="161435"/>
                  </a:lnTo>
                  <a:lnTo>
                    <a:pt x="252820" y="149416"/>
                  </a:lnTo>
                  <a:lnTo>
                    <a:pt x="264212" y="137144"/>
                  </a:lnTo>
                  <a:lnTo>
                    <a:pt x="274231" y="124998"/>
                  </a:lnTo>
                  <a:lnTo>
                    <a:pt x="285624" y="114244"/>
                  </a:lnTo>
                  <a:lnTo>
                    <a:pt x="299074" y="103743"/>
                  </a:lnTo>
                  <a:lnTo>
                    <a:pt x="312113" y="92989"/>
                  </a:lnTo>
                  <a:lnTo>
                    <a:pt x="326799" y="83754"/>
                  </a:lnTo>
                  <a:lnTo>
                    <a:pt x="341897" y="74771"/>
                  </a:lnTo>
                  <a:lnTo>
                    <a:pt x="356583" y="65535"/>
                  </a:lnTo>
                  <a:lnTo>
                    <a:pt x="373328" y="56173"/>
                  </a:lnTo>
                  <a:lnTo>
                    <a:pt x="389799" y="48835"/>
                  </a:lnTo>
                  <a:lnTo>
                    <a:pt x="406132" y="41118"/>
                  </a:lnTo>
                  <a:lnTo>
                    <a:pt x="424249" y="34918"/>
                  </a:lnTo>
                  <a:lnTo>
                    <a:pt x="442641" y="29098"/>
                  </a:lnTo>
                  <a:lnTo>
                    <a:pt x="460759" y="22899"/>
                  </a:lnTo>
                  <a:lnTo>
                    <a:pt x="480523" y="18218"/>
                  </a:lnTo>
                  <a:lnTo>
                    <a:pt x="500288" y="13663"/>
                  </a:lnTo>
                  <a:lnTo>
                    <a:pt x="520052" y="8982"/>
                  </a:lnTo>
                  <a:lnTo>
                    <a:pt x="541464" y="6199"/>
                  </a:lnTo>
                  <a:lnTo>
                    <a:pt x="561503" y="3162"/>
                  </a:lnTo>
                  <a:lnTo>
                    <a:pt x="582914" y="1644"/>
                  </a:lnTo>
                  <a:lnTo>
                    <a:pt x="604326" y="1644"/>
                  </a:lnTo>
                  <a:lnTo>
                    <a:pt x="627521" y="0"/>
                  </a:lnTo>
                  <a:lnTo>
                    <a:pt x="648933" y="1644"/>
                  </a:lnTo>
                  <a:lnTo>
                    <a:pt x="670344" y="1644"/>
                  </a:lnTo>
                  <a:lnTo>
                    <a:pt x="691756" y="3162"/>
                  </a:lnTo>
                  <a:lnTo>
                    <a:pt x="711520" y="6199"/>
                  </a:lnTo>
                  <a:lnTo>
                    <a:pt x="733344" y="8982"/>
                  </a:lnTo>
                  <a:lnTo>
                    <a:pt x="753108" y="13663"/>
                  </a:lnTo>
                  <a:lnTo>
                    <a:pt x="772873" y="18218"/>
                  </a:lnTo>
                  <a:lnTo>
                    <a:pt x="792500" y="22899"/>
                  </a:lnTo>
                  <a:lnTo>
                    <a:pt x="810617" y="29098"/>
                  </a:lnTo>
                  <a:lnTo>
                    <a:pt x="829009" y="34918"/>
                  </a:lnTo>
                  <a:lnTo>
                    <a:pt x="847127" y="41118"/>
                  </a:lnTo>
                  <a:lnTo>
                    <a:pt x="863597" y="48835"/>
                  </a:lnTo>
                  <a:lnTo>
                    <a:pt x="879930" y="56173"/>
                  </a:lnTo>
                  <a:lnTo>
                    <a:pt x="896675" y="65535"/>
                  </a:lnTo>
                  <a:lnTo>
                    <a:pt x="911498" y="74771"/>
                  </a:lnTo>
                  <a:lnTo>
                    <a:pt x="926184" y="83754"/>
                  </a:lnTo>
                  <a:lnTo>
                    <a:pt x="941282" y="92989"/>
                  </a:lnTo>
                  <a:lnTo>
                    <a:pt x="954321" y="103743"/>
                  </a:lnTo>
                  <a:lnTo>
                    <a:pt x="967635" y="114244"/>
                  </a:lnTo>
                  <a:lnTo>
                    <a:pt x="979027" y="124998"/>
                  </a:lnTo>
                  <a:lnTo>
                    <a:pt x="990831" y="137144"/>
                  </a:lnTo>
                  <a:lnTo>
                    <a:pt x="1000438" y="149416"/>
                  </a:lnTo>
                  <a:lnTo>
                    <a:pt x="1008811" y="161435"/>
                  </a:lnTo>
                  <a:lnTo>
                    <a:pt x="1018968" y="173834"/>
                  </a:lnTo>
                  <a:lnTo>
                    <a:pt x="1025281" y="185853"/>
                  </a:lnTo>
                  <a:lnTo>
                    <a:pt x="1032007" y="199770"/>
                  </a:lnTo>
                  <a:lnTo>
                    <a:pt x="1038732" y="213307"/>
                  </a:lnTo>
                  <a:lnTo>
                    <a:pt x="1043673" y="227224"/>
                  </a:lnTo>
                  <a:lnTo>
                    <a:pt x="1046693" y="240761"/>
                  </a:lnTo>
                  <a:lnTo>
                    <a:pt x="1048340" y="254425"/>
                  </a:lnTo>
                  <a:lnTo>
                    <a:pt x="1050124" y="269860"/>
                  </a:lnTo>
                  <a:lnTo>
                    <a:pt x="1051771" y="283398"/>
                  </a:lnTo>
                  <a:lnTo>
                    <a:pt x="1050124" y="298833"/>
                  </a:lnTo>
                  <a:lnTo>
                    <a:pt x="1048340" y="312370"/>
                  </a:lnTo>
                  <a:lnTo>
                    <a:pt x="1046693" y="327552"/>
                  </a:lnTo>
                  <a:lnTo>
                    <a:pt x="1043673" y="341469"/>
                  </a:lnTo>
                  <a:lnTo>
                    <a:pt x="1038732" y="355006"/>
                  </a:lnTo>
                  <a:lnTo>
                    <a:pt x="1032007" y="367405"/>
                  </a:lnTo>
                  <a:lnTo>
                    <a:pt x="1025281" y="380942"/>
                  </a:lnTo>
                  <a:lnTo>
                    <a:pt x="1018968" y="394859"/>
                  </a:lnTo>
                  <a:lnTo>
                    <a:pt x="1008811" y="406878"/>
                  </a:lnTo>
                  <a:lnTo>
                    <a:pt x="1000438" y="419150"/>
                  </a:lnTo>
                  <a:lnTo>
                    <a:pt x="990831" y="431296"/>
                  </a:lnTo>
                  <a:lnTo>
                    <a:pt x="979027" y="442050"/>
                  </a:lnTo>
                  <a:lnTo>
                    <a:pt x="967635" y="452551"/>
                  </a:lnTo>
                  <a:lnTo>
                    <a:pt x="926184" y="484686"/>
                  </a:lnTo>
                  <a:lnTo>
                    <a:pt x="879930" y="510622"/>
                  </a:lnTo>
                  <a:lnTo>
                    <a:pt x="863597" y="518340"/>
                  </a:lnTo>
                  <a:lnTo>
                    <a:pt x="847127" y="525678"/>
                  </a:lnTo>
                  <a:lnTo>
                    <a:pt x="829009" y="533395"/>
                  </a:lnTo>
                  <a:lnTo>
                    <a:pt x="810617" y="539594"/>
                  </a:lnTo>
                  <a:lnTo>
                    <a:pt x="792500" y="544149"/>
                  </a:lnTo>
                  <a:lnTo>
                    <a:pt x="772873" y="550095"/>
                  </a:lnTo>
                  <a:lnTo>
                    <a:pt x="753108" y="554650"/>
                  </a:lnTo>
                  <a:lnTo>
                    <a:pt x="733344" y="557813"/>
                  </a:lnTo>
                  <a:lnTo>
                    <a:pt x="711520" y="560849"/>
                  </a:lnTo>
                  <a:lnTo>
                    <a:pt x="691756" y="564012"/>
                  </a:lnTo>
                  <a:lnTo>
                    <a:pt x="670344" y="565530"/>
                  </a:lnTo>
                  <a:lnTo>
                    <a:pt x="648933" y="567049"/>
                  </a:lnTo>
                  <a:lnTo>
                    <a:pt x="627521" y="567049"/>
                  </a:lnTo>
                  <a:lnTo>
                    <a:pt x="601031" y="567049"/>
                  </a:lnTo>
                  <a:lnTo>
                    <a:pt x="574542" y="565530"/>
                  </a:lnTo>
                  <a:lnTo>
                    <a:pt x="548189" y="562367"/>
                  </a:lnTo>
                  <a:lnTo>
                    <a:pt x="523346" y="557813"/>
                  </a:lnTo>
                  <a:lnTo>
                    <a:pt x="498641" y="553132"/>
                  </a:lnTo>
                  <a:lnTo>
                    <a:pt x="473798" y="548577"/>
                  </a:lnTo>
                  <a:lnTo>
                    <a:pt x="427543" y="533395"/>
                  </a:lnTo>
                  <a:lnTo>
                    <a:pt x="384720" y="516695"/>
                  </a:lnTo>
                  <a:lnTo>
                    <a:pt x="343544" y="495440"/>
                  </a:lnTo>
                  <a:lnTo>
                    <a:pt x="325152" y="483041"/>
                  </a:lnTo>
                  <a:lnTo>
                    <a:pt x="307035" y="471022"/>
                  </a:lnTo>
                  <a:lnTo>
                    <a:pt x="290702" y="457105"/>
                  </a:lnTo>
                  <a:lnTo>
                    <a:pt x="275879" y="443568"/>
                  </a:lnTo>
                  <a:lnTo>
                    <a:pt x="0" y="461786"/>
                  </a:lnTo>
                  <a:lnTo>
                    <a:pt x="211232" y="342987"/>
                  </a:lnTo>
                </a:path>
              </a:pathLst>
            </a:custGeom>
            <a:ln w="62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0" name="object 320"/>
          <p:cNvSpPr txBox="1"/>
          <p:nvPr/>
        </p:nvSpPr>
        <p:spPr>
          <a:xfrm>
            <a:off x="6228971" y="1936658"/>
            <a:ext cx="440055" cy="4819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5080" indent="34290" algn="just">
              <a:lnSpc>
                <a:spcPct val="100000"/>
              </a:lnSpc>
              <a:spcBef>
                <a:spcPts val="90"/>
              </a:spcBef>
            </a:pPr>
            <a:r>
              <a:rPr sz="1000" spc="-10" dirty="0">
                <a:latin typeface="Times New Roman"/>
                <a:cs typeface="Times New Roman"/>
              </a:rPr>
              <a:t>Verify account </a:t>
            </a:r>
            <a:r>
              <a:rPr sz="1000" spc="25" dirty="0">
                <a:latin typeface="Times New Roman"/>
                <a:cs typeface="Times New Roman"/>
              </a:rPr>
              <a:t>XYZ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321" name="object 321"/>
          <p:cNvGrpSpPr/>
          <p:nvPr/>
        </p:nvGrpSpPr>
        <p:grpSpPr>
          <a:xfrm>
            <a:off x="5456390" y="3142156"/>
            <a:ext cx="1193800" cy="554990"/>
            <a:chOff x="5456390" y="3142156"/>
            <a:chExt cx="1193800" cy="554990"/>
          </a:xfrm>
        </p:grpSpPr>
        <p:sp>
          <p:nvSpPr>
            <p:cNvPr id="322" name="object 322"/>
            <p:cNvSpPr/>
            <p:nvPr/>
          </p:nvSpPr>
          <p:spPr>
            <a:xfrm>
              <a:off x="5459529" y="3145295"/>
              <a:ext cx="1187450" cy="548640"/>
            </a:xfrm>
            <a:custGeom>
              <a:avLst/>
              <a:gdLst/>
              <a:ahLst/>
              <a:cxnLst/>
              <a:rect l="l" t="t" r="r" b="b"/>
              <a:pathLst>
                <a:path w="1187450" h="548639">
                  <a:moveTo>
                    <a:pt x="513601" y="0"/>
                  </a:moveTo>
                  <a:lnTo>
                    <a:pt x="462406" y="0"/>
                  </a:lnTo>
                  <a:lnTo>
                    <a:pt x="412857" y="3162"/>
                  </a:lnTo>
                  <a:lnTo>
                    <a:pt x="389799" y="6199"/>
                  </a:lnTo>
                  <a:lnTo>
                    <a:pt x="364956" y="8982"/>
                  </a:lnTo>
                  <a:lnTo>
                    <a:pt x="341897" y="12019"/>
                  </a:lnTo>
                  <a:lnTo>
                    <a:pt x="320486" y="16700"/>
                  </a:lnTo>
                  <a:lnTo>
                    <a:pt x="297290" y="21381"/>
                  </a:lnTo>
                  <a:lnTo>
                    <a:pt x="254193" y="33400"/>
                  </a:lnTo>
                  <a:lnTo>
                    <a:pt x="234428" y="39599"/>
                  </a:lnTo>
                  <a:lnTo>
                    <a:pt x="176782" y="62372"/>
                  </a:lnTo>
                  <a:lnTo>
                    <a:pt x="160037" y="71608"/>
                  </a:lnTo>
                  <a:lnTo>
                    <a:pt x="141919" y="80591"/>
                  </a:lnTo>
                  <a:lnTo>
                    <a:pt x="125586" y="89827"/>
                  </a:lnTo>
                  <a:lnTo>
                    <a:pt x="110488" y="100707"/>
                  </a:lnTo>
                  <a:lnTo>
                    <a:pt x="95802" y="109563"/>
                  </a:lnTo>
                  <a:lnTo>
                    <a:pt x="57646" y="143217"/>
                  </a:lnTo>
                  <a:lnTo>
                    <a:pt x="29783" y="179654"/>
                  </a:lnTo>
                  <a:lnTo>
                    <a:pt x="5078" y="233044"/>
                  </a:lnTo>
                  <a:lnTo>
                    <a:pt x="0" y="260498"/>
                  </a:lnTo>
                  <a:lnTo>
                    <a:pt x="0" y="287952"/>
                  </a:lnTo>
                  <a:lnTo>
                    <a:pt x="1647" y="303134"/>
                  </a:lnTo>
                  <a:lnTo>
                    <a:pt x="5078" y="317051"/>
                  </a:lnTo>
                  <a:lnTo>
                    <a:pt x="9744" y="329070"/>
                  </a:lnTo>
                  <a:lnTo>
                    <a:pt x="14686" y="342987"/>
                  </a:lnTo>
                  <a:lnTo>
                    <a:pt x="37881" y="380942"/>
                  </a:lnTo>
                  <a:lnTo>
                    <a:pt x="69312" y="417632"/>
                  </a:lnTo>
                  <a:lnTo>
                    <a:pt x="110488" y="449388"/>
                  </a:lnTo>
                  <a:lnTo>
                    <a:pt x="125586" y="458750"/>
                  </a:lnTo>
                  <a:lnTo>
                    <a:pt x="141919" y="469504"/>
                  </a:lnTo>
                  <a:lnTo>
                    <a:pt x="160037" y="476842"/>
                  </a:lnTo>
                  <a:lnTo>
                    <a:pt x="176782" y="486204"/>
                  </a:lnTo>
                  <a:lnTo>
                    <a:pt x="194899" y="493922"/>
                  </a:lnTo>
                  <a:lnTo>
                    <a:pt x="214664" y="502778"/>
                  </a:lnTo>
                  <a:lnTo>
                    <a:pt x="234428" y="508977"/>
                  </a:lnTo>
                  <a:lnTo>
                    <a:pt x="254193" y="516695"/>
                  </a:lnTo>
                  <a:lnTo>
                    <a:pt x="275604" y="522641"/>
                  </a:lnTo>
                  <a:lnTo>
                    <a:pt x="364956" y="541113"/>
                  </a:lnTo>
                  <a:lnTo>
                    <a:pt x="389799" y="544149"/>
                  </a:lnTo>
                  <a:lnTo>
                    <a:pt x="462406" y="548451"/>
                  </a:lnTo>
                  <a:lnTo>
                    <a:pt x="518268" y="548451"/>
                  </a:lnTo>
                  <a:lnTo>
                    <a:pt x="579620" y="544149"/>
                  </a:lnTo>
                  <a:lnTo>
                    <a:pt x="637129" y="536431"/>
                  </a:lnTo>
                  <a:lnTo>
                    <a:pt x="693403" y="524159"/>
                  </a:lnTo>
                  <a:lnTo>
                    <a:pt x="746383" y="507459"/>
                  </a:lnTo>
                  <a:lnTo>
                    <a:pt x="794284" y="487722"/>
                  </a:lnTo>
                  <a:lnTo>
                    <a:pt x="860166" y="452551"/>
                  </a:lnTo>
                  <a:lnTo>
                    <a:pt x="896675" y="425097"/>
                  </a:lnTo>
                  <a:lnTo>
                    <a:pt x="1186966" y="434332"/>
                  </a:lnTo>
                  <a:lnTo>
                    <a:pt x="967635" y="327552"/>
                  </a:lnTo>
                  <a:lnTo>
                    <a:pt x="970654" y="313888"/>
                  </a:lnTo>
                  <a:lnTo>
                    <a:pt x="974086" y="301616"/>
                  </a:lnTo>
                  <a:lnTo>
                    <a:pt x="975733" y="287952"/>
                  </a:lnTo>
                  <a:lnTo>
                    <a:pt x="975733" y="260498"/>
                  </a:lnTo>
                  <a:lnTo>
                    <a:pt x="974086" y="246961"/>
                  </a:lnTo>
                  <a:lnTo>
                    <a:pt x="960910" y="205590"/>
                  </a:lnTo>
                  <a:lnTo>
                    <a:pt x="937851" y="167634"/>
                  </a:lnTo>
                  <a:lnTo>
                    <a:pt x="904773" y="132463"/>
                  </a:lnTo>
                  <a:lnTo>
                    <a:pt x="893381" y="120444"/>
                  </a:lnTo>
                  <a:lnTo>
                    <a:pt x="878283" y="109563"/>
                  </a:lnTo>
                  <a:lnTo>
                    <a:pt x="848774" y="89827"/>
                  </a:lnTo>
                  <a:lnTo>
                    <a:pt x="833676" y="80591"/>
                  </a:lnTo>
                  <a:lnTo>
                    <a:pt x="815696" y="71608"/>
                  </a:lnTo>
                  <a:lnTo>
                    <a:pt x="799225" y="62372"/>
                  </a:lnTo>
                  <a:lnTo>
                    <a:pt x="779186" y="55034"/>
                  </a:lnTo>
                  <a:lnTo>
                    <a:pt x="761069" y="47317"/>
                  </a:lnTo>
                  <a:lnTo>
                    <a:pt x="741304" y="39599"/>
                  </a:lnTo>
                  <a:lnTo>
                    <a:pt x="700128" y="27454"/>
                  </a:lnTo>
                  <a:lnTo>
                    <a:pt x="632462" y="12019"/>
                  </a:lnTo>
                  <a:lnTo>
                    <a:pt x="561503" y="3162"/>
                  </a:lnTo>
                  <a:lnTo>
                    <a:pt x="513601" y="0"/>
                  </a:lnTo>
                  <a:close/>
                </a:path>
              </a:pathLst>
            </a:custGeom>
            <a:solidFill>
              <a:srgbClr val="FFFFFF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3" name="object 323"/>
            <p:cNvSpPr/>
            <p:nvPr/>
          </p:nvSpPr>
          <p:spPr>
            <a:xfrm>
              <a:off x="5459529" y="3145295"/>
              <a:ext cx="1187450" cy="548640"/>
            </a:xfrm>
            <a:custGeom>
              <a:avLst/>
              <a:gdLst/>
              <a:ahLst/>
              <a:cxnLst/>
              <a:rect l="l" t="t" r="r" b="b"/>
              <a:pathLst>
                <a:path w="1187450" h="548639">
                  <a:moveTo>
                    <a:pt x="896675" y="425097"/>
                  </a:moveTo>
                  <a:lnTo>
                    <a:pt x="878283" y="438887"/>
                  </a:lnTo>
                  <a:lnTo>
                    <a:pt x="860166" y="452551"/>
                  </a:lnTo>
                  <a:lnTo>
                    <a:pt x="838754" y="464823"/>
                  </a:lnTo>
                  <a:lnTo>
                    <a:pt x="794284" y="487722"/>
                  </a:lnTo>
                  <a:lnTo>
                    <a:pt x="746383" y="507459"/>
                  </a:lnTo>
                  <a:lnTo>
                    <a:pt x="693403" y="524159"/>
                  </a:lnTo>
                  <a:lnTo>
                    <a:pt x="637129" y="536431"/>
                  </a:lnTo>
                  <a:lnTo>
                    <a:pt x="579620" y="544149"/>
                  </a:lnTo>
                  <a:lnTo>
                    <a:pt x="518268" y="548451"/>
                  </a:lnTo>
                  <a:lnTo>
                    <a:pt x="487111" y="548451"/>
                  </a:lnTo>
                  <a:lnTo>
                    <a:pt x="462406" y="548451"/>
                  </a:lnTo>
                  <a:lnTo>
                    <a:pt x="437563" y="546932"/>
                  </a:lnTo>
                  <a:lnTo>
                    <a:pt x="412857" y="545414"/>
                  </a:lnTo>
                  <a:lnTo>
                    <a:pt x="389799" y="544149"/>
                  </a:lnTo>
                  <a:lnTo>
                    <a:pt x="364956" y="541113"/>
                  </a:lnTo>
                  <a:lnTo>
                    <a:pt x="341897" y="536431"/>
                  </a:lnTo>
                  <a:lnTo>
                    <a:pt x="320486" y="531877"/>
                  </a:lnTo>
                  <a:lnTo>
                    <a:pt x="297290" y="527196"/>
                  </a:lnTo>
                  <a:lnTo>
                    <a:pt x="275604" y="522641"/>
                  </a:lnTo>
                  <a:lnTo>
                    <a:pt x="254193" y="516695"/>
                  </a:lnTo>
                  <a:lnTo>
                    <a:pt x="234428" y="508977"/>
                  </a:lnTo>
                  <a:lnTo>
                    <a:pt x="214664" y="502778"/>
                  </a:lnTo>
                  <a:lnTo>
                    <a:pt x="194899" y="493922"/>
                  </a:lnTo>
                  <a:lnTo>
                    <a:pt x="176782" y="486204"/>
                  </a:lnTo>
                  <a:lnTo>
                    <a:pt x="160037" y="476842"/>
                  </a:lnTo>
                  <a:lnTo>
                    <a:pt x="141919" y="469504"/>
                  </a:lnTo>
                  <a:lnTo>
                    <a:pt x="125586" y="458750"/>
                  </a:lnTo>
                  <a:lnTo>
                    <a:pt x="110488" y="449388"/>
                  </a:lnTo>
                  <a:lnTo>
                    <a:pt x="69312" y="417632"/>
                  </a:lnTo>
                  <a:lnTo>
                    <a:pt x="47901" y="393214"/>
                  </a:lnTo>
                  <a:lnTo>
                    <a:pt x="37881" y="380942"/>
                  </a:lnTo>
                  <a:lnTo>
                    <a:pt x="29783" y="368923"/>
                  </a:lnTo>
                  <a:lnTo>
                    <a:pt x="21411" y="356524"/>
                  </a:lnTo>
                  <a:lnTo>
                    <a:pt x="14686" y="342987"/>
                  </a:lnTo>
                  <a:lnTo>
                    <a:pt x="9744" y="329070"/>
                  </a:lnTo>
                  <a:lnTo>
                    <a:pt x="5078" y="317051"/>
                  </a:lnTo>
                  <a:lnTo>
                    <a:pt x="1647" y="303134"/>
                  </a:lnTo>
                  <a:lnTo>
                    <a:pt x="0" y="287952"/>
                  </a:lnTo>
                  <a:lnTo>
                    <a:pt x="0" y="274415"/>
                  </a:lnTo>
                  <a:lnTo>
                    <a:pt x="0" y="260498"/>
                  </a:lnTo>
                  <a:lnTo>
                    <a:pt x="9744" y="219506"/>
                  </a:lnTo>
                  <a:lnTo>
                    <a:pt x="29783" y="179654"/>
                  </a:lnTo>
                  <a:lnTo>
                    <a:pt x="57646" y="143217"/>
                  </a:lnTo>
                  <a:lnTo>
                    <a:pt x="95802" y="109563"/>
                  </a:lnTo>
                  <a:lnTo>
                    <a:pt x="110488" y="100707"/>
                  </a:lnTo>
                  <a:lnTo>
                    <a:pt x="125586" y="89827"/>
                  </a:lnTo>
                  <a:lnTo>
                    <a:pt x="141919" y="80591"/>
                  </a:lnTo>
                  <a:lnTo>
                    <a:pt x="160037" y="71608"/>
                  </a:lnTo>
                  <a:lnTo>
                    <a:pt x="176782" y="62372"/>
                  </a:lnTo>
                  <a:lnTo>
                    <a:pt x="214664" y="47317"/>
                  </a:lnTo>
                  <a:lnTo>
                    <a:pt x="254193" y="33400"/>
                  </a:lnTo>
                  <a:lnTo>
                    <a:pt x="275604" y="27454"/>
                  </a:lnTo>
                  <a:lnTo>
                    <a:pt x="297290" y="21381"/>
                  </a:lnTo>
                  <a:lnTo>
                    <a:pt x="320486" y="16700"/>
                  </a:lnTo>
                  <a:lnTo>
                    <a:pt x="341897" y="12019"/>
                  </a:lnTo>
                  <a:lnTo>
                    <a:pt x="364956" y="8982"/>
                  </a:lnTo>
                  <a:lnTo>
                    <a:pt x="389799" y="6199"/>
                  </a:lnTo>
                  <a:lnTo>
                    <a:pt x="412857" y="3162"/>
                  </a:lnTo>
                  <a:lnTo>
                    <a:pt x="437563" y="1518"/>
                  </a:lnTo>
                  <a:lnTo>
                    <a:pt x="462406" y="0"/>
                  </a:lnTo>
                  <a:lnTo>
                    <a:pt x="487111" y="0"/>
                  </a:lnTo>
                  <a:lnTo>
                    <a:pt x="513601" y="0"/>
                  </a:lnTo>
                  <a:lnTo>
                    <a:pt x="538032" y="1518"/>
                  </a:lnTo>
                  <a:lnTo>
                    <a:pt x="561503" y="3162"/>
                  </a:lnTo>
                  <a:lnTo>
                    <a:pt x="585934" y="6199"/>
                  </a:lnTo>
                  <a:lnTo>
                    <a:pt x="609404" y="8982"/>
                  </a:lnTo>
                  <a:lnTo>
                    <a:pt x="655658" y="16700"/>
                  </a:lnTo>
                  <a:lnTo>
                    <a:pt x="700128" y="27454"/>
                  </a:lnTo>
                  <a:lnTo>
                    <a:pt x="719893" y="33400"/>
                  </a:lnTo>
                  <a:lnTo>
                    <a:pt x="741304" y="39599"/>
                  </a:lnTo>
                  <a:lnTo>
                    <a:pt x="761069" y="47317"/>
                  </a:lnTo>
                  <a:lnTo>
                    <a:pt x="779186" y="55034"/>
                  </a:lnTo>
                  <a:lnTo>
                    <a:pt x="799225" y="62372"/>
                  </a:lnTo>
                  <a:lnTo>
                    <a:pt x="815696" y="71608"/>
                  </a:lnTo>
                  <a:lnTo>
                    <a:pt x="833676" y="80591"/>
                  </a:lnTo>
                  <a:lnTo>
                    <a:pt x="848774" y="89827"/>
                  </a:lnTo>
                  <a:lnTo>
                    <a:pt x="865244" y="100707"/>
                  </a:lnTo>
                  <a:lnTo>
                    <a:pt x="878283" y="109563"/>
                  </a:lnTo>
                  <a:lnTo>
                    <a:pt x="893381" y="120444"/>
                  </a:lnTo>
                  <a:lnTo>
                    <a:pt x="904773" y="132463"/>
                  </a:lnTo>
                  <a:lnTo>
                    <a:pt x="918086" y="143217"/>
                  </a:lnTo>
                  <a:lnTo>
                    <a:pt x="946223" y="179654"/>
                  </a:lnTo>
                  <a:lnTo>
                    <a:pt x="965988" y="219506"/>
                  </a:lnTo>
                  <a:lnTo>
                    <a:pt x="975733" y="260498"/>
                  </a:lnTo>
                  <a:lnTo>
                    <a:pt x="975733" y="274415"/>
                  </a:lnTo>
                  <a:lnTo>
                    <a:pt x="975733" y="287952"/>
                  </a:lnTo>
                  <a:lnTo>
                    <a:pt x="974086" y="301616"/>
                  </a:lnTo>
                  <a:lnTo>
                    <a:pt x="970654" y="313888"/>
                  </a:lnTo>
                  <a:lnTo>
                    <a:pt x="967635" y="327552"/>
                  </a:lnTo>
                  <a:lnTo>
                    <a:pt x="1186966" y="434332"/>
                  </a:lnTo>
                  <a:lnTo>
                    <a:pt x="896675" y="425097"/>
                  </a:lnTo>
                </a:path>
              </a:pathLst>
            </a:custGeom>
            <a:ln w="62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4" name="object 324"/>
          <p:cNvSpPr txBox="1"/>
          <p:nvPr/>
        </p:nvSpPr>
        <p:spPr>
          <a:xfrm>
            <a:off x="5636311" y="3175512"/>
            <a:ext cx="639445" cy="4819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90"/>
              </a:spcBef>
            </a:pPr>
            <a:r>
              <a:rPr sz="1000" spc="50" dirty="0">
                <a:latin typeface="Times New Roman"/>
                <a:cs typeface="Times New Roman"/>
              </a:rPr>
              <a:t>XYZ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valid. Balance:</a:t>
            </a:r>
            <a:endParaRPr sz="1000">
              <a:latin typeface="Times New Roman"/>
              <a:cs typeface="Times New Roman"/>
            </a:endParaRPr>
          </a:p>
          <a:p>
            <a:pPr marR="4445" algn="ctr">
              <a:lnSpc>
                <a:spcPts val="1200"/>
              </a:lnSpc>
            </a:pPr>
            <a:r>
              <a:rPr sz="1000" spc="-20" dirty="0">
                <a:latin typeface="Times New Roman"/>
                <a:cs typeface="Times New Roman"/>
              </a:rPr>
              <a:t>$100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325" name="object 325"/>
          <p:cNvGrpSpPr/>
          <p:nvPr/>
        </p:nvGrpSpPr>
        <p:grpSpPr>
          <a:xfrm>
            <a:off x="7255900" y="1890879"/>
            <a:ext cx="1684655" cy="2059305"/>
            <a:chOff x="7255900" y="1890879"/>
            <a:chExt cx="1684655" cy="2059305"/>
          </a:xfrm>
        </p:grpSpPr>
        <p:sp>
          <p:nvSpPr>
            <p:cNvPr id="326" name="object 326"/>
            <p:cNvSpPr/>
            <p:nvPr/>
          </p:nvSpPr>
          <p:spPr>
            <a:xfrm>
              <a:off x="7255900" y="1890879"/>
              <a:ext cx="1684655" cy="2059305"/>
            </a:xfrm>
            <a:custGeom>
              <a:avLst/>
              <a:gdLst/>
              <a:ahLst/>
              <a:cxnLst/>
              <a:rect l="l" t="t" r="r" b="b"/>
              <a:pathLst>
                <a:path w="1684654" h="2059304">
                  <a:moveTo>
                    <a:pt x="1684234" y="0"/>
                  </a:moveTo>
                  <a:lnTo>
                    <a:pt x="0" y="0"/>
                  </a:lnTo>
                  <a:lnTo>
                    <a:pt x="0" y="2059063"/>
                  </a:lnTo>
                  <a:lnTo>
                    <a:pt x="1684234" y="2059063"/>
                  </a:lnTo>
                  <a:lnTo>
                    <a:pt x="1684234" y="0"/>
                  </a:lnTo>
                  <a:close/>
                </a:path>
              </a:pathLst>
            </a:custGeom>
            <a:solidFill>
              <a:srgbClr val="80808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7" name="object 3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77568" y="1924568"/>
              <a:ext cx="903107" cy="1109495"/>
            </a:xfrm>
            <a:prstGeom prst="rect">
              <a:avLst/>
            </a:prstGeom>
          </p:spPr>
        </p:pic>
        <p:pic>
          <p:nvPicPr>
            <p:cNvPr id="328" name="object 3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47346" y="2409219"/>
              <a:ext cx="64234" cy="47190"/>
            </a:xfrm>
            <a:prstGeom prst="rect">
              <a:avLst/>
            </a:prstGeom>
          </p:spPr>
        </p:pic>
        <p:pic>
          <p:nvPicPr>
            <p:cNvPr id="329" name="object 3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277568" y="2145504"/>
              <a:ext cx="903107" cy="888560"/>
            </a:xfrm>
            <a:prstGeom prst="rect">
              <a:avLst/>
            </a:prstGeom>
          </p:spPr>
        </p:pic>
        <p:pic>
          <p:nvPicPr>
            <p:cNvPr id="330" name="object 3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647346" y="2409219"/>
              <a:ext cx="73789" cy="55972"/>
            </a:xfrm>
            <a:prstGeom prst="rect">
              <a:avLst/>
            </a:prstGeom>
          </p:spPr>
        </p:pic>
        <p:sp>
          <p:nvSpPr>
            <p:cNvPr id="331" name="object 331"/>
            <p:cNvSpPr/>
            <p:nvPr/>
          </p:nvSpPr>
          <p:spPr>
            <a:xfrm>
              <a:off x="7459309" y="2502209"/>
              <a:ext cx="28575" cy="27940"/>
            </a:xfrm>
            <a:custGeom>
              <a:avLst/>
              <a:gdLst/>
              <a:ahLst/>
              <a:cxnLst/>
              <a:rect l="l" t="t" r="r" b="b"/>
              <a:pathLst>
                <a:path w="28575" h="27939">
                  <a:moveTo>
                    <a:pt x="28136" y="6199"/>
                  </a:moveTo>
                  <a:lnTo>
                    <a:pt x="18117" y="24417"/>
                  </a:lnTo>
                  <a:lnTo>
                    <a:pt x="16470" y="25935"/>
                  </a:lnTo>
                  <a:lnTo>
                    <a:pt x="16470" y="27454"/>
                  </a:lnTo>
                  <a:lnTo>
                    <a:pt x="6725" y="27454"/>
                  </a:lnTo>
                  <a:lnTo>
                    <a:pt x="5078" y="25935"/>
                  </a:lnTo>
                  <a:lnTo>
                    <a:pt x="3431" y="24417"/>
                  </a:lnTo>
                  <a:lnTo>
                    <a:pt x="1647" y="22899"/>
                  </a:lnTo>
                  <a:lnTo>
                    <a:pt x="0" y="21381"/>
                  </a:lnTo>
                  <a:lnTo>
                    <a:pt x="0" y="20116"/>
                  </a:lnTo>
                  <a:lnTo>
                    <a:pt x="0" y="18597"/>
                  </a:lnTo>
                  <a:lnTo>
                    <a:pt x="10019" y="0"/>
                  </a:lnTo>
                </a:path>
              </a:pathLst>
            </a:custGeom>
            <a:ln w="3175">
              <a:solidFill>
                <a:srgbClr val="B1B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2" name="object 3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371563" y="2972925"/>
              <a:ext cx="1488926" cy="899371"/>
            </a:xfrm>
            <a:prstGeom prst="rect">
              <a:avLst/>
            </a:prstGeom>
          </p:spPr>
        </p:pic>
        <p:sp>
          <p:nvSpPr>
            <p:cNvPr id="333" name="object 333"/>
            <p:cNvSpPr/>
            <p:nvPr/>
          </p:nvSpPr>
          <p:spPr>
            <a:xfrm>
              <a:off x="7255900" y="1890879"/>
              <a:ext cx="1684655" cy="2059305"/>
            </a:xfrm>
            <a:custGeom>
              <a:avLst/>
              <a:gdLst/>
              <a:ahLst/>
              <a:cxnLst/>
              <a:rect l="l" t="t" r="r" b="b"/>
              <a:pathLst>
                <a:path w="1684654" h="2059304">
                  <a:moveTo>
                    <a:pt x="1684234" y="0"/>
                  </a:moveTo>
                  <a:lnTo>
                    <a:pt x="0" y="0"/>
                  </a:lnTo>
                  <a:lnTo>
                    <a:pt x="0" y="2059063"/>
                  </a:lnTo>
                  <a:lnTo>
                    <a:pt x="1684234" y="2059063"/>
                  </a:lnTo>
                  <a:lnTo>
                    <a:pt x="1684234" y="0"/>
                  </a:lnTo>
                  <a:close/>
                </a:path>
              </a:pathLst>
            </a:custGeom>
            <a:solidFill>
              <a:srgbClr val="80808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4" name="object 3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77568" y="1924568"/>
              <a:ext cx="903107" cy="1109495"/>
            </a:xfrm>
            <a:prstGeom prst="rect">
              <a:avLst/>
            </a:prstGeom>
          </p:spPr>
        </p:pic>
        <p:pic>
          <p:nvPicPr>
            <p:cNvPr id="335" name="object 3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47346" y="2409219"/>
              <a:ext cx="64234" cy="47190"/>
            </a:xfrm>
            <a:prstGeom prst="rect">
              <a:avLst/>
            </a:prstGeom>
          </p:spPr>
        </p:pic>
        <p:pic>
          <p:nvPicPr>
            <p:cNvPr id="336" name="object 3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277568" y="2145504"/>
              <a:ext cx="903107" cy="888560"/>
            </a:xfrm>
            <a:prstGeom prst="rect">
              <a:avLst/>
            </a:prstGeom>
          </p:spPr>
        </p:pic>
        <p:pic>
          <p:nvPicPr>
            <p:cNvPr id="337" name="object 33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647346" y="2409219"/>
              <a:ext cx="73789" cy="55972"/>
            </a:xfrm>
            <a:prstGeom prst="rect">
              <a:avLst/>
            </a:prstGeom>
          </p:spPr>
        </p:pic>
        <p:sp>
          <p:nvSpPr>
            <p:cNvPr id="338" name="object 338"/>
            <p:cNvSpPr/>
            <p:nvPr/>
          </p:nvSpPr>
          <p:spPr>
            <a:xfrm>
              <a:off x="7459309" y="2502209"/>
              <a:ext cx="28575" cy="27940"/>
            </a:xfrm>
            <a:custGeom>
              <a:avLst/>
              <a:gdLst/>
              <a:ahLst/>
              <a:cxnLst/>
              <a:rect l="l" t="t" r="r" b="b"/>
              <a:pathLst>
                <a:path w="28575" h="27939">
                  <a:moveTo>
                    <a:pt x="28136" y="6199"/>
                  </a:moveTo>
                  <a:lnTo>
                    <a:pt x="18117" y="24417"/>
                  </a:lnTo>
                  <a:lnTo>
                    <a:pt x="16470" y="25935"/>
                  </a:lnTo>
                  <a:lnTo>
                    <a:pt x="16470" y="27454"/>
                  </a:lnTo>
                  <a:lnTo>
                    <a:pt x="6725" y="27454"/>
                  </a:lnTo>
                  <a:lnTo>
                    <a:pt x="5078" y="25935"/>
                  </a:lnTo>
                  <a:lnTo>
                    <a:pt x="3431" y="24417"/>
                  </a:lnTo>
                  <a:lnTo>
                    <a:pt x="1647" y="22899"/>
                  </a:lnTo>
                  <a:lnTo>
                    <a:pt x="0" y="21381"/>
                  </a:lnTo>
                  <a:lnTo>
                    <a:pt x="0" y="20116"/>
                  </a:lnTo>
                  <a:lnTo>
                    <a:pt x="0" y="18597"/>
                  </a:lnTo>
                  <a:lnTo>
                    <a:pt x="10019" y="0"/>
                  </a:lnTo>
                </a:path>
              </a:pathLst>
            </a:custGeom>
            <a:ln w="3175">
              <a:solidFill>
                <a:srgbClr val="B1B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9" name="object 33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371563" y="2972925"/>
              <a:ext cx="1488926" cy="899371"/>
            </a:xfrm>
            <a:prstGeom prst="rect">
              <a:avLst/>
            </a:prstGeom>
          </p:spPr>
        </p:pic>
      </p:grpSp>
      <p:sp>
        <p:nvSpPr>
          <p:cNvPr id="340" name="object 340"/>
          <p:cNvSpPr txBox="1"/>
          <p:nvPr/>
        </p:nvSpPr>
        <p:spPr>
          <a:xfrm>
            <a:off x="7255900" y="1890879"/>
            <a:ext cx="1684655" cy="2059305"/>
          </a:xfrm>
          <a:prstGeom prst="rect">
            <a:avLst/>
          </a:prstGeom>
          <a:ln w="40017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229"/>
              </a:spcBef>
            </a:pPr>
            <a:r>
              <a:rPr sz="1800" spc="275" dirty="0">
                <a:latin typeface="Times New Roman"/>
                <a:cs typeface="Times New Roman"/>
              </a:rPr>
              <a:t>D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5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316865" marR="877569" algn="ctr">
              <a:lnSpc>
                <a:spcPct val="100000"/>
              </a:lnSpc>
            </a:pPr>
            <a:r>
              <a:rPr sz="1000" spc="-10" dirty="0">
                <a:latin typeface="Times New Roman"/>
                <a:cs typeface="Times New Roman"/>
              </a:rPr>
              <a:t>Account valid. Balance:</a:t>
            </a:r>
            <a:endParaRPr sz="1000" dirty="0">
              <a:latin typeface="Times New Roman"/>
              <a:cs typeface="Times New Roman"/>
            </a:endParaRPr>
          </a:p>
          <a:p>
            <a:pPr marR="560070" algn="ctr">
              <a:lnSpc>
                <a:spcPct val="100000"/>
              </a:lnSpc>
            </a:pPr>
            <a:r>
              <a:rPr sz="1000" spc="-20" dirty="0">
                <a:latin typeface="Times New Roman"/>
                <a:cs typeface="Times New Roman"/>
              </a:rPr>
              <a:t>$100</a:t>
            </a:r>
            <a:endParaRPr sz="1000" dirty="0">
              <a:latin typeface="Times New Roman"/>
              <a:cs typeface="Times New Roman"/>
            </a:endParaRPr>
          </a:p>
        </p:txBody>
      </p:sp>
      <p:grpSp>
        <p:nvGrpSpPr>
          <p:cNvPr id="341" name="object 341"/>
          <p:cNvGrpSpPr/>
          <p:nvPr/>
        </p:nvGrpSpPr>
        <p:grpSpPr>
          <a:xfrm>
            <a:off x="5950469" y="4058711"/>
            <a:ext cx="3009265" cy="1089025"/>
            <a:chOff x="5950469" y="4058711"/>
            <a:chExt cx="3009265" cy="1089025"/>
          </a:xfrm>
        </p:grpSpPr>
        <p:sp>
          <p:nvSpPr>
            <p:cNvPr id="342" name="object 342"/>
            <p:cNvSpPr/>
            <p:nvPr/>
          </p:nvSpPr>
          <p:spPr>
            <a:xfrm>
              <a:off x="5969837" y="4078079"/>
              <a:ext cx="2970530" cy="1050290"/>
            </a:xfrm>
            <a:custGeom>
              <a:avLst/>
              <a:gdLst/>
              <a:ahLst/>
              <a:cxnLst/>
              <a:rect l="l" t="t" r="r" b="b"/>
              <a:pathLst>
                <a:path w="2970529" h="1050289">
                  <a:moveTo>
                    <a:pt x="2970297" y="0"/>
                  </a:moveTo>
                  <a:lnTo>
                    <a:pt x="0" y="0"/>
                  </a:lnTo>
                  <a:lnTo>
                    <a:pt x="0" y="1050040"/>
                  </a:lnTo>
                  <a:lnTo>
                    <a:pt x="2970297" y="1050040"/>
                  </a:lnTo>
                  <a:lnTo>
                    <a:pt x="2970297" y="0"/>
                  </a:lnTo>
                  <a:close/>
                </a:path>
              </a:pathLst>
            </a:custGeom>
            <a:solidFill>
              <a:srgbClr val="80808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3" name="object 343"/>
            <p:cNvSpPr/>
            <p:nvPr/>
          </p:nvSpPr>
          <p:spPr>
            <a:xfrm>
              <a:off x="5969837" y="4078079"/>
              <a:ext cx="2970530" cy="1050290"/>
            </a:xfrm>
            <a:custGeom>
              <a:avLst/>
              <a:gdLst/>
              <a:ahLst/>
              <a:cxnLst/>
              <a:rect l="l" t="t" r="r" b="b"/>
              <a:pathLst>
                <a:path w="2970529" h="1050289">
                  <a:moveTo>
                    <a:pt x="0" y="1050040"/>
                  </a:moveTo>
                  <a:lnTo>
                    <a:pt x="2970297" y="1050040"/>
                  </a:lnTo>
                  <a:lnTo>
                    <a:pt x="2970297" y="0"/>
                  </a:lnTo>
                  <a:lnTo>
                    <a:pt x="0" y="0"/>
                  </a:lnTo>
                  <a:lnTo>
                    <a:pt x="0" y="105004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4" name="object 344"/>
            <p:cNvSpPr/>
            <p:nvPr/>
          </p:nvSpPr>
          <p:spPr>
            <a:xfrm>
              <a:off x="5969837" y="4078079"/>
              <a:ext cx="2970530" cy="1050290"/>
            </a:xfrm>
            <a:custGeom>
              <a:avLst/>
              <a:gdLst/>
              <a:ahLst/>
              <a:cxnLst/>
              <a:rect l="l" t="t" r="r" b="b"/>
              <a:pathLst>
                <a:path w="2970529" h="1050289">
                  <a:moveTo>
                    <a:pt x="0" y="1050040"/>
                  </a:moveTo>
                  <a:lnTo>
                    <a:pt x="2970297" y="1050040"/>
                  </a:lnTo>
                  <a:lnTo>
                    <a:pt x="2970297" y="0"/>
                  </a:lnTo>
                  <a:lnTo>
                    <a:pt x="0" y="0"/>
                  </a:lnTo>
                  <a:lnTo>
                    <a:pt x="0" y="1050040"/>
                  </a:lnTo>
                  <a:close/>
                </a:path>
              </a:pathLst>
            </a:custGeom>
            <a:ln w="38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5" name="object 345"/>
            <p:cNvSpPr/>
            <p:nvPr/>
          </p:nvSpPr>
          <p:spPr>
            <a:xfrm>
              <a:off x="6022405" y="4111378"/>
              <a:ext cx="306070" cy="282575"/>
            </a:xfrm>
            <a:custGeom>
              <a:avLst/>
              <a:gdLst/>
              <a:ahLst/>
              <a:cxnLst/>
              <a:rect l="l" t="t" r="r" b="b"/>
              <a:pathLst>
                <a:path w="306070" h="282575">
                  <a:moveTo>
                    <a:pt x="153723" y="0"/>
                  </a:moveTo>
                  <a:lnTo>
                    <a:pt x="137253" y="1518"/>
                  </a:lnTo>
                  <a:lnTo>
                    <a:pt x="122155" y="3162"/>
                  </a:lnTo>
                  <a:lnTo>
                    <a:pt x="107469" y="6199"/>
                  </a:lnTo>
                  <a:lnTo>
                    <a:pt x="94430" y="12398"/>
                  </a:lnTo>
                  <a:lnTo>
                    <a:pt x="80979" y="16953"/>
                  </a:lnTo>
                  <a:lnTo>
                    <a:pt x="44881" y="41371"/>
                  </a:lnTo>
                  <a:lnTo>
                    <a:pt x="18391" y="74771"/>
                  </a:lnTo>
                  <a:lnTo>
                    <a:pt x="13313" y="87043"/>
                  </a:lnTo>
                  <a:lnTo>
                    <a:pt x="6725" y="99062"/>
                  </a:lnTo>
                  <a:lnTo>
                    <a:pt x="3294" y="112979"/>
                  </a:lnTo>
                  <a:lnTo>
                    <a:pt x="0" y="141699"/>
                  </a:lnTo>
                  <a:lnTo>
                    <a:pt x="3294" y="169153"/>
                  </a:lnTo>
                  <a:lnTo>
                    <a:pt x="6725" y="183070"/>
                  </a:lnTo>
                  <a:lnTo>
                    <a:pt x="13313" y="195089"/>
                  </a:lnTo>
                  <a:lnTo>
                    <a:pt x="18391" y="207487"/>
                  </a:lnTo>
                  <a:lnTo>
                    <a:pt x="44881" y="240761"/>
                  </a:lnTo>
                  <a:lnTo>
                    <a:pt x="80979" y="265179"/>
                  </a:lnTo>
                  <a:lnTo>
                    <a:pt x="94430" y="269860"/>
                  </a:lnTo>
                  <a:lnTo>
                    <a:pt x="107469" y="275933"/>
                  </a:lnTo>
                  <a:lnTo>
                    <a:pt x="122155" y="279096"/>
                  </a:lnTo>
                  <a:lnTo>
                    <a:pt x="153723" y="282132"/>
                  </a:lnTo>
                  <a:lnTo>
                    <a:pt x="183507" y="279096"/>
                  </a:lnTo>
                  <a:lnTo>
                    <a:pt x="198193" y="275933"/>
                  </a:lnTo>
                  <a:lnTo>
                    <a:pt x="211644" y="269860"/>
                  </a:lnTo>
                  <a:lnTo>
                    <a:pt x="224683" y="265179"/>
                  </a:lnTo>
                  <a:lnTo>
                    <a:pt x="261192" y="240761"/>
                  </a:lnTo>
                  <a:lnTo>
                    <a:pt x="287271" y="207487"/>
                  </a:lnTo>
                  <a:lnTo>
                    <a:pt x="292349" y="195089"/>
                  </a:lnTo>
                  <a:lnTo>
                    <a:pt x="298937" y="183070"/>
                  </a:lnTo>
                  <a:lnTo>
                    <a:pt x="302368" y="169153"/>
                  </a:lnTo>
                  <a:lnTo>
                    <a:pt x="305662" y="141699"/>
                  </a:lnTo>
                  <a:lnTo>
                    <a:pt x="302368" y="112979"/>
                  </a:lnTo>
                  <a:lnTo>
                    <a:pt x="298937" y="99062"/>
                  </a:lnTo>
                  <a:lnTo>
                    <a:pt x="292349" y="87043"/>
                  </a:lnTo>
                  <a:lnTo>
                    <a:pt x="287271" y="74771"/>
                  </a:lnTo>
                  <a:lnTo>
                    <a:pt x="261192" y="41371"/>
                  </a:lnTo>
                  <a:lnTo>
                    <a:pt x="224683" y="16953"/>
                  </a:lnTo>
                  <a:lnTo>
                    <a:pt x="211644" y="12398"/>
                  </a:lnTo>
                  <a:lnTo>
                    <a:pt x="198193" y="6199"/>
                  </a:lnTo>
                  <a:lnTo>
                    <a:pt x="183507" y="3162"/>
                  </a:lnTo>
                  <a:lnTo>
                    <a:pt x="153723" y="0"/>
                  </a:lnTo>
                  <a:close/>
                </a:path>
              </a:pathLst>
            </a:custGeom>
            <a:solidFill>
              <a:srgbClr val="FFFFFF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6" name="object 346"/>
            <p:cNvSpPr/>
            <p:nvPr/>
          </p:nvSpPr>
          <p:spPr>
            <a:xfrm>
              <a:off x="6022405" y="4111378"/>
              <a:ext cx="306070" cy="282575"/>
            </a:xfrm>
            <a:custGeom>
              <a:avLst/>
              <a:gdLst/>
              <a:ahLst/>
              <a:cxnLst/>
              <a:rect l="l" t="t" r="r" b="b"/>
              <a:pathLst>
                <a:path w="306070" h="282575">
                  <a:moveTo>
                    <a:pt x="153723" y="0"/>
                  </a:moveTo>
                  <a:lnTo>
                    <a:pt x="137253" y="1518"/>
                  </a:lnTo>
                  <a:lnTo>
                    <a:pt x="122155" y="3162"/>
                  </a:lnTo>
                  <a:lnTo>
                    <a:pt x="107469" y="6199"/>
                  </a:lnTo>
                  <a:lnTo>
                    <a:pt x="94430" y="12398"/>
                  </a:lnTo>
                  <a:lnTo>
                    <a:pt x="80979" y="16953"/>
                  </a:lnTo>
                  <a:lnTo>
                    <a:pt x="44881" y="41371"/>
                  </a:lnTo>
                  <a:lnTo>
                    <a:pt x="18391" y="74771"/>
                  </a:lnTo>
                  <a:lnTo>
                    <a:pt x="13313" y="87043"/>
                  </a:lnTo>
                  <a:lnTo>
                    <a:pt x="6725" y="99062"/>
                  </a:lnTo>
                  <a:lnTo>
                    <a:pt x="3294" y="112979"/>
                  </a:lnTo>
                  <a:lnTo>
                    <a:pt x="1647" y="126643"/>
                  </a:lnTo>
                  <a:lnTo>
                    <a:pt x="0" y="141699"/>
                  </a:lnTo>
                  <a:lnTo>
                    <a:pt x="1647" y="155615"/>
                  </a:lnTo>
                  <a:lnTo>
                    <a:pt x="3294" y="169153"/>
                  </a:lnTo>
                  <a:lnTo>
                    <a:pt x="6725" y="183070"/>
                  </a:lnTo>
                  <a:lnTo>
                    <a:pt x="13313" y="195089"/>
                  </a:lnTo>
                  <a:lnTo>
                    <a:pt x="18391" y="207487"/>
                  </a:lnTo>
                  <a:lnTo>
                    <a:pt x="44881" y="240761"/>
                  </a:lnTo>
                  <a:lnTo>
                    <a:pt x="80979" y="265179"/>
                  </a:lnTo>
                  <a:lnTo>
                    <a:pt x="94430" y="269860"/>
                  </a:lnTo>
                  <a:lnTo>
                    <a:pt x="107469" y="275933"/>
                  </a:lnTo>
                  <a:lnTo>
                    <a:pt x="122155" y="279096"/>
                  </a:lnTo>
                  <a:lnTo>
                    <a:pt x="137253" y="280614"/>
                  </a:lnTo>
                  <a:lnTo>
                    <a:pt x="153723" y="282132"/>
                  </a:lnTo>
                  <a:lnTo>
                    <a:pt x="168409" y="280614"/>
                  </a:lnTo>
                  <a:lnTo>
                    <a:pt x="183507" y="279096"/>
                  </a:lnTo>
                  <a:lnTo>
                    <a:pt x="198193" y="275933"/>
                  </a:lnTo>
                  <a:lnTo>
                    <a:pt x="211644" y="269860"/>
                  </a:lnTo>
                  <a:lnTo>
                    <a:pt x="224683" y="265179"/>
                  </a:lnTo>
                  <a:lnTo>
                    <a:pt x="261192" y="240761"/>
                  </a:lnTo>
                  <a:lnTo>
                    <a:pt x="287271" y="207487"/>
                  </a:lnTo>
                  <a:lnTo>
                    <a:pt x="292349" y="195089"/>
                  </a:lnTo>
                  <a:lnTo>
                    <a:pt x="298937" y="183070"/>
                  </a:lnTo>
                  <a:lnTo>
                    <a:pt x="302368" y="169153"/>
                  </a:lnTo>
                  <a:lnTo>
                    <a:pt x="304015" y="155615"/>
                  </a:lnTo>
                  <a:lnTo>
                    <a:pt x="305662" y="141699"/>
                  </a:lnTo>
                  <a:lnTo>
                    <a:pt x="304015" y="126643"/>
                  </a:lnTo>
                  <a:lnTo>
                    <a:pt x="302368" y="112979"/>
                  </a:lnTo>
                  <a:lnTo>
                    <a:pt x="298937" y="99062"/>
                  </a:lnTo>
                  <a:lnTo>
                    <a:pt x="292349" y="87043"/>
                  </a:lnTo>
                  <a:lnTo>
                    <a:pt x="287271" y="74771"/>
                  </a:lnTo>
                  <a:lnTo>
                    <a:pt x="261192" y="41371"/>
                  </a:lnTo>
                  <a:lnTo>
                    <a:pt x="224683" y="16953"/>
                  </a:lnTo>
                  <a:lnTo>
                    <a:pt x="211644" y="12398"/>
                  </a:lnTo>
                  <a:lnTo>
                    <a:pt x="198193" y="6199"/>
                  </a:lnTo>
                  <a:lnTo>
                    <a:pt x="183507" y="3162"/>
                  </a:lnTo>
                  <a:lnTo>
                    <a:pt x="168409" y="1518"/>
                  </a:lnTo>
                  <a:lnTo>
                    <a:pt x="153723" y="0"/>
                  </a:lnTo>
                </a:path>
              </a:pathLst>
            </a:custGeom>
            <a:ln w="320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7" name="object 34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332985" y="4112926"/>
              <a:ext cx="2380969" cy="969759"/>
            </a:xfrm>
            <a:prstGeom prst="rect">
              <a:avLst/>
            </a:prstGeom>
          </p:spPr>
        </p:pic>
        <p:sp>
          <p:nvSpPr>
            <p:cNvPr id="348" name="object 348"/>
            <p:cNvSpPr/>
            <p:nvPr/>
          </p:nvSpPr>
          <p:spPr>
            <a:xfrm>
              <a:off x="5969837" y="4078079"/>
              <a:ext cx="2970530" cy="1050290"/>
            </a:xfrm>
            <a:custGeom>
              <a:avLst/>
              <a:gdLst/>
              <a:ahLst/>
              <a:cxnLst/>
              <a:rect l="l" t="t" r="r" b="b"/>
              <a:pathLst>
                <a:path w="2970529" h="1050289">
                  <a:moveTo>
                    <a:pt x="2970297" y="0"/>
                  </a:moveTo>
                  <a:lnTo>
                    <a:pt x="0" y="0"/>
                  </a:lnTo>
                  <a:lnTo>
                    <a:pt x="0" y="1050040"/>
                  </a:lnTo>
                  <a:lnTo>
                    <a:pt x="2970297" y="1050040"/>
                  </a:lnTo>
                  <a:lnTo>
                    <a:pt x="2970297" y="0"/>
                  </a:lnTo>
                  <a:close/>
                </a:path>
              </a:pathLst>
            </a:custGeom>
            <a:solidFill>
              <a:srgbClr val="80808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9" name="object 349"/>
            <p:cNvSpPr/>
            <p:nvPr/>
          </p:nvSpPr>
          <p:spPr>
            <a:xfrm>
              <a:off x="5969837" y="4078079"/>
              <a:ext cx="2970530" cy="1050290"/>
            </a:xfrm>
            <a:custGeom>
              <a:avLst/>
              <a:gdLst/>
              <a:ahLst/>
              <a:cxnLst/>
              <a:rect l="l" t="t" r="r" b="b"/>
              <a:pathLst>
                <a:path w="2970529" h="1050289">
                  <a:moveTo>
                    <a:pt x="0" y="1050040"/>
                  </a:moveTo>
                  <a:lnTo>
                    <a:pt x="2970297" y="1050040"/>
                  </a:lnTo>
                  <a:lnTo>
                    <a:pt x="2970297" y="0"/>
                  </a:lnTo>
                  <a:lnTo>
                    <a:pt x="0" y="0"/>
                  </a:lnTo>
                  <a:lnTo>
                    <a:pt x="0" y="105004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0" name="object 350"/>
            <p:cNvSpPr/>
            <p:nvPr/>
          </p:nvSpPr>
          <p:spPr>
            <a:xfrm>
              <a:off x="5969837" y="4078079"/>
              <a:ext cx="2970530" cy="1050290"/>
            </a:xfrm>
            <a:custGeom>
              <a:avLst/>
              <a:gdLst/>
              <a:ahLst/>
              <a:cxnLst/>
              <a:rect l="l" t="t" r="r" b="b"/>
              <a:pathLst>
                <a:path w="2970529" h="1050289">
                  <a:moveTo>
                    <a:pt x="0" y="1050040"/>
                  </a:moveTo>
                  <a:lnTo>
                    <a:pt x="2970297" y="1050040"/>
                  </a:lnTo>
                  <a:lnTo>
                    <a:pt x="2970297" y="0"/>
                  </a:lnTo>
                  <a:lnTo>
                    <a:pt x="0" y="0"/>
                  </a:lnTo>
                  <a:lnTo>
                    <a:pt x="0" y="1050040"/>
                  </a:lnTo>
                  <a:close/>
                </a:path>
              </a:pathLst>
            </a:custGeom>
            <a:ln w="38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1" name="object 351"/>
            <p:cNvSpPr/>
            <p:nvPr/>
          </p:nvSpPr>
          <p:spPr>
            <a:xfrm>
              <a:off x="6022405" y="4111378"/>
              <a:ext cx="306070" cy="282575"/>
            </a:xfrm>
            <a:custGeom>
              <a:avLst/>
              <a:gdLst/>
              <a:ahLst/>
              <a:cxnLst/>
              <a:rect l="l" t="t" r="r" b="b"/>
              <a:pathLst>
                <a:path w="306070" h="282575">
                  <a:moveTo>
                    <a:pt x="153723" y="0"/>
                  </a:moveTo>
                  <a:lnTo>
                    <a:pt x="137253" y="1518"/>
                  </a:lnTo>
                  <a:lnTo>
                    <a:pt x="122155" y="3162"/>
                  </a:lnTo>
                  <a:lnTo>
                    <a:pt x="107469" y="6199"/>
                  </a:lnTo>
                  <a:lnTo>
                    <a:pt x="94430" y="12398"/>
                  </a:lnTo>
                  <a:lnTo>
                    <a:pt x="80979" y="16953"/>
                  </a:lnTo>
                  <a:lnTo>
                    <a:pt x="44881" y="41371"/>
                  </a:lnTo>
                  <a:lnTo>
                    <a:pt x="18391" y="74771"/>
                  </a:lnTo>
                  <a:lnTo>
                    <a:pt x="13313" y="87043"/>
                  </a:lnTo>
                  <a:lnTo>
                    <a:pt x="6725" y="99062"/>
                  </a:lnTo>
                  <a:lnTo>
                    <a:pt x="3294" y="112979"/>
                  </a:lnTo>
                  <a:lnTo>
                    <a:pt x="0" y="141699"/>
                  </a:lnTo>
                  <a:lnTo>
                    <a:pt x="3294" y="169153"/>
                  </a:lnTo>
                  <a:lnTo>
                    <a:pt x="6725" y="183070"/>
                  </a:lnTo>
                  <a:lnTo>
                    <a:pt x="13313" y="195089"/>
                  </a:lnTo>
                  <a:lnTo>
                    <a:pt x="18391" y="207487"/>
                  </a:lnTo>
                  <a:lnTo>
                    <a:pt x="44881" y="240761"/>
                  </a:lnTo>
                  <a:lnTo>
                    <a:pt x="80979" y="265179"/>
                  </a:lnTo>
                  <a:lnTo>
                    <a:pt x="94430" y="269860"/>
                  </a:lnTo>
                  <a:lnTo>
                    <a:pt x="107469" y="275933"/>
                  </a:lnTo>
                  <a:lnTo>
                    <a:pt x="122155" y="279096"/>
                  </a:lnTo>
                  <a:lnTo>
                    <a:pt x="153723" y="282132"/>
                  </a:lnTo>
                  <a:lnTo>
                    <a:pt x="183507" y="279096"/>
                  </a:lnTo>
                  <a:lnTo>
                    <a:pt x="198193" y="275933"/>
                  </a:lnTo>
                  <a:lnTo>
                    <a:pt x="211644" y="269860"/>
                  </a:lnTo>
                  <a:lnTo>
                    <a:pt x="224683" y="265179"/>
                  </a:lnTo>
                  <a:lnTo>
                    <a:pt x="261192" y="240761"/>
                  </a:lnTo>
                  <a:lnTo>
                    <a:pt x="287271" y="207487"/>
                  </a:lnTo>
                  <a:lnTo>
                    <a:pt x="292349" y="195089"/>
                  </a:lnTo>
                  <a:lnTo>
                    <a:pt x="298937" y="183070"/>
                  </a:lnTo>
                  <a:lnTo>
                    <a:pt x="302368" y="169153"/>
                  </a:lnTo>
                  <a:lnTo>
                    <a:pt x="305662" y="141699"/>
                  </a:lnTo>
                  <a:lnTo>
                    <a:pt x="302368" y="112979"/>
                  </a:lnTo>
                  <a:lnTo>
                    <a:pt x="298937" y="99062"/>
                  </a:lnTo>
                  <a:lnTo>
                    <a:pt x="292349" y="87043"/>
                  </a:lnTo>
                  <a:lnTo>
                    <a:pt x="287271" y="74771"/>
                  </a:lnTo>
                  <a:lnTo>
                    <a:pt x="261192" y="41371"/>
                  </a:lnTo>
                  <a:lnTo>
                    <a:pt x="224683" y="16953"/>
                  </a:lnTo>
                  <a:lnTo>
                    <a:pt x="211644" y="12398"/>
                  </a:lnTo>
                  <a:lnTo>
                    <a:pt x="198193" y="6199"/>
                  </a:lnTo>
                  <a:lnTo>
                    <a:pt x="183507" y="3162"/>
                  </a:lnTo>
                  <a:lnTo>
                    <a:pt x="153723" y="0"/>
                  </a:lnTo>
                  <a:close/>
                </a:path>
              </a:pathLst>
            </a:custGeom>
            <a:solidFill>
              <a:srgbClr val="FFFFFF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2" name="object 352"/>
            <p:cNvSpPr/>
            <p:nvPr/>
          </p:nvSpPr>
          <p:spPr>
            <a:xfrm>
              <a:off x="6022405" y="4111378"/>
              <a:ext cx="306070" cy="282575"/>
            </a:xfrm>
            <a:custGeom>
              <a:avLst/>
              <a:gdLst/>
              <a:ahLst/>
              <a:cxnLst/>
              <a:rect l="l" t="t" r="r" b="b"/>
              <a:pathLst>
                <a:path w="306070" h="282575">
                  <a:moveTo>
                    <a:pt x="153723" y="0"/>
                  </a:moveTo>
                  <a:lnTo>
                    <a:pt x="137253" y="1518"/>
                  </a:lnTo>
                  <a:lnTo>
                    <a:pt x="122155" y="3162"/>
                  </a:lnTo>
                  <a:lnTo>
                    <a:pt x="107469" y="6199"/>
                  </a:lnTo>
                  <a:lnTo>
                    <a:pt x="94430" y="12398"/>
                  </a:lnTo>
                  <a:lnTo>
                    <a:pt x="80979" y="16953"/>
                  </a:lnTo>
                  <a:lnTo>
                    <a:pt x="44881" y="41371"/>
                  </a:lnTo>
                  <a:lnTo>
                    <a:pt x="18391" y="74771"/>
                  </a:lnTo>
                  <a:lnTo>
                    <a:pt x="13313" y="87043"/>
                  </a:lnTo>
                  <a:lnTo>
                    <a:pt x="6725" y="99062"/>
                  </a:lnTo>
                  <a:lnTo>
                    <a:pt x="3294" y="112979"/>
                  </a:lnTo>
                  <a:lnTo>
                    <a:pt x="1647" y="126643"/>
                  </a:lnTo>
                  <a:lnTo>
                    <a:pt x="0" y="141699"/>
                  </a:lnTo>
                  <a:lnTo>
                    <a:pt x="1647" y="155615"/>
                  </a:lnTo>
                  <a:lnTo>
                    <a:pt x="3294" y="169153"/>
                  </a:lnTo>
                  <a:lnTo>
                    <a:pt x="6725" y="183070"/>
                  </a:lnTo>
                  <a:lnTo>
                    <a:pt x="13313" y="195089"/>
                  </a:lnTo>
                  <a:lnTo>
                    <a:pt x="18391" y="207487"/>
                  </a:lnTo>
                  <a:lnTo>
                    <a:pt x="44881" y="240761"/>
                  </a:lnTo>
                  <a:lnTo>
                    <a:pt x="80979" y="265179"/>
                  </a:lnTo>
                  <a:lnTo>
                    <a:pt x="94430" y="269860"/>
                  </a:lnTo>
                  <a:lnTo>
                    <a:pt x="107469" y="275933"/>
                  </a:lnTo>
                  <a:lnTo>
                    <a:pt x="122155" y="279096"/>
                  </a:lnTo>
                  <a:lnTo>
                    <a:pt x="137253" y="280614"/>
                  </a:lnTo>
                  <a:lnTo>
                    <a:pt x="153723" y="282132"/>
                  </a:lnTo>
                  <a:lnTo>
                    <a:pt x="168409" y="280614"/>
                  </a:lnTo>
                  <a:lnTo>
                    <a:pt x="183507" y="279096"/>
                  </a:lnTo>
                  <a:lnTo>
                    <a:pt x="198193" y="275933"/>
                  </a:lnTo>
                  <a:lnTo>
                    <a:pt x="211644" y="269860"/>
                  </a:lnTo>
                  <a:lnTo>
                    <a:pt x="224683" y="265179"/>
                  </a:lnTo>
                  <a:lnTo>
                    <a:pt x="261192" y="240761"/>
                  </a:lnTo>
                  <a:lnTo>
                    <a:pt x="287271" y="207487"/>
                  </a:lnTo>
                  <a:lnTo>
                    <a:pt x="292349" y="195089"/>
                  </a:lnTo>
                  <a:lnTo>
                    <a:pt x="298937" y="183070"/>
                  </a:lnTo>
                  <a:lnTo>
                    <a:pt x="302368" y="169153"/>
                  </a:lnTo>
                  <a:lnTo>
                    <a:pt x="304015" y="155615"/>
                  </a:lnTo>
                  <a:lnTo>
                    <a:pt x="305662" y="141699"/>
                  </a:lnTo>
                  <a:lnTo>
                    <a:pt x="304015" y="126643"/>
                  </a:lnTo>
                  <a:lnTo>
                    <a:pt x="302368" y="112979"/>
                  </a:lnTo>
                  <a:lnTo>
                    <a:pt x="298937" y="99062"/>
                  </a:lnTo>
                  <a:lnTo>
                    <a:pt x="292349" y="87043"/>
                  </a:lnTo>
                  <a:lnTo>
                    <a:pt x="287271" y="74771"/>
                  </a:lnTo>
                  <a:lnTo>
                    <a:pt x="261192" y="41371"/>
                  </a:lnTo>
                  <a:lnTo>
                    <a:pt x="224683" y="16953"/>
                  </a:lnTo>
                  <a:lnTo>
                    <a:pt x="211644" y="12398"/>
                  </a:lnTo>
                  <a:lnTo>
                    <a:pt x="198193" y="6199"/>
                  </a:lnTo>
                  <a:lnTo>
                    <a:pt x="183507" y="3162"/>
                  </a:lnTo>
                  <a:lnTo>
                    <a:pt x="168409" y="1518"/>
                  </a:lnTo>
                  <a:lnTo>
                    <a:pt x="153723" y="0"/>
                  </a:lnTo>
                </a:path>
              </a:pathLst>
            </a:custGeom>
            <a:ln w="320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3" name="object 353"/>
          <p:cNvSpPr txBox="1"/>
          <p:nvPr/>
        </p:nvSpPr>
        <p:spPr>
          <a:xfrm>
            <a:off x="6070306" y="4092821"/>
            <a:ext cx="22542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800" spc="310" dirty="0">
                <a:latin typeface="Times New Roman"/>
                <a:cs typeface="Times New Roman"/>
              </a:rPr>
              <a:t>G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354" name="object 35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332985" y="4112926"/>
            <a:ext cx="2380969" cy="969759"/>
          </a:xfrm>
          <a:prstGeom prst="rect">
            <a:avLst/>
          </a:prstGeom>
        </p:spPr>
      </p:pic>
      <p:sp>
        <p:nvSpPr>
          <p:cNvPr id="355" name="object 355"/>
          <p:cNvSpPr txBox="1"/>
          <p:nvPr/>
        </p:nvSpPr>
        <p:spPr>
          <a:xfrm>
            <a:off x="7241214" y="4216367"/>
            <a:ext cx="46037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90"/>
              </a:spcBef>
            </a:pPr>
            <a:r>
              <a:rPr sz="1000" spc="-10" dirty="0">
                <a:latin typeface="Times New Roman"/>
                <a:cs typeface="Times New Roman"/>
              </a:rPr>
              <a:t>Record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000" dirty="0">
                <a:latin typeface="Times New Roman"/>
                <a:cs typeface="Times New Roman"/>
              </a:rPr>
              <a:t>$60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less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356" name="object 356"/>
          <p:cNvGrpSpPr/>
          <p:nvPr/>
        </p:nvGrpSpPr>
        <p:grpSpPr>
          <a:xfrm>
            <a:off x="1204156" y="1861641"/>
            <a:ext cx="2063114" cy="2099310"/>
            <a:chOff x="1204156" y="1861641"/>
            <a:chExt cx="2063114" cy="2099310"/>
          </a:xfrm>
        </p:grpSpPr>
        <p:sp>
          <p:nvSpPr>
            <p:cNvPr id="357" name="object 357"/>
            <p:cNvSpPr/>
            <p:nvPr/>
          </p:nvSpPr>
          <p:spPr>
            <a:xfrm>
              <a:off x="1224159" y="1881643"/>
              <a:ext cx="2023110" cy="2059305"/>
            </a:xfrm>
            <a:custGeom>
              <a:avLst/>
              <a:gdLst/>
              <a:ahLst/>
              <a:cxnLst/>
              <a:rect l="l" t="t" r="r" b="b"/>
              <a:pathLst>
                <a:path w="2023110" h="2059304">
                  <a:moveTo>
                    <a:pt x="2022701" y="0"/>
                  </a:moveTo>
                  <a:lnTo>
                    <a:pt x="0" y="0"/>
                  </a:lnTo>
                  <a:lnTo>
                    <a:pt x="0" y="2059063"/>
                  </a:lnTo>
                  <a:lnTo>
                    <a:pt x="2022701" y="2059063"/>
                  </a:lnTo>
                  <a:lnTo>
                    <a:pt x="2022701" y="0"/>
                  </a:lnTo>
                  <a:close/>
                </a:path>
              </a:pathLst>
            </a:custGeom>
            <a:solidFill>
              <a:srgbClr val="EAEAEA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8" name="object 358"/>
            <p:cNvSpPr/>
            <p:nvPr/>
          </p:nvSpPr>
          <p:spPr>
            <a:xfrm>
              <a:off x="1224159" y="1881643"/>
              <a:ext cx="2023110" cy="2059305"/>
            </a:xfrm>
            <a:custGeom>
              <a:avLst/>
              <a:gdLst/>
              <a:ahLst/>
              <a:cxnLst/>
              <a:rect l="l" t="t" r="r" b="b"/>
              <a:pathLst>
                <a:path w="2023110" h="2059304">
                  <a:moveTo>
                    <a:pt x="0" y="2059063"/>
                  </a:moveTo>
                  <a:lnTo>
                    <a:pt x="2022701" y="2059063"/>
                  </a:lnTo>
                  <a:lnTo>
                    <a:pt x="2022701" y="0"/>
                  </a:lnTo>
                  <a:lnTo>
                    <a:pt x="0" y="0"/>
                  </a:lnTo>
                  <a:lnTo>
                    <a:pt x="0" y="2059063"/>
                  </a:lnTo>
                  <a:close/>
                </a:path>
              </a:pathLst>
            </a:custGeom>
            <a:ln w="32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9" name="object 359"/>
            <p:cNvSpPr/>
            <p:nvPr/>
          </p:nvSpPr>
          <p:spPr>
            <a:xfrm>
              <a:off x="1349728" y="1881643"/>
              <a:ext cx="1897380" cy="2058035"/>
            </a:xfrm>
            <a:custGeom>
              <a:avLst/>
              <a:gdLst/>
              <a:ahLst/>
              <a:cxnLst/>
              <a:rect l="l" t="t" r="r" b="b"/>
              <a:pathLst>
                <a:path w="1897380" h="2058035">
                  <a:moveTo>
                    <a:pt x="1897141" y="0"/>
                  </a:moveTo>
                  <a:lnTo>
                    <a:pt x="0" y="0"/>
                  </a:lnTo>
                  <a:lnTo>
                    <a:pt x="1897141" y="2057545"/>
                  </a:lnTo>
                  <a:lnTo>
                    <a:pt x="1897141" y="0"/>
                  </a:lnTo>
                  <a:close/>
                </a:path>
              </a:pathLst>
            </a:custGeom>
            <a:solidFill>
              <a:srgbClr val="80808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0" name="object 360"/>
            <p:cNvSpPr/>
            <p:nvPr/>
          </p:nvSpPr>
          <p:spPr>
            <a:xfrm>
              <a:off x="1349728" y="1881643"/>
              <a:ext cx="1897380" cy="2058035"/>
            </a:xfrm>
            <a:custGeom>
              <a:avLst/>
              <a:gdLst/>
              <a:ahLst/>
              <a:cxnLst/>
              <a:rect l="l" t="t" r="r" b="b"/>
              <a:pathLst>
                <a:path w="1897380" h="2058035">
                  <a:moveTo>
                    <a:pt x="1897141" y="2057545"/>
                  </a:moveTo>
                  <a:lnTo>
                    <a:pt x="1897141" y="0"/>
                  </a:lnTo>
                  <a:lnTo>
                    <a:pt x="0" y="0"/>
                  </a:lnTo>
                  <a:lnTo>
                    <a:pt x="1897141" y="2057545"/>
                  </a:lnTo>
                  <a:close/>
                </a:path>
              </a:pathLst>
            </a:custGeom>
            <a:ln w="96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1" name="object 361"/>
            <p:cNvSpPr/>
            <p:nvPr/>
          </p:nvSpPr>
          <p:spPr>
            <a:xfrm>
              <a:off x="1224159" y="1881643"/>
              <a:ext cx="2023110" cy="2059305"/>
            </a:xfrm>
            <a:custGeom>
              <a:avLst/>
              <a:gdLst/>
              <a:ahLst/>
              <a:cxnLst/>
              <a:rect l="l" t="t" r="r" b="b"/>
              <a:pathLst>
                <a:path w="2023110" h="2059304">
                  <a:moveTo>
                    <a:pt x="0" y="2059063"/>
                  </a:moveTo>
                  <a:lnTo>
                    <a:pt x="2022701" y="2059063"/>
                  </a:lnTo>
                  <a:lnTo>
                    <a:pt x="2022701" y="0"/>
                  </a:lnTo>
                  <a:lnTo>
                    <a:pt x="0" y="0"/>
                  </a:lnTo>
                  <a:lnTo>
                    <a:pt x="0" y="2059063"/>
                  </a:lnTo>
                  <a:close/>
                </a:path>
              </a:pathLst>
            </a:custGeom>
            <a:ln w="396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2" name="object 362"/>
            <p:cNvSpPr/>
            <p:nvPr/>
          </p:nvSpPr>
          <p:spPr>
            <a:xfrm>
              <a:off x="1277063" y="1916941"/>
              <a:ext cx="305435" cy="280670"/>
            </a:xfrm>
            <a:custGeom>
              <a:avLst/>
              <a:gdLst/>
              <a:ahLst/>
              <a:cxnLst/>
              <a:rect l="l" t="t" r="r" b="b"/>
              <a:pathLst>
                <a:path w="305434" h="280669">
                  <a:moveTo>
                    <a:pt x="168426" y="0"/>
                  </a:moveTo>
                  <a:lnTo>
                    <a:pt x="152010" y="0"/>
                  </a:lnTo>
                  <a:lnTo>
                    <a:pt x="136954" y="0"/>
                  </a:lnTo>
                  <a:lnTo>
                    <a:pt x="107485" y="6072"/>
                  </a:lnTo>
                  <a:lnTo>
                    <a:pt x="94089" y="10753"/>
                  </a:lnTo>
                  <a:lnTo>
                    <a:pt x="67641" y="22773"/>
                  </a:lnTo>
                  <a:lnTo>
                    <a:pt x="56253" y="32008"/>
                  </a:lnTo>
                  <a:lnTo>
                    <a:pt x="44534" y="40991"/>
                  </a:lnTo>
                  <a:lnTo>
                    <a:pt x="34823" y="50227"/>
                  </a:lnTo>
                  <a:lnTo>
                    <a:pt x="26452" y="60728"/>
                  </a:lnTo>
                  <a:lnTo>
                    <a:pt x="18081" y="73126"/>
                  </a:lnTo>
                  <a:lnTo>
                    <a:pt x="13059" y="85398"/>
                  </a:lnTo>
                  <a:lnTo>
                    <a:pt x="6697" y="97418"/>
                  </a:lnTo>
                  <a:lnTo>
                    <a:pt x="3348" y="111081"/>
                  </a:lnTo>
                  <a:lnTo>
                    <a:pt x="0" y="140054"/>
                  </a:lnTo>
                  <a:lnTo>
                    <a:pt x="3348" y="167508"/>
                  </a:lnTo>
                  <a:lnTo>
                    <a:pt x="6697" y="181425"/>
                  </a:lnTo>
                  <a:lnTo>
                    <a:pt x="13059" y="194962"/>
                  </a:lnTo>
                  <a:lnTo>
                    <a:pt x="18081" y="207361"/>
                  </a:lnTo>
                  <a:lnTo>
                    <a:pt x="44534" y="239117"/>
                  </a:lnTo>
                  <a:lnTo>
                    <a:pt x="81037" y="263534"/>
                  </a:lnTo>
                  <a:lnTo>
                    <a:pt x="136954" y="280488"/>
                  </a:lnTo>
                  <a:lnTo>
                    <a:pt x="168426" y="280488"/>
                  </a:lnTo>
                  <a:lnTo>
                    <a:pt x="211276" y="269734"/>
                  </a:lnTo>
                  <a:lnTo>
                    <a:pt x="249460" y="248352"/>
                  </a:lnTo>
                  <a:lnTo>
                    <a:pt x="278915" y="217862"/>
                  </a:lnTo>
                  <a:lnTo>
                    <a:pt x="287287" y="207361"/>
                  </a:lnTo>
                  <a:lnTo>
                    <a:pt x="292310" y="194962"/>
                  </a:lnTo>
                  <a:lnTo>
                    <a:pt x="299008" y="181425"/>
                  </a:lnTo>
                  <a:lnTo>
                    <a:pt x="302028" y="167508"/>
                  </a:lnTo>
                  <a:lnTo>
                    <a:pt x="305377" y="140054"/>
                  </a:lnTo>
                  <a:lnTo>
                    <a:pt x="302028" y="111081"/>
                  </a:lnTo>
                  <a:lnTo>
                    <a:pt x="299008" y="97418"/>
                  </a:lnTo>
                  <a:lnTo>
                    <a:pt x="292310" y="85398"/>
                  </a:lnTo>
                  <a:lnTo>
                    <a:pt x="287287" y="73126"/>
                  </a:lnTo>
                  <a:lnTo>
                    <a:pt x="260838" y="40991"/>
                  </a:lnTo>
                  <a:lnTo>
                    <a:pt x="224672" y="16573"/>
                  </a:lnTo>
                  <a:lnTo>
                    <a:pt x="198223" y="6072"/>
                  </a:lnTo>
                  <a:lnTo>
                    <a:pt x="168426" y="0"/>
                  </a:lnTo>
                  <a:close/>
                </a:path>
              </a:pathLst>
            </a:custGeom>
            <a:solidFill>
              <a:srgbClr val="FFFFFF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3" name="object 363"/>
            <p:cNvSpPr/>
            <p:nvPr/>
          </p:nvSpPr>
          <p:spPr>
            <a:xfrm>
              <a:off x="1277063" y="1916941"/>
              <a:ext cx="305435" cy="280670"/>
            </a:xfrm>
            <a:custGeom>
              <a:avLst/>
              <a:gdLst/>
              <a:ahLst/>
              <a:cxnLst/>
              <a:rect l="l" t="t" r="r" b="b"/>
              <a:pathLst>
                <a:path w="305434" h="280669">
                  <a:moveTo>
                    <a:pt x="152010" y="0"/>
                  </a:moveTo>
                  <a:lnTo>
                    <a:pt x="136954" y="0"/>
                  </a:lnTo>
                  <a:lnTo>
                    <a:pt x="122213" y="3036"/>
                  </a:lnTo>
                  <a:lnTo>
                    <a:pt x="81037" y="16573"/>
                  </a:lnTo>
                  <a:lnTo>
                    <a:pt x="56253" y="32008"/>
                  </a:lnTo>
                  <a:lnTo>
                    <a:pt x="44534" y="40991"/>
                  </a:lnTo>
                  <a:lnTo>
                    <a:pt x="34823" y="50227"/>
                  </a:lnTo>
                  <a:lnTo>
                    <a:pt x="26452" y="60728"/>
                  </a:lnTo>
                  <a:lnTo>
                    <a:pt x="18081" y="73126"/>
                  </a:lnTo>
                  <a:lnTo>
                    <a:pt x="13059" y="85398"/>
                  </a:lnTo>
                  <a:lnTo>
                    <a:pt x="6697" y="97418"/>
                  </a:lnTo>
                  <a:lnTo>
                    <a:pt x="3348" y="111081"/>
                  </a:lnTo>
                  <a:lnTo>
                    <a:pt x="1674" y="124998"/>
                  </a:lnTo>
                  <a:lnTo>
                    <a:pt x="0" y="140054"/>
                  </a:lnTo>
                  <a:lnTo>
                    <a:pt x="1674" y="153971"/>
                  </a:lnTo>
                  <a:lnTo>
                    <a:pt x="3348" y="167508"/>
                  </a:lnTo>
                  <a:lnTo>
                    <a:pt x="6697" y="181425"/>
                  </a:lnTo>
                  <a:lnTo>
                    <a:pt x="13059" y="194962"/>
                  </a:lnTo>
                  <a:lnTo>
                    <a:pt x="18081" y="207361"/>
                  </a:lnTo>
                  <a:lnTo>
                    <a:pt x="26452" y="217862"/>
                  </a:lnTo>
                  <a:lnTo>
                    <a:pt x="34823" y="228616"/>
                  </a:lnTo>
                  <a:lnTo>
                    <a:pt x="44534" y="239117"/>
                  </a:lnTo>
                  <a:lnTo>
                    <a:pt x="81037" y="263534"/>
                  </a:lnTo>
                  <a:lnTo>
                    <a:pt x="122213" y="277451"/>
                  </a:lnTo>
                  <a:lnTo>
                    <a:pt x="136954" y="280488"/>
                  </a:lnTo>
                  <a:lnTo>
                    <a:pt x="152010" y="280488"/>
                  </a:lnTo>
                  <a:lnTo>
                    <a:pt x="168426" y="280488"/>
                  </a:lnTo>
                  <a:lnTo>
                    <a:pt x="211276" y="269734"/>
                  </a:lnTo>
                  <a:lnTo>
                    <a:pt x="249460" y="248352"/>
                  </a:lnTo>
                  <a:lnTo>
                    <a:pt x="278915" y="217862"/>
                  </a:lnTo>
                  <a:lnTo>
                    <a:pt x="287287" y="207361"/>
                  </a:lnTo>
                  <a:lnTo>
                    <a:pt x="292310" y="194962"/>
                  </a:lnTo>
                  <a:lnTo>
                    <a:pt x="299008" y="181425"/>
                  </a:lnTo>
                  <a:lnTo>
                    <a:pt x="302028" y="167508"/>
                  </a:lnTo>
                  <a:lnTo>
                    <a:pt x="303703" y="153971"/>
                  </a:lnTo>
                  <a:lnTo>
                    <a:pt x="305377" y="140054"/>
                  </a:lnTo>
                  <a:lnTo>
                    <a:pt x="303703" y="124998"/>
                  </a:lnTo>
                  <a:lnTo>
                    <a:pt x="302028" y="111081"/>
                  </a:lnTo>
                  <a:lnTo>
                    <a:pt x="299008" y="97418"/>
                  </a:lnTo>
                  <a:lnTo>
                    <a:pt x="292310" y="85398"/>
                  </a:lnTo>
                  <a:lnTo>
                    <a:pt x="287287" y="73126"/>
                  </a:lnTo>
                  <a:lnTo>
                    <a:pt x="260838" y="40991"/>
                  </a:lnTo>
                  <a:lnTo>
                    <a:pt x="224672" y="16573"/>
                  </a:lnTo>
                  <a:lnTo>
                    <a:pt x="183153" y="3036"/>
                  </a:lnTo>
                  <a:lnTo>
                    <a:pt x="168426" y="0"/>
                  </a:lnTo>
                  <a:lnTo>
                    <a:pt x="152010" y="0"/>
                  </a:lnTo>
                </a:path>
              </a:pathLst>
            </a:custGeom>
            <a:ln w="32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4" name="object 36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277734" y="2142341"/>
              <a:ext cx="903081" cy="890458"/>
            </a:xfrm>
            <a:prstGeom prst="rect">
              <a:avLst/>
            </a:prstGeom>
          </p:spPr>
        </p:pic>
        <p:pic>
          <p:nvPicPr>
            <p:cNvPr id="365" name="object 36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647485" y="2406056"/>
              <a:ext cx="64371" cy="47317"/>
            </a:xfrm>
            <a:prstGeom prst="rect">
              <a:avLst/>
            </a:prstGeom>
          </p:spPr>
        </p:pic>
        <p:pic>
          <p:nvPicPr>
            <p:cNvPr id="366" name="object 36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277734" y="2142341"/>
              <a:ext cx="903081" cy="890458"/>
            </a:xfrm>
            <a:prstGeom prst="rect">
              <a:avLst/>
            </a:prstGeom>
          </p:spPr>
        </p:pic>
        <p:pic>
          <p:nvPicPr>
            <p:cNvPr id="367" name="object 36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647485" y="2406056"/>
              <a:ext cx="64371" cy="47317"/>
            </a:xfrm>
            <a:prstGeom prst="rect">
              <a:avLst/>
            </a:prstGeom>
          </p:spPr>
        </p:pic>
        <p:sp>
          <p:nvSpPr>
            <p:cNvPr id="368" name="object 368"/>
            <p:cNvSpPr/>
            <p:nvPr/>
          </p:nvSpPr>
          <p:spPr>
            <a:xfrm>
              <a:off x="2459544" y="2499173"/>
              <a:ext cx="28575" cy="29209"/>
            </a:xfrm>
            <a:custGeom>
              <a:avLst/>
              <a:gdLst/>
              <a:ahLst/>
              <a:cxnLst/>
              <a:rect l="l" t="t" r="r" b="b"/>
              <a:pathLst>
                <a:path w="28575" h="29210">
                  <a:moveTo>
                    <a:pt x="28123" y="7717"/>
                  </a:moveTo>
                  <a:lnTo>
                    <a:pt x="18076" y="25935"/>
                  </a:lnTo>
                  <a:lnTo>
                    <a:pt x="16401" y="25935"/>
                  </a:lnTo>
                  <a:lnTo>
                    <a:pt x="16401" y="27454"/>
                  </a:lnTo>
                  <a:lnTo>
                    <a:pt x="14727" y="27454"/>
                  </a:lnTo>
                  <a:lnTo>
                    <a:pt x="13395" y="28972"/>
                  </a:lnTo>
                  <a:lnTo>
                    <a:pt x="11721" y="28972"/>
                  </a:lnTo>
                  <a:lnTo>
                    <a:pt x="10046" y="28972"/>
                  </a:lnTo>
                  <a:lnTo>
                    <a:pt x="8372" y="27454"/>
                  </a:lnTo>
                  <a:lnTo>
                    <a:pt x="6697" y="27454"/>
                  </a:lnTo>
                  <a:lnTo>
                    <a:pt x="5023" y="25935"/>
                  </a:lnTo>
                  <a:lnTo>
                    <a:pt x="3348" y="25935"/>
                  </a:lnTo>
                  <a:lnTo>
                    <a:pt x="3348" y="24417"/>
                  </a:lnTo>
                  <a:lnTo>
                    <a:pt x="1674" y="23152"/>
                  </a:lnTo>
                  <a:lnTo>
                    <a:pt x="0" y="21634"/>
                  </a:lnTo>
                  <a:lnTo>
                    <a:pt x="0" y="19989"/>
                  </a:lnTo>
                  <a:lnTo>
                    <a:pt x="0" y="18471"/>
                  </a:lnTo>
                  <a:lnTo>
                    <a:pt x="10046" y="0"/>
                  </a:lnTo>
                </a:path>
              </a:pathLst>
            </a:custGeom>
            <a:ln w="3175">
              <a:solidFill>
                <a:srgbClr val="B1B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9" name="object 36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798942" y="1895578"/>
              <a:ext cx="1097919" cy="566564"/>
            </a:xfrm>
            <a:prstGeom prst="rect">
              <a:avLst/>
            </a:prstGeom>
          </p:spPr>
        </p:pic>
        <p:pic>
          <p:nvPicPr>
            <p:cNvPr id="370" name="object 37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359439" y="2573596"/>
              <a:ext cx="1814704" cy="1268142"/>
            </a:xfrm>
            <a:prstGeom prst="rect">
              <a:avLst/>
            </a:prstGeom>
          </p:spPr>
        </p:pic>
        <p:sp>
          <p:nvSpPr>
            <p:cNvPr id="371" name="object 371"/>
            <p:cNvSpPr/>
            <p:nvPr/>
          </p:nvSpPr>
          <p:spPr>
            <a:xfrm>
              <a:off x="1224159" y="1881643"/>
              <a:ext cx="2023110" cy="2059305"/>
            </a:xfrm>
            <a:custGeom>
              <a:avLst/>
              <a:gdLst/>
              <a:ahLst/>
              <a:cxnLst/>
              <a:rect l="l" t="t" r="r" b="b"/>
              <a:pathLst>
                <a:path w="2023110" h="2059304">
                  <a:moveTo>
                    <a:pt x="2022701" y="0"/>
                  </a:moveTo>
                  <a:lnTo>
                    <a:pt x="0" y="0"/>
                  </a:lnTo>
                  <a:lnTo>
                    <a:pt x="0" y="2059063"/>
                  </a:lnTo>
                  <a:lnTo>
                    <a:pt x="2022701" y="2059063"/>
                  </a:lnTo>
                  <a:lnTo>
                    <a:pt x="2022701" y="0"/>
                  </a:lnTo>
                  <a:close/>
                </a:path>
              </a:pathLst>
            </a:custGeom>
            <a:solidFill>
              <a:srgbClr val="EAEAEA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2" name="object 372"/>
            <p:cNvSpPr/>
            <p:nvPr/>
          </p:nvSpPr>
          <p:spPr>
            <a:xfrm>
              <a:off x="1224159" y="1881643"/>
              <a:ext cx="2023110" cy="2059305"/>
            </a:xfrm>
            <a:custGeom>
              <a:avLst/>
              <a:gdLst/>
              <a:ahLst/>
              <a:cxnLst/>
              <a:rect l="l" t="t" r="r" b="b"/>
              <a:pathLst>
                <a:path w="2023110" h="2059304">
                  <a:moveTo>
                    <a:pt x="0" y="2059063"/>
                  </a:moveTo>
                  <a:lnTo>
                    <a:pt x="2022701" y="2059063"/>
                  </a:lnTo>
                  <a:lnTo>
                    <a:pt x="2022701" y="0"/>
                  </a:lnTo>
                  <a:lnTo>
                    <a:pt x="0" y="0"/>
                  </a:lnTo>
                  <a:lnTo>
                    <a:pt x="0" y="2059063"/>
                  </a:lnTo>
                  <a:close/>
                </a:path>
              </a:pathLst>
            </a:custGeom>
            <a:ln w="32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3" name="object 373"/>
            <p:cNvSpPr/>
            <p:nvPr/>
          </p:nvSpPr>
          <p:spPr>
            <a:xfrm>
              <a:off x="1349728" y="1881643"/>
              <a:ext cx="1897380" cy="2058035"/>
            </a:xfrm>
            <a:custGeom>
              <a:avLst/>
              <a:gdLst/>
              <a:ahLst/>
              <a:cxnLst/>
              <a:rect l="l" t="t" r="r" b="b"/>
              <a:pathLst>
                <a:path w="1897380" h="2058035">
                  <a:moveTo>
                    <a:pt x="1897141" y="0"/>
                  </a:moveTo>
                  <a:lnTo>
                    <a:pt x="0" y="0"/>
                  </a:lnTo>
                  <a:lnTo>
                    <a:pt x="1897141" y="2057545"/>
                  </a:lnTo>
                  <a:lnTo>
                    <a:pt x="1897141" y="0"/>
                  </a:lnTo>
                  <a:close/>
                </a:path>
              </a:pathLst>
            </a:custGeom>
            <a:solidFill>
              <a:srgbClr val="80808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4" name="object 374"/>
            <p:cNvSpPr/>
            <p:nvPr/>
          </p:nvSpPr>
          <p:spPr>
            <a:xfrm>
              <a:off x="1349728" y="1881643"/>
              <a:ext cx="1897380" cy="2058035"/>
            </a:xfrm>
            <a:custGeom>
              <a:avLst/>
              <a:gdLst/>
              <a:ahLst/>
              <a:cxnLst/>
              <a:rect l="l" t="t" r="r" b="b"/>
              <a:pathLst>
                <a:path w="1897380" h="2058035">
                  <a:moveTo>
                    <a:pt x="1897141" y="2057545"/>
                  </a:moveTo>
                  <a:lnTo>
                    <a:pt x="1897141" y="0"/>
                  </a:lnTo>
                  <a:lnTo>
                    <a:pt x="0" y="0"/>
                  </a:lnTo>
                  <a:lnTo>
                    <a:pt x="1897141" y="2057545"/>
                  </a:lnTo>
                  <a:close/>
                </a:path>
              </a:pathLst>
            </a:custGeom>
            <a:ln w="96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5" name="object 375"/>
            <p:cNvSpPr/>
            <p:nvPr/>
          </p:nvSpPr>
          <p:spPr>
            <a:xfrm>
              <a:off x="1224159" y="1881643"/>
              <a:ext cx="2023110" cy="2059305"/>
            </a:xfrm>
            <a:custGeom>
              <a:avLst/>
              <a:gdLst/>
              <a:ahLst/>
              <a:cxnLst/>
              <a:rect l="l" t="t" r="r" b="b"/>
              <a:pathLst>
                <a:path w="2023110" h="2059304">
                  <a:moveTo>
                    <a:pt x="0" y="2059063"/>
                  </a:moveTo>
                  <a:lnTo>
                    <a:pt x="2022701" y="2059063"/>
                  </a:lnTo>
                  <a:lnTo>
                    <a:pt x="2022701" y="0"/>
                  </a:lnTo>
                  <a:lnTo>
                    <a:pt x="0" y="0"/>
                  </a:lnTo>
                  <a:lnTo>
                    <a:pt x="0" y="2059063"/>
                  </a:lnTo>
                  <a:close/>
                </a:path>
              </a:pathLst>
            </a:custGeom>
            <a:ln w="396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6" name="object 376"/>
            <p:cNvSpPr/>
            <p:nvPr/>
          </p:nvSpPr>
          <p:spPr>
            <a:xfrm>
              <a:off x="1224159" y="1881643"/>
              <a:ext cx="2023110" cy="2059305"/>
            </a:xfrm>
            <a:custGeom>
              <a:avLst/>
              <a:gdLst/>
              <a:ahLst/>
              <a:cxnLst/>
              <a:rect l="l" t="t" r="r" b="b"/>
              <a:pathLst>
                <a:path w="2023110" h="2059304">
                  <a:moveTo>
                    <a:pt x="2022701" y="0"/>
                  </a:moveTo>
                  <a:lnTo>
                    <a:pt x="0" y="0"/>
                  </a:lnTo>
                  <a:lnTo>
                    <a:pt x="0" y="2059063"/>
                  </a:lnTo>
                  <a:lnTo>
                    <a:pt x="2022701" y="2059063"/>
                  </a:lnTo>
                  <a:lnTo>
                    <a:pt x="2022701" y="0"/>
                  </a:lnTo>
                  <a:close/>
                </a:path>
              </a:pathLst>
            </a:custGeom>
            <a:solidFill>
              <a:srgbClr val="EAEAEA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7" name="object 377"/>
            <p:cNvSpPr/>
            <p:nvPr/>
          </p:nvSpPr>
          <p:spPr>
            <a:xfrm>
              <a:off x="1224159" y="1881643"/>
              <a:ext cx="2023110" cy="2059305"/>
            </a:xfrm>
            <a:custGeom>
              <a:avLst/>
              <a:gdLst/>
              <a:ahLst/>
              <a:cxnLst/>
              <a:rect l="l" t="t" r="r" b="b"/>
              <a:pathLst>
                <a:path w="2023110" h="2059304">
                  <a:moveTo>
                    <a:pt x="0" y="2059063"/>
                  </a:moveTo>
                  <a:lnTo>
                    <a:pt x="2022701" y="2059063"/>
                  </a:lnTo>
                  <a:lnTo>
                    <a:pt x="2022701" y="0"/>
                  </a:lnTo>
                  <a:lnTo>
                    <a:pt x="0" y="0"/>
                  </a:lnTo>
                  <a:lnTo>
                    <a:pt x="0" y="2059063"/>
                  </a:lnTo>
                  <a:close/>
                </a:path>
              </a:pathLst>
            </a:custGeom>
            <a:ln w="32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8" name="object 378"/>
            <p:cNvSpPr/>
            <p:nvPr/>
          </p:nvSpPr>
          <p:spPr>
            <a:xfrm>
              <a:off x="1349728" y="1881643"/>
              <a:ext cx="1897380" cy="2058035"/>
            </a:xfrm>
            <a:custGeom>
              <a:avLst/>
              <a:gdLst/>
              <a:ahLst/>
              <a:cxnLst/>
              <a:rect l="l" t="t" r="r" b="b"/>
              <a:pathLst>
                <a:path w="1897380" h="2058035">
                  <a:moveTo>
                    <a:pt x="1897141" y="0"/>
                  </a:moveTo>
                  <a:lnTo>
                    <a:pt x="0" y="0"/>
                  </a:lnTo>
                  <a:lnTo>
                    <a:pt x="1897141" y="2057545"/>
                  </a:lnTo>
                  <a:lnTo>
                    <a:pt x="1897141" y="0"/>
                  </a:lnTo>
                  <a:close/>
                </a:path>
              </a:pathLst>
            </a:custGeom>
            <a:solidFill>
              <a:srgbClr val="80808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9" name="object 379"/>
            <p:cNvSpPr/>
            <p:nvPr/>
          </p:nvSpPr>
          <p:spPr>
            <a:xfrm>
              <a:off x="1349728" y="1881643"/>
              <a:ext cx="1897380" cy="2058035"/>
            </a:xfrm>
            <a:custGeom>
              <a:avLst/>
              <a:gdLst/>
              <a:ahLst/>
              <a:cxnLst/>
              <a:rect l="l" t="t" r="r" b="b"/>
              <a:pathLst>
                <a:path w="1897380" h="2058035">
                  <a:moveTo>
                    <a:pt x="1897141" y="2057545"/>
                  </a:moveTo>
                  <a:lnTo>
                    <a:pt x="1897141" y="0"/>
                  </a:lnTo>
                  <a:lnTo>
                    <a:pt x="0" y="0"/>
                  </a:lnTo>
                  <a:lnTo>
                    <a:pt x="1897141" y="2057545"/>
                  </a:lnTo>
                  <a:close/>
                </a:path>
              </a:pathLst>
            </a:custGeom>
            <a:ln w="96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0" name="object 380"/>
            <p:cNvSpPr/>
            <p:nvPr/>
          </p:nvSpPr>
          <p:spPr>
            <a:xfrm>
              <a:off x="1224159" y="1881643"/>
              <a:ext cx="2023110" cy="2059305"/>
            </a:xfrm>
            <a:custGeom>
              <a:avLst/>
              <a:gdLst/>
              <a:ahLst/>
              <a:cxnLst/>
              <a:rect l="l" t="t" r="r" b="b"/>
              <a:pathLst>
                <a:path w="2023110" h="2059304">
                  <a:moveTo>
                    <a:pt x="0" y="2059063"/>
                  </a:moveTo>
                  <a:lnTo>
                    <a:pt x="2022701" y="2059063"/>
                  </a:lnTo>
                  <a:lnTo>
                    <a:pt x="2022701" y="0"/>
                  </a:lnTo>
                  <a:lnTo>
                    <a:pt x="0" y="0"/>
                  </a:lnTo>
                  <a:lnTo>
                    <a:pt x="0" y="2059063"/>
                  </a:lnTo>
                  <a:close/>
                </a:path>
              </a:pathLst>
            </a:custGeom>
            <a:ln w="396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1" name="object 381"/>
            <p:cNvSpPr/>
            <p:nvPr/>
          </p:nvSpPr>
          <p:spPr>
            <a:xfrm>
              <a:off x="1277063" y="1916941"/>
              <a:ext cx="305435" cy="280670"/>
            </a:xfrm>
            <a:custGeom>
              <a:avLst/>
              <a:gdLst/>
              <a:ahLst/>
              <a:cxnLst/>
              <a:rect l="l" t="t" r="r" b="b"/>
              <a:pathLst>
                <a:path w="305434" h="280669">
                  <a:moveTo>
                    <a:pt x="168426" y="0"/>
                  </a:moveTo>
                  <a:lnTo>
                    <a:pt x="152010" y="0"/>
                  </a:lnTo>
                  <a:lnTo>
                    <a:pt x="136954" y="0"/>
                  </a:lnTo>
                  <a:lnTo>
                    <a:pt x="107485" y="6072"/>
                  </a:lnTo>
                  <a:lnTo>
                    <a:pt x="94089" y="10753"/>
                  </a:lnTo>
                  <a:lnTo>
                    <a:pt x="67641" y="22773"/>
                  </a:lnTo>
                  <a:lnTo>
                    <a:pt x="56253" y="32008"/>
                  </a:lnTo>
                  <a:lnTo>
                    <a:pt x="44534" y="40991"/>
                  </a:lnTo>
                  <a:lnTo>
                    <a:pt x="34823" y="50227"/>
                  </a:lnTo>
                  <a:lnTo>
                    <a:pt x="26452" y="60728"/>
                  </a:lnTo>
                  <a:lnTo>
                    <a:pt x="18081" y="73126"/>
                  </a:lnTo>
                  <a:lnTo>
                    <a:pt x="13059" y="85398"/>
                  </a:lnTo>
                  <a:lnTo>
                    <a:pt x="6697" y="97418"/>
                  </a:lnTo>
                  <a:lnTo>
                    <a:pt x="3348" y="111081"/>
                  </a:lnTo>
                  <a:lnTo>
                    <a:pt x="0" y="140054"/>
                  </a:lnTo>
                  <a:lnTo>
                    <a:pt x="3348" y="167508"/>
                  </a:lnTo>
                  <a:lnTo>
                    <a:pt x="6697" y="181425"/>
                  </a:lnTo>
                  <a:lnTo>
                    <a:pt x="13059" y="194962"/>
                  </a:lnTo>
                  <a:lnTo>
                    <a:pt x="18081" y="207361"/>
                  </a:lnTo>
                  <a:lnTo>
                    <a:pt x="44534" y="239117"/>
                  </a:lnTo>
                  <a:lnTo>
                    <a:pt x="81037" y="263534"/>
                  </a:lnTo>
                  <a:lnTo>
                    <a:pt x="136954" y="280488"/>
                  </a:lnTo>
                  <a:lnTo>
                    <a:pt x="168426" y="280488"/>
                  </a:lnTo>
                  <a:lnTo>
                    <a:pt x="211276" y="269734"/>
                  </a:lnTo>
                  <a:lnTo>
                    <a:pt x="249460" y="248352"/>
                  </a:lnTo>
                  <a:lnTo>
                    <a:pt x="278915" y="217862"/>
                  </a:lnTo>
                  <a:lnTo>
                    <a:pt x="287287" y="207361"/>
                  </a:lnTo>
                  <a:lnTo>
                    <a:pt x="292310" y="194962"/>
                  </a:lnTo>
                  <a:lnTo>
                    <a:pt x="299008" y="181425"/>
                  </a:lnTo>
                  <a:lnTo>
                    <a:pt x="302028" y="167508"/>
                  </a:lnTo>
                  <a:lnTo>
                    <a:pt x="305377" y="140054"/>
                  </a:lnTo>
                  <a:lnTo>
                    <a:pt x="302028" y="111081"/>
                  </a:lnTo>
                  <a:lnTo>
                    <a:pt x="299008" y="97418"/>
                  </a:lnTo>
                  <a:lnTo>
                    <a:pt x="292310" y="85398"/>
                  </a:lnTo>
                  <a:lnTo>
                    <a:pt x="287287" y="73126"/>
                  </a:lnTo>
                  <a:lnTo>
                    <a:pt x="260838" y="40991"/>
                  </a:lnTo>
                  <a:lnTo>
                    <a:pt x="224672" y="16573"/>
                  </a:lnTo>
                  <a:lnTo>
                    <a:pt x="198223" y="6072"/>
                  </a:lnTo>
                  <a:lnTo>
                    <a:pt x="168426" y="0"/>
                  </a:lnTo>
                  <a:close/>
                </a:path>
              </a:pathLst>
            </a:custGeom>
            <a:solidFill>
              <a:srgbClr val="FFFFFF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2" name="object 382"/>
            <p:cNvSpPr/>
            <p:nvPr/>
          </p:nvSpPr>
          <p:spPr>
            <a:xfrm>
              <a:off x="1277063" y="1916941"/>
              <a:ext cx="305435" cy="280670"/>
            </a:xfrm>
            <a:custGeom>
              <a:avLst/>
              <a:gdLst/>
              <a:ahLst/>
              <a:cxnLst/>
              <a:rect l="l" t="t" r="r" b="b"/>
              <a:pathLst>
                <a:path w="305434" h="280669">
                  <a:moveTo>
                    <a:pt x="152010" y="0"/>
                  </a:moveTo>
                  <a:lnTo>
                    <a:pt x="136954" y="0"/>
                  </a:lnTo>
                  <a:lnTo>
                    <a:pt x="122213" y="3036"/>
                  </a:lnTo>
                  <a:lnTo>
                    <a:pt x="81037" y="16573"/>
                  </a:lnTo>
                  <a:lnTo>
                    <a:pt x="56253" y="32008"/>
                  </a:lnTo>
                  <a:lnTo>
                    <a:pt x="44534" y="40991"/>
                  </a:lnTo>
                  <a:lnTo>
                    <a:pt x="34823" y="50227"/>
                  </a:lnTo>
                  <a:lnTo>
                    <a:pt x="26452" y="60728"/>
                  </a:lnTo>
                  <a:lnTo>
                    <a:pt x="18081" y="73126"/>
                  </a:lnTo>
                  <a:lnTo>
                    <a:pt x="13059" y="85398"/>
                  </a:lnTo>
                  <a:lnTo>
                    <a:pt x="6697" y="97418"/>
                  </a:lnTo>
                  <a:lnTo>
                    <a:pt x="3348" y="111081"/>
                  </a:lnTo>
                  <a:lnTo>
                    <a:pt x="1674" y="124998"/>
                  </a:lnTo>
                  <a:lnTo>
                    <a:pt x="0" y="140054"/>
                  </a:lnTo>
                  <a:lnTo>
                    <a:pt x="1674" y="153971"/>
                  </a:lnTo>
                  <a:lnTo>
                    <a:pt x="3348" y="167508"/>
                  </a:lnTo>
                  <a:lnTo>
                    <a:pt x="6697" y="181425"/>
                  </a:lnTo>
                  <a:lnTo>
                    <a:pt x="13059" y="194962"/>
                  </a:lnTo>
                  <a:lnTo>
                    <a:pt x="18081" y="207361"/>
                  </a:lnTo>
                  <a:lnTo>
                    <a:pt x="26452" y="217862"/>
                  </a:lnTo>
                  <a:lnTo>
                    <a:pt x="34823" y="228616"/>
                  </a:lnTo>
                  <a:lnTo>
                    <a:pt x="44534" y="239117"/>
                  </a:lnTo>
                  <a:lnTo>
                    <a:pt x="81037" y="263534"/>
                  </a:lnTo>
                  <a:lnTo>
                    <a:pt x="122213" y="277451"/>
                  </a:lnTo>
                  <a:lnTo>
                    <a:pt x="136954" y="280488"/>
                  </a:lnTo>
                  <a:lnTo>
                    <a:pt x="152010" y="280488"/>
                  </a:lnTo>
                  <a:lnTo>
                    <a:pt x="168426" y="280488"/>
                  </a:lnTo>
                  <a:lnTo>
                    <a:pt x="211276" y="269734"/>
                  </a:lnTo>
                  <a:lnTo>
                    <a:pt x="249460" y="248352"/>
                  </a:lnTo>
                  <a:lnTo>
                    <a:pt x="278915" y="217862"/>
                  </a:lnTo>
                  <a:lnTo>
                    <a:pt x="287287" y="207361"/>
                  </a:lnTo>
                  <a:lnTo>
                    <a:pt x="292310" y="194962"/>
                  </a:lnTo>
                  <a:lnTo>
                    <a:pt x="299008" y="181425"/>
                  </a:lnTo>
                  <a:lnTo>
                    <a:pt x="302028" y="167508"/>
                  </a:lnTo>
                  <a:lnTo>
                    <a:pt x="303703" y="153971"/>
                  </a:lnTo>
                  <a:lnTo>
                    <a:pt x="305377" y="140054"/>
                  </a:lnTo>
                  <a:lnTo>
                    <a:pt x="303703" y="124998"/>
                  </a:lnTo>
                  <a:lnTo>
                    <a:pt x="302028" y="111081"/>
                  </a:lnTo>
                  <a:lnTo>
                    <a:pt x="299008" y="97418"/>
                  </a:lnTo>
                  <a:lnTo>
                    <a:pt x="292310" y="85398"/>
                  </a:lnTo>
                  <a:lnTo>
                    <a:pt x="287287" y="73126"/>
                  </a:lnTo>
                  <a:lnTo>
                    <a:pt x="260838" y="40991"/>
                  </a:lnTo>
                  <a:lnTo>
                    <a:pt x="224672" y="16573"/>
                  </a:lnTo>
                  <a:lnTo>
                    <a:pt x="183153" y="3036"/>
                  </a:lnTo>
                  <a:lnTo>
                    <a:pt x="168426" y="0"/>
                  </a:lnTo>
                  <a:lnTo>
                    <a:pt x="152010" y="0"/>
                  </a:lnTo>
                </a:path>
              </a:pathLst>
            </a:custGeom>
            <a:ln w="32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3" name="object 383"/>
          <p:cNvSpPr txBox="1"/>
          <p:nvPr/>
        </p:nvSpPr>
        <p:spPr>
          <a:xfrm>
            <a:off x="1329967" y="1896739"/>
            <a:ext cx="214629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800" spc="235" dirty="0">
                <a:latin typeface="Times New Roman"/>
                <a:cs typeface="Times New Roman"/>
              </a:rPr>
              <a:t>A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84" name="object 384"/>
          <p:cNvGrpSpPr/>
          <p:nvPr/>
        </p:nvGrpSpPr>
        <p:grpSpPr>
          <a:xfrm>
            <a:off x="1798942" y="1895578"/>
            <a:ext cx="1382395" cy="1137285"/>
            <a:chOff x="1798942" y="1895578"/>
            <a:chExt cx="1382395" cy="1137285"/>
          </a:xfrm>
        </p:grpSpPr>
        <p:pic>
          <p:nvPicPr>
            <p:cNvPr id="385" name="object 38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277734" y="2142341"/>
              <a:ext cx="903081" cy="890458"/>
            </a:xfrm>
            <a:prstGeom prst="rect">
              <a:avLst/>
            </a:prstGeom>
          </p:spPr>
        </p:pic>
        <p:pic>
          <p:nvPicPr>
            <p:cNvPr id="386" name="object 38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647485" y="2406056"/>
              <a:ext cx="64371" cy="47317"/>
            </a:xfrm>
            <a:prstGeom prst="rect">
              <a:avLst/>
            </a:prstGeom>
          </p:spPr>
        </p:pic>
        <p:pic>
          <p:nvPicPr>
            <p:cNvPr id="387" name="object 38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277734" y="2142341"/>
              <a:ext cx="903081" cy="890458"/>
            </a:xfrm>
            <a:prstGeom prst="rect">
              <a:avLst/>
            </a:prstGeom>
          </p:spPr>
        </p:pic>
        <p:pic>
          <p:nvPicPr>
            <p:cNvPr id="388" name="object 38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647485" y="2406056"/>
              <a:ext cx="64371" cy="47317"/>
            </a:xfrm>
            <a:prstGeom prst="rect">
              <a:avLst/>
            </a:prstGeom>
          </p:spPr>
        </p:pic>
        <p:sp>
          <p:nvSpPr>
            <p:cNvPr id="389" name="object 389"/>
            <p:cNvSpPr/>
            <p:nvPr/>
          </p:nvSpPr>
          <p:spPr>
            <a:xfrm>
              <a:off x="2459544" y="2499172"/>
              <a:ext cx="28575" cy="29209"/>
            </a:xfrm>
            <a:custGeom>
              <a:avLst/>
              <a:gdLst/>
              <a:ahLst/>
              <a:cxnLst/>
              <a:rect l="l" t="t" r="r" b="b"/>
              <a:pathLst>
                <a:path w="28575" h="29210">
                  <a:moveTo>
                    <a:pt x="28123" y="7717"/>
                  </a:moveTo>
                  <a:lnTo>
                    <a:pt x="18076" y="25935"/>
                  </a:lnTo>
                  <a:lnTo>
                    <a:pt x="16401" y="25935"/>
                  </a:lnTo>
                  <a:lnTo>
                    <a:pt x="16401" y="27454"/>
                  </a:lnTo>
                  <a:lnTo>
                    <a:pt x="14727" y="27454"/>
                  </a:lnTo>
                  <a:lnTo>
                    <a:pt x="13395" y="28972"/>
                  </a:lnTo>
                  <a:lnTo>
                    <a:pt x="11721" y="28972"/>
                  </a:lnTo>
                  <a:lnTo>
                    <a:pt x="10046" y="28972"/>
                  </a:lnTo>
                  <a:lnTo>
                    <a:pt x="8372" y="27454"/>
                  </a:lnTo>
                  <a:lnTo>
                    <a:pt x="6697" y="27454"/>
                  </a:lnTo>
                  <a:lnTo>
                    <a:pt x="5023" y="25935"/>
                  </a:lnTo>
                  <a:lnTo>
                    <a:pt x="3348" y="25935"/>
                  </a:lnTo>
                  <a:lnTo>
                    <a:pt x="3348" y="24417"/>
                  </a:lnTo>
                  <a:lnTo>
                    <a:pt x="1674" y="23152"/>
                  </a:lnTo>
                  <a:lnTo>
                    <a:pt x="0" y="21634"/>
                  </a:lnTo>
                  <a:lnTo>
                    <a:pt x="0" y="19989"/>
                  </a:lnTo>
                  <a:lnTo>
                    <a:pt x="0" y="18471"/>
                  </a:lnTo>
                  <a:lnTo>
                    <a:pt x="10046" y="0"/>
                  </a:lnTo>
                </a:path>
              </a:pathLst>
            </a:custGeom>
            <a:ln w="3175">
              <a:solidFill>
                <a:srgbClr val="B1B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0" name="object 39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798942" y="1895578"/>
              <a:ext cx="1097919" cy="566564"/>
            </a:xfrm>
            <a:prstGeom prst="rect">
              <a:avLst/>
            </a:prstGeom>
          </p:spPr>
        </p:pic>
      </p:grpSp>
      <p:sp>
        <p:nvSpPr>
          <p:cNvPr id="391" name="object 391"/>
          <p:cNvSpPr txBox="1"/>
          <p:nvPr/>
        </p:nvSpPr>
        <p:spPr>
          <a:xfrm>
            <a:off x="1927646" y="2000549"/>
            <a:ext cx="52070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5080" indent="105410">
              <a:lnSpc>
                <a:spcPct val="100000"/>
              </a:lnSpc>
              <a:spcBef>
                <a:spcPts val="90"/>
              </a:spcBef>
            </a:pPr>
            <a:r>
              <a:rPr sz="1000" spc="-10" dirty="0">
                <a:latin typeface="Times New Roman"/>
                <a:cs typeface="Times New Roman"/>
              </a:rPr>
              <a:t>Enter </a:t>
            </a:r>
            <a:r>
              <a:rPr sz="1000" dirty="0">
                <a:latin typeface="Times New Roman"/>
                <a:cs typeface="Times New Roman"/>
              </a:rPr>
              <a:t>your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PIN</a:t>
            </a:r>
            <a:endParaRPr sz="1000">
              <a:latin typeface="Times New Roman"/>
              <a:cs typeface="Times New Roman"/>
            </a:endParaRPr>
          </a:p>
        </p:txBody>
      </p:sp>
      <p:pic>
        <p:nvPicPr>
          <p:cNvPr id="392" name="object 39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359439" y="2573596"/>
            <a:ext cx="1814704" cy="1268142"/>
          </a:xfrm>
          <a:prstGeom prst="rect">
            <a:avLst/>
          </a:prstGeom>
        </p:spPr>
      </p:pic>
      <p:sp>
        <p:nvSpPr>
          <p:cNvPr id="393" name="object 393"/>
          <p:cNvSpPr txBox="1"/>
          <p:nvPr/>
        </p:nvSpPr>
        <p:spPr>
          <a:xfrm>
            <a:off x="2249766" y="3160077"/>
            <a:ext cx="687070" cy="4819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5080" indent="635" algn="ctr">
              <a:lnSpc>
                <a:spcPct val="100000"/>
              </a:lnSpc>
              <a:spcBef>
                <a:spcPts val="90"/>
              </a:spcBef>
            </a:pPr>
            <a:r>
              <a:rPr sz="1000" dirty="0">
                <a:latin typeface="Times New Roman"/>
                <a:cs typeface="Times New Roman"/>
              </a:rPr>
              <a:t>Typing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in </a:t>
            </a:r>
            <a:r>
              <a:rPr sz="1000" dirty="0">
                <a:latin typeface="Times New Roman"/>
                <a:cs typeface="Times New Roman"/>
              </a:rPr>
              <a:t>PIN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number</a:t>
            </a:r>
            <a:endParaRPr sz="1000">
              <a:latin typeface="Times New Roman"/>
              <a:cs typeface="Times New Roman"/>
            </a:endParaRPr>
          </a:p>
          <a:p>
            <a:pPr marR="3810" algn="ctr">
              <a:lnSpc>
                <a:spcPct val="100000"/>
              </a:lnSpc>
              <a:spcBef>
                <a:spcPts val="5"/>
              </a:spcBef>
            </a:pPr>
            <a:r>
              <a:rPr sz="1000" spc="20" dirty="0">
                <a:latin typeface="Times New Roman"/>
                <a:cs typeface="Times New Roman"/>
              </a:rPr>
              <a:t>…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394" name="object 394"/>
          <p:cNvGrpSpPr/>
          <p:nvPr/>
        </p:nvGrpSpPr>
        <p:grpSpPr>
          <a:xfrm>
            <a:off x="1204156" y="4115762"/>
            <a:ext cx="2063114" cy="2099310"/>
            <a:chOff x="1204156" y="4115762"/>
            <a:chExt cx="2063114" cy="2099310"/>
          </a:xfrm>
        </p:grpSpPr>
        <p:sp>
          <p:nvSpPr>
            <p:cNvPr id="395" name="object 395"/>
            <p:cNvSpPr/>
            <p:nvPr/>
          </p:nvSpPr>
          <p:spPr>
            <a:xfrm>
              <a:off x="1224159" y="4135764"/>
              <a:ext cx="2023110" cy="2059305"/>
            </a:xfrm>
            <a:custGeom>
              <a:avLst/>
              <a:gdLst/>
              <a:ahLst/>
              <a:cxnLst/>
              <a:rect l="l" t="t" r="r" b="b"/>
              <a:pathLst>
                <a:path w="2023110" h="2059304">
                  <a:moveTo>
                    <a:pt x="2022701" y="0"/>
                  </a:moveTo>
                  <a:lnTo>
                    <a:pt x="0" y="0"/>
                  </a:lnTo>
                  <a:lnTo>
                    <a:pt x="0" y="2059063"/>
                  </a:lnTo>
                  <a:lnTo>
                    <a:pt x="2022701" y="2059063"/>
                  </a:lnTo>
                  <a:lnTo>
                    <a:pt x="2022701" y="0"/>
                  </a:lnTo>
                  <a:close/>
                </a:path>
              </a:pathLst>
            </a:custGeom>
            <a:solidFill>
              <a:srgbClr val="EAEAEA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6" name="object 396"/>
            <p:cNvSpPr/>
            <p:nvPr/>
          </p:nvSpPr>
          <p:spPr>
            <a:xfrm>
              <a:off x="1224159" y="4135764"/>
              <a:ext cx="2023110" cy="2059305"/>
            </a:xfrm>
            <a:custGeom>
              <a:avLst/>
              <a:gdLst/>
              <a:ahLst/>
              <a:cxnLst/>
              <a:rect l="l" t="t" r="r" b="b"/>
              <a:pathLst>
                <a:path w="2023110" h="2059304">
                  <a:moveTo>
                    <a:pt x="0" y="2059063"/>
                  </a:moveTo>
                  <a:lnTo>
                    <a:pt x="2022701" y="2059063"/>
                  </a:lnTo>
                  <a:lnTo>
                    <a:pt x="2022701" y="0"/>
                  </a:lnTo>
                  <a:lnTo>
                    <a:pt x="0" y="0"/>
                  </a:lnTo>
                  <a:lnTo>
                    <a:pt x="0" y="2059063"/>
                  </a:lnTo>
                  <a:close/>
                </a:path>
              </a:pathLst>
            </a:custGeom>
            <a:ln w="32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7" name="object 397"/>
            <p:cNvSpPr/>
            <p:nvPr/>
          </p:nvSpPr>
          <p:spPr>
            <a:xfrm>
              <a:off x="1349728" y="4135796"/>
              <a:ext cx="1897380" cy="2058035"/>
            </a:xfrm>
            <a:custGeom>
              <a:avLst/>
              <a:gdLst/>
              <a:ahLst/>
              <a:cxnLst/>
              <a:rect l="l" t="t" r="r" b="b"/>
              <a:pathLst>
                <a:path w="1897380" h="2058035">
                  <a:moveTo>
                    <a:pt x="1897141" y="0"/>
                  </a:moveTo>
                  <a:lnTo>
                    <a:pt x="0" y="0"/>
                  </a:lnTo>
                  <a:lnTo>
                    <a:pt x="1897141" y="2057488"/>
                  </a:lnTo>
                  <a:lnTo>
                    <a:pt x="1897141" y="0"/>
                  </a:lnTo>
                  <a:close/>
                </a:path>
              </a:pathLst>
            </a:custGeom>
            <a:solidFill>
              <a:srgbClr val="80808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8" name="object 398"/>
            <p:cNvSpPr/>
            <p:nvPr/>
          </p:nvSpPr>
          <p:spPr>
            <a:xfrm>
              <a:off x="1349728" y="4135796"/>
              <a:ext cx="1897380" cy="2058035"/>
            </a:xfrm>
            <a:custGeom>
              <a:avLst/>
              <a:gdLst/>
              <a:ahLst/>
              <a:cxnLst/>
              <a:rect l="l" t="t" r="r" b="b"/>
              <a:pathLst>
                <a:path w="1897380" h="2058035">
                  <a:moveTo>
                    <a:pt x="1897141" y="2057488"/>
                  </a:moveTo>
                  <a:lnTo>
                    <a:pt x="1897141" y="0"/>
                  </a:lnTo>
                  <a:lnTo>
                    <a:pt x="0" y="0"/>
                  </a:lnTo>
                  <a:lnTo>
                    <a:pt x="1897141" y="2057488"/>
                  </a:lnTo>
                  <a:close/>
                </a:path>
              </a:pathLst>
            </a:custGeom>
            <a:ln w="96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9" name="object 399"/>
            <p:cNvSpPr/>
            <p:nvPr/>
          </p:nvSpPr>
          <p:spPr>
            <a:xfrm>
              <a:off x="1224159" y="4135764"/>
              <a:ext cx="2023110" cy="2059305"/>
            </a:xfrm>
            <a:custGeom>
              <a:avLst/>
              <a:gdLst/>
              <a:ahLst/>
              <a:cxnLst/>
              <a:rect l="l" t="t" r="r" b="b"/>
              <a:pathLst>
                <a:path w="2023110" h="2059304">
                  <a:moveTo>
                    <a:pt x="0" y="2059063"/>
                  </a:moveTo>
                  <a:lnTo>
                    <a:pt x="2022701" y="2059063"/>
                  </a:lnTo>
                  <a:lnTo>
                    <a:pt x="2022701" y="0"/>
                  </a:lnTo>
                  <a:lnTo>
                    <a:pt x="0" y="0"/>
                  </a:lnTo>
                  <a:lnTo>
                    <a:pt x="0" y="2059063"/>
                  </a:lnTo>
                  <a:close/>
                </a:path>
              </a:pathLst>
            </a:custGeom>
            <a:ln w="396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0" name="object 400"/>
            <p:cNvSpPr/>
            <p:nvPr/>
          </p:nvSpPr>
          <p:spPr>
            <a:xfrm>
              <a:off x="1277063" y="4170968"/>
              <a:ext cx="305435" cy="280670"/>
            </a:xfrm>
            <a:custGeom>
              <a:avLst/>
              <a:gdLst/>
              <a:ahLst/>
              <a:cxnLst/>
              <a:rect l="l" t="t" r="r" b="b"/>
              <a:pathLst>
                <a:path w="305434" h="280670">
                  <a:moveTo>
                    <a:pt x="168426" y="0"/>
                  </a:moveTo>
                  <a:lnTo>
                    <a:pt x="153685" y="0"/>
                  </a:lnTo>
                  <a:lnTo>
                    <a:pt x="136954" y="0"/>
                  </a:lnTo>
                  <a:lnTo>
                    <a:pt x="107485" y="6199"/>
                  </a:lnTo>
                  <a:lnTo>
                    <a:pt x="67641" y="24417"/>
                  </a:lnTo>
                  <a:lnTo>
                    <a:pt x="34823" y="50353"/>
                  </a:lnTo>
                  <a:lnTo>
                    <a:pt x="13059" y="85145"/>
                  </a:lnTo>
                  <a:lnTo>
                    <a:pt x="6697" y="99062"/>
                  </a:lnTo>
                  <a:lnTo>
                    <a:pt x="3348" y="111081"/>
                  </a:lnTo>
                  <a:lnTo>
                    <a:pt x="0" y="140180"/>
                  </a:lnTo>
                  <a:lnTo>
                    <a:pt x="3348" y="169153"/>
                  </a:lnTo>
                  <a:lnTo>
                    <a:pt x="6697" y="181172"/>
                  </a:lnTo>
                  <a:lnTo>
                    <a:pt x="13059" y="195089"/>
                  </a:lnTo>
                  <a:lnTo>
                    <a:pt x="18081" y="207108"/>
                  </a:lnTo>
                  <a:lnTo>
                    <a:pt x="44534" y="239243"/>
                  </a:lnTo>
                  <a:lnTo>
                    <a:pt x="81037" y="263661"/>
                  </a:lnTo>
                  <a:lnTo>
                    <a:pt x="136954" y="280235"/>
                  </a:lnTo>
                  <a:lnTo>
                    <a:pt x="168426" y="280235"/>
                  </a:lnTo>
                  <a:lnTo>
                    <a:pt x="183153" y="277198"/>
                  </a:lnTo>
                  <a:lnTo>
                    <a:pt x="198223" y="274415"/>
                  </a:lnTo>
                  <a:lnTo>
                    <a:pt x="237739" y="255943"/>
                  </a:lnTo>
                  <a:lnTo>
                    <a:pt x="270885" y="230007"/>
                  </a:lnTo>
                  <a:lnTo>
                    <a:pt x="292310" y="195089"/>
                  </a:lnTo>
                  <a:lnTo>
                    <a:pt x="299008" y="181172"/>
                  </a:lnTo>
                  <a:lnTo>
                    <a:pt x="302028" y="169153"/>
                  </a:lnTo>
                  <a:lnTo>
                    <a:pt x="305377" y="140180"/>
                  </a:lnTo>
                  <a:lnTo>
                    <a:pt x="302028" y="111081"/>
                  </a:lnTo>
                  <a:lnTo>
                    <a:pt x="299008" y="99062"/>
                  </a:lnTo>
                  <a:lnTo>
                    <a:pt x="292310" y="85145"/>
                  </a:lnTo>
                  <a:lnTo>
                    <a:pt x="287287" y="73126"/>
                  </a:lnTo>
                  <a:lnTo>
                    <a:pt x="260838" y="41118"/>
                  </a:lnTo>
                  <a:lnTo>
                    <a:pt x="224672" y="16700"/>
                  </a:lnTo>
                  <a:lnTo>
                    <a:pt x="198223" y="6199"/>
                  </a:lnTo>
                  <a:lnTo>
                    <a:pt x="168426" y="0"/>
                  </a:lnTo>
                  <a:close/>
                </a:path>
              </a:pathLst>
            </a:custGeom>
            <a:solidFill>
              <a:srgbClr val="FFFFFF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1" name="object 401"/>
            <p:cNvSpPr/>
            <p:nvPr/>
          </p:nvSpPr>
          <p:spPr>
            <a:xfrm>
              <a:off x="1277063" y="4170968"/>
              <a:ext cx="305435" cy="280670"/>
            </a:xfrm>
            <a:custGeom>
              <a:avLst/>
              <a:gdLst/>
              <a:ahLst/>
              <a:cxnLst/>
              <a:rect l="l" t="t" r="r" b="b"/>
              <a:pathLst>
                <a:path w="305434" h="280670">
                  <a:moveTo>
                    <a:pt x="153685" y="0"/>
                  </a:moveTo>
                  <a:lnTo>
                    <a:pt x="136954" y="0"/>
                  </a:lnTo>
                  <a:lnTo>
                    <a:pt x="122213" y="3162"/>
                  </a:lnTo>
                  <a:lnTo>
                    <a:pt x="107485" y="6199"/>
                  </a:lnTo>
                  <a:lnTo>
                    <a:pt x="67641" y="24417"/>
                  </a:lnTo>
                  <a:lnTo>
                    <a:pt x="34823" y="50353"/>
                  </a:lnTo>
                  <a:lnTo>
                    <a:pt x="13059" y="85145"/>
                  </a:lnTo>
                  <a:lnTo>
                    <a:pt x="6697" y="99062"/>
                  </a:lnTo>
                  <a:lnTo>
                    <a:pt x="3348" y="111081"/>
                  </a:lnTo>
                  <a:lnTo>
                    <a:pt x="1674" y="126516"/>
                  </a:lnTo>
                  <a:lnTo>
                    <a:pt x="0" y="140180"/>
                  </a:lnTo>
                  <a:lnTo>
                    <a:pt x="1674" y="154097"/>
                  </a:lnTo>
                  <a:lnTo>
                    <a:pt x="3348" y="169153"/>
                  </a:lnTo>
                  <a:lnTo>
                    <a:pt x="6697" y="181172"/>
                  </a:lnTo>
                  <a:lnTo>
                    <a:pt x="13059" y="195089"/>
                  </a:lnTo>
                  <a:lnTo>
                    <a:pt x="18081" y="207108"/>
                  </a:lnTo>
                  <a:lnTo>
                    <a:pt x="26452" y="219506"/>
                  </a:lnTo>
                  <a:lnTo>
                    <a:pt x="56253" y="248479"/>
                  </a:lnTo>
                  <a:lnTo>
                    <a:pt x="94089" y="269734"/>
                  </a:lnTo>
                  <a:lnTo>
                    <a:pt x="122213" y="277198"/>
                  </a:lnTo>
                  <a:lnTo>
                    <a:pt x="136954" y="280235"/>
                  </a:lnTo>
                  <a:lnTo>
                    <a:pt x="153685" y="280235"/>
                  </a:lnTo>
                  <a:lnTo>
                    <a:pt x="168426" y="280235"/>
                  </a:lnTo>
                  <a:lnTo>
                    <a:pt x="183153" y="277198"/>
                  </a:lnTo>
                  <a:lnTo>
                    <a:pt x="224672" y="263661"/>
                  </a:lnTo>
                  <a:lnTo>
                    <a:pt x="260838" y="239243"/>
                  </a:lnTo>
                  <a:lnTo>
                    <a:pt x="287287" y="207108"/>
                  </a:lnTo>
                  <a:lnTo>
                    <a:pt x="292310" y="195089"/>
                  </a:lnTo>
                  <a:lnTo>
                    <a:pt x="299008" y="181172"/>
                  </a:lnTo>
                  <a:lnTo>
                    <a:pt x="302028" y="169153"/>
                  </a:lnTo>
                  <a:lnTo>
                    <a:pt x="303703" y="154097"/>
                  </a:lnTo>
                  <a:lnTo>
                    <a:pt x="305377" y="140180"/>
                  </a:lnTo>
                  <a:lnTo>
                    <a:pt x="303703" y="126516"/>
                  </a:lnTo>
                  <a:lnTo>
                    <a:pt x="302028" y="111081"/>
                  </a:lnTo>
                  <a:lnTo>
                    <a:pt x="299008" y="99062"/>
                  </a:lnTo>
                  <a:lnTo>
                    <a:pt x="292310" y="85145"/>
                  </a:lnTo>
                  <a:lnTo>
                    <a:pt x="287287" y="73126"/>
                  </a:lnTo>
                  <a:lnTo>
                    <a:pt x="278915" y="60854"/>
                  </a:lnTo>
                  <a:lnTo>
                    <a:pt x="249460" y="32135"/>
                  </a:lnTo>
                  <a:lnTo>
                    <a:pt x="211276" y="10500"/>
                  </a:lnTo>
                  <a:lnTo>
                    <a:pt x="183153" y="3162"/>
                  </a:lnTo>
                  <a:lnTo>
                    <a:pt x="168426" y="0"/>
                  </a:lnTo>
                  <a:lnTo>
                    <a:pt x="153685" y="0"/>
                  </a:lnTo>
                </a:path>
              </a:pathLst>
            </a:custGeom>
            <a:ln w="32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2" name="object 40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277734" y="4397759"/>
              <a:ext cx="903080" cy="888876"/>
            </a:xfrm>
            <a:prstGeom prst="rect">
              <a:avLst/>
            </a:prstGeom>
          </p:spPr>
        </p:pic>
        <p:pic>
          <p:nvPicPr>
            <p:cNvPr id="403" name="object 40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647485" y="4661727"/>
              <a:ext cx="64371" cy="47190"/>
            </a:xfrm>
            <a:prstGeom prst="rect">
              <a:avLst/>
            </a:prstGeom>
          </p:spPr>
        </p:pic>
        <p:pic>
          <p:nvPicPr>
            <p:cNvPr id="404" name="object 40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277734" y="4397759"/>
              <a:ext cx="903080" cy="888876"/>
            </a:xfrm>
            <a:prstGeom prst="rect">
              <a:avLst/>
            </a:prstGeom>
          </p:spPr>
        </p:pic>
        <p:pic>
          <p:nvPicPr>
            <p:cNvPr id="405" name="object 40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647485" y="4661727"/>
              <a:ext cx="64371" cy="47190"/>
            </a:xfrm>
            <a:prstGeom prst="rect">
              <a:avLst/>
            </a:prstGeom>
          </p:spPr>
        </p:pic>
        <p:pic>
          <p:nvPicPr>
            <p:cNvPr id="406" name="object 40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361113" y="4198449"/>
              <a:ext cx="1537387" cy="1956917"/>
            </a:xfrm>
            <a:prstGeom prst="rect">
              <a:avLst/>
            </a:prstGeom>
          </p:spPr>
        </p:pic>
        <p:sp>
          <p:nvSpPr>
            <p:cNvPr id="407" name="object 407"/>
            <p:cNvSpPr/>
            <p:nvPr/>
          </p:nvSpPr>
          <p:spPr>
            <a:xfrm>
              <a:off x="1224159" y="4135764"/>
              <a:ext cx="2023110" cy="2059305"/>
            </a:xfrm>
            <a:custGeom>
              <a:avLst/>
              <a:gdLst/>
              <a:ahLst/>
              <a:cxnLst/>
              <a:rect l="l" t="t" r="r" b="b"/>
              <a:pathLst>
                <a:path w="2023110" h="2059304">
                  <a:moveTo>
                    <a:pt x="2022701" y="0"/>
                  </a:moveTo>
                  <a:lnTo>
                    <a:pt x="0" y="0"/>
                  </a:lnTo>
                  <a:lnTo>
                    <a:pt x="0" y="2059063"/>
                  </a:lnTo>
                  <a:lnTo>
                    <a:pt x="2022701" y="2059063"/>
                  </a:lnTo>
                  <a:lnTo>
                    <a:pt x="2022701" y="0"/>
                  </a:lnTo>
                  <a:close/>
                </a:path>
              </a:pathLst>
            </a:custGeom>
            <a:solidFill>
              <a:srgbClr val="EAEAEA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8" name="object 408"/>
            <p:cNvSpPr/>
            <p:nvPr/>
          </p:nvSpPr>
          <p:spPr>
            <a:xfrm>
              <a:off x="1224159" y="4135764"/>
              <a:ext cx="2023110" cy="2059305"/>
            </a:xfrm>
            <a:custGeom>
              <a:avLst/>
              <a:gdLst/>
              <a:ahLst/>
              <a:cxnLst/>
              <a:rect l="l" t="t" r="r" b="b"/>
              <a:pathLst>
                <a:path w="2023110" h="2059304">
                  <a:moveTo>
                    <a:pt x="0" y="2059063"/>
                  </a:moveTo>
                  <a:lnTo>
                    <a:pt x="2022701" y="2059063"/>
                  </a:lnTo>
                  <a:lnTo>
                    <a:pt x="2022701" y="0"/>
                  </a:lnTo>
                  <a:lnTo>
                    <a:pt x="0" y="0"/>
                  </a:lnTo>
                  <a:lnTo>
                    <a:pt x="0" y="2059063"/>
                  </a:lnTo>
                  <a:close/>
                </a:path>
              </a:pathLst>
            </a:custGeom>
            <a:ln w="32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9" name="object 409"/>
            <p:cNvSpPr/>
            <p:nvPr/>
          </p:nvSpPr>
          <p:spPr>
            <a:xfrm>
              <a:off x="1349728" y="4135796"/>
              <a:ext cx="1897380" cy="2058035"/>
            </a:xfrm>
            <a:custGeom>
              <a:avLst/>
              <a:gdLst/>
              <a:ahLst/>
              <a:cxnLst/>
              <a:rect l="l" t="t" r="r" b="b"/>
              <a:pathLst>
                <a:path w="1897380" h="2058035">
                  <a:moveTo>
                    <a:pt x="1897141" y="0"/>
                  </a:moveTo>
                  <a:lnTo>
                    <a:pt x="0" y="0"/>
                  </a:lnTo>
                  <a:lnTo>
                    <a:pt x="1897141" y="2057488"/>
                  </a:lnTo>
                  <a:lnTo>
                    <a:pt x="1897141" y="0"/>
                  </a:lnTo>
                  <a:close/>
                </a:path>
              </a:pathLst>
            </a:custGeom>
            <a:solidFill>
              <a:srgbClr val="80808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0" name="object 410"/>
            <p:cNvSpPr/>
            <p:nvPr/>
          </p:nvSpPr>
          <p:spPr>
            <a:xfrm>
              <a:off x="1349728" y="4135796"/>
              <a:ext cx="1897380" cy="2058035"/>
            </a:xfrm>
            <a:custGeom>
              <a:avLst/>
              <a:gdLst/>
              <a:ahLst/>
              <a:cxnLst/>
              <a:rect l="l" t="t" r="r" b="b"/>
              <a:pathLst>
                <a:path w="1897380" h="2058035">
                  <a:moveTo>
                    <a:pt x="1897141" y="2057488"/>
                  </a:moveTo>
                  <a:lnTo>
                    <a:pt x="1897141" y="0"/>
                  </a:lnTo>
                  <a:lnTo>
                    <a:pt x="0" y="0"/>
                  </a:lnTo>
                  <a:lnTo>
                    <a:pt x="1897141" y="2057488"/>
                  </a:lnTo>
                  <a:close/>
                </a:path>
              </a:pathLst>
            </a:custGeom>
            <a:ln w="96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1" name="object 411"/>
            <p:cNvSpPr/>
            <p:nvPr/>
          </p:nvSpPr>
          <p:spPr>
            <a:xfrm>
              <a:off x="1224159" y="4135764"/>
              <a:ext cx="2023110" cy="2059305"/>
            </a:xfrm>
            <a:custGeom>
              <a:avLst/>
              <a:gdLst/>
              <a:ahLst/>
              <a:cxnLst/>
              <a:rect l="l" t="t" r="r" b="b"/>
              <a:pathLst>
                <a:path w="2023110" h="2059304">
                  <a:moveTo>
                    <a:pt x="0" y="2059063"/>
                  </a:moveTo>
                  <a:lnTo>
                    <a:pt x="2022701" y="2059063"/>
                  </a:lnTo>
                  <a:lnTo>
                    <a:pt x="2022701" y="0"/>
                  </a:lnTo>
                  <a:lnTo>
                    <a:pt x="0" y="0"/>
                  </a:lnTo>
                  <a:lnTo>
                    <a:pt x="0" y="2059063"/>
                  </a:lnTo>
                  <a:close/>
                </a:path>
              </a:pathLst>
            </a:custGeom>
            <a:ln w="396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2" name="object 412"/>
            <p:cNvSpPr/>
            <p:nvPr/>
          </p:nvSpPr>
          <p:spPr>
            <a:xfrm>
              <a:off x="1224159" y="4135764"/>
              <a:ext cx="2023110" cy="2059305"/>
            </a:xfrm>
            <a:custGeom>
              <a:avLst/>
              <a:gdLst/>
              <a:ahLst/>
              <a:cxnLst/>
              <a:rect l="l" t="t" r="r" b="b"/>
              <a:pathLst>
                <a:path w="2023110" h="2059304">
                  <a:moveTo>
                    <a:pt x="2022701" y="0"/>
                  </a:moveTo>
                  <a:lnTo>
                    <a:pt x="0" y="0"/>
                  </a:lnTo>
                  <a:lnTo>
                    <a:pt x="0" y="2059063"/>
                  </a:lnTo>
                  <a:lnTo>
                    <a:pt x="2022701" y="2059063"/>
                  </a:lnTo>
                  <a:lnTo>
                    <a:pt x="2022701" y="0"/>
                  </a:lnTo>
                  <a:close/>
                </a:path>
              </a:pathLst>
            </a:custGeom>
            <a:solidFill>
              <a:srgbClr val="EAEAEA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3" name="object 413"/>
            <p:cNvSpPr/>
            <p:nvPr/>
          </p:nvSpPr>
          <p:spPr>
            <a:xfrm>
              <a:off x="1224159" y="4135764"/>
              <a:ext cx="2023110" cy="2059305"/>
            </a:xfrm>
            <a:custGeom>
              <a:avLst/>
              <a:gdLst/>
              <a:ahLst/>
              <a:cxnLst/>
              <a:rect l="l" t="t" r="r" b="b"/>
              <a:pathLst>
                <a:path w="2023110" h="2059304">
                  <a:moveTo>
                    <a:pt x="0" y="2059063"/>
                  </a:moveTo>
                  <a:lnTo>
                    <a:pt x="2022701" y="2059063"/>
                  </a:lnTo>
                  <a:lnTo>
                    <a:pt x="2022701" y="0"/>
                  </a:lnTo>
                  <a:lnTo>
                    <a:pt x="0" y="0"/>
                  </a:lnTo>
                  <a:lnTo>
                    <a:pt x="0" y="2059063"/>
                  </a:lnTo>
                  <a:close/>
                </a:path>
              </a:pathLst>
            </a:custGeom>
            <a:ln w="32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4" name="object 414"/>
            <p:cNvSpPr/>
            <p:nvPr/>
          </p:nvSpPr>
          <p:spPr>
            <a:xfrm>
              <a:off x="1349728" y="4135796"/>
              <a:ext cx="1897380" cy="2058035"/>
            </a:xfrm>
            <a:custGeom>
              <a:avLst/>
              <a:gdLst/>
              <a:ahLst/>
              <a:cxnLst/>
              <a:rect l="l" t="t" r="r" b="b"/>
              <a:pathLst>
                <a:path w="1897380" h="2058035">
                  <a:moveTo>
                    <a:pt x="1897141" y="0"/>
                  </a:moveTo>
                  <a:lnTo>
                    <a:pt x="0" y="0"/>
                  </a:lnTo>
                  <a:lnTo>
                    <a:pt x="1897141" y="2057488"/>
                  </a:lnTo>
                  <a:lnTo>
                    <a:pt x="1897141" y="0"/>
                  </a:lnTo>
                  <a:close/>
                </a:path>
              </a:pathLst>
            </a:custGeom>
            <a:solidFill>
              <a:srgbClr val="80808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5" name="object 415"/>
            <p:cNvSpPr/>
            <p:nvPr/>
          </p:nvSpPr>
          <p:spPr>
            <a:xfrm>
              <a:off x="1349728" y="4135796"/>
              <a:ext cx="1897380" cy="2058035"/>
            </a:xfrm>
            <a:custGeom>
              <a:avLst/>
              <a:gdLst/>
              <a:ahLst/>
              <a:cxnLst/>
              <a:rect l="l" t="t" r="r" b="b"/>
              <a:pathLst>
                <a:path w="1897380" h="2058035">
                  <a:moveTo>
                    <a:pt x="1897141" y="2057488"/>
                  </a:moveTo>
                  <a:lnTo>
                    <a:pt x="1897141" y="0"/>
                  </a:lnTo>
                  <a:lnTo>
                    <a:pt x="0" y="0"/>
                  </a:lnTo>
                  <a:lnTo>
                    <a:pt x="1897141" y="2057488"/>
                  </a:lnTo>
                  <a:close/>
                </a:path>
              </a:pathLst>
            </a:custGeom>
            <a:ln w="96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6" name="object 416"/>
            <p:cNvSpPr/>
            <p:nvPr/>
          </p:nvSpPr>
          <p:spPr>
            <a:xfrm>
              <a:off x="1224159" y="4135764"/>
              <a:ext cx="2023110" cy="2059305"/>
            </a:xfrm>
            <a:custGeom>
              <a:avLst/>
              <a:gdLst/>
              <a:ahLst/>
              <a:cxnLst/>
              <a:rect l="l" t="t" r="r" b="b"/>
              <a:pathLst>
                <a:path w="2023110" h="2059304">
                  <a:moveTo>
                    <a:pt x="0" y="2059063"/>
                  </a:moveTo>
                  <a:lnTo>
                    <a:pt x="2022701" y="2059063"/>
                  </a:lnTo>
                  <a:lnTo>
                    <a:pt x="2022701" y="0"/>
                  </a:lnTo>
                  <a:lnTo>
                    <a:pt x="0" y="0"/>
                  </a:lnTo>
                  <a:lnTo>
                    <a:pt x="0" y="2059063"/>
                  </a:lnTo>
                  <a:close/>
                </a:path>
              </a:pathLst>
            </a:custGeom>
            <a:ln w="396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7" name="object 417"/>
            <p:cNvSpPr/>
            <p:nvPr/>
          </p:nvSpPr>
          <p:spPr>
            <a:xfrm>
              <a:off x="1277063" y="4170968"/>
              <a:ext cx="305435" cy="280670"/>
            </a:xfrm>
            <a:custGeom>
              <a:avLst/>
              <a:gdLst/>
              <a:ahLst/>
              <a:cxnLst/>
              <a:rect l="l" t="t" r="r" b="b"/>
              <a:pathLst>
                <a:path w="305434" h="280670">
                  <a:moveTo>
                    <a:pt x="168426" y="0"/>
                  </a:moveTo>
                  <a:lnTo>
                    <a:pt x="153685" y="0"/>
                  </a:lnTo>
                  <a:lnTo>
                    <a:pt x="136954" y="0"/>
                  </a:lnTo>
                  <a:lnTo>
                    <a:pt x="107485" y="6199"/>
                  </a:lnTo>
                  <a:lnTo>
                    <a:pt x="67641" y="24417"/>
                  </a:lnTo>
                  <a:lnTo>
                    <a:pt x="34823" y="50353"/>
                  </a:lnTo>
                  <a:lnTo>
                    <a:pt x="13059" y="85145"/>
                  </a:lnTo>
                  <a:lnTo>
                    <a:pt x="6697" y="99062"/>
                  </a:lnTo>
                  <a:lnTo>
                    <a:pt x="3348" y="111081"/>
                  </a:lnTo>
                  <a:lnTo>
                    <a:pt x="0" y="140180"/>
                  </a:lnTo>
                  <a:lnTo>
                    <a:pt x="3348" y="169153"/>
                  </a:lnTo>
                  <a:lnTo>
                    <a:pt x="6697" y="181172"/>
                  </a:lnTo>
                  <a:lnTo>
                    <a:pt x="13059" y="195089"/>
                  </a:lnTo>
                  <a:lnTo>
                    <a:pt x="18081" y="207108"/>
                  </a:lnTo>
                  <a:lnTo>
                    <a:pt x="44534" y="239243"/>
                  </a:lnTo>
                  <a:lnTo>
                    <a:pt x="81037" y="263661"/>
                  </a:lnTo>
                  <a:lnTo>
                    <a:pt x="136954" y="280235"/>
                  </a:lnTo>
                  <a:lnTo>
                    <a:pt x="168426" y="280235"/>
                  </a:lnTo>
                  <a:lnTo>
                    <a:pt x="183153" y="277198"/>
                  </a:lnTo>
                  <a:lnTo>
                    <a:pt x="198223" y="274415"/>
                  </a:lnTo>
                  <a:lnTo>
                    <a:pt x="237739" y="255943"/>
                  </a:lnTo>
                  <a:lnTo>
                    <a:pt x="270885" y="230007"/>
                  </a:lnTo>
                  <a:lnTo>
                    <a:pt x="292310" y="195089"/>
                  </a:lnTo>
                  <a:lnTo>
                    <a:pt x="299008" y="181172"/>
                  </a:lnTo>
                  <a:lnTo>
                    <a:pt x="302028" y="169153"/>
                  </a:lnTo>
                  <a:lnTo>
                    <a:pt x="305377" y="140180"/>
                  </a:lnTo>
                  <a:lnTo>
                    <a:pt x="302028" y="111081"/>
                  </a:lnTo>
                  <a:lnTo>
                    <a:pt x="299008" y="99062"/>
                  </a:lnTo>
                  <a:lnTo>
                    <a:pt x="292310" y="85145"/>
                  </a:lnTo>
                  <a:lnTo>
                    <a:pt x="287287" y="73126"/>
                  </a:lnTo>
                  <a:lnTo>
                    <a:pt x="260838" y="41118"/>
                  </a:lnTo>
                  <a:lnTo>
                    <a:pt x="224672" y="16700"/>
                  </a:lnTo>
                  <a:lnTo>
                    <a:pt x="198223" y="6199"/>
                  </a:lnTo>
                  <a:lnTo>
                    <a:pt x="168426" y="0"/>
                  </a:lnTo>
                  <a:close/>
                </a:path>
              </a:pathLst>
            </a:custGeom>
            <a:solidFill>
              <a:srgbClr val="FFFFFF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8" name="object 418"/>
            <p:cNvSpPr/>
            <p:nvPr/>
          </p:nvSpPr>
          <p:spPr>
            <a:xfrm>
              <a:off x="1277063" y="4170968"/>
              <a:ext cx="305435" cy="280670"/>
            </a:xfrm>
            <a:custGeom>
              <a:avLst/>
              <a:gdLst/>
              <a:ahLst/>
              <a:cxnLst/>
              <a:rect l="l" t="t" r="r" b="b"/>
              <a:pathLst>
                <a:path w="305434" h="280670">
                  <a:moveTo>
                    <a:pt x="153685" y="0"/>
                  </a:moveTo>
                  <a:lnTo>
                    <a:pt x="136954" y="0"/>
                  </a:lnTo>
                  <a:lnTo>
                    <a:pt x="122213" y="3162"/>
                  </a:lnTo>
                  <a:lnTo>
                    <a:pt x="107485" y="6199"/>
                  </a:lnTo>
                  <a:lnTo>
                    <a:pt x="67641" y="24417"/>
                  </a:lnTo>
                  <a:lnTo>
                    <a:pt x="34823" y="50353"/>
                  </a:lnTo>
                  <a:lnTo>
                    <a:pt x="13059" y="85145"/>
                  </a:lnTo>
                  <a:lnTo>
                    <a:pt x="6697" y="99062"/>
                  </a:lnTo>
                  <a:lnTo>
                    <a:pt x="3348" y="111081"/>
                  </a:lnTo>
                  <a:lnTo>
                    <a:pt x="1674" y="126516"/>
                  </a:lnTo>
                  <a:lnTo>
                    <a:pt x="0" y="140180"/>
                  </a:lnTo>
                  <a:lnTo>
                    <a:pt x="1674" y="154097"/>
                  </a:lnTo>
                  <a:lnTo>
                    <a:pt x="3348" y="169153"/>
                  </a:lnTo>
                  <a:lnTo>
                    <a:pt x="6697" y="181172"/>
                  </a:lnTo>
                  <a:lnTo>
                    <a:pt x="13059" y="195089"/>
                  </a:lnTo>
                  <a:lnTo>
                    <a:pt x="18081" y="207108"/>
                  </a:lnTo>
                  <a:lnTo>
                    <a:pt x="26452" y="219506"/>
                  </a:lnTo>
                  <a:lnTo>
                    <a:pt x="56253" y="248479"/>
                  </a:lnTo>
                  <a:lnTo>
                    <a:pt x="94089" y="269734"/>
                  </a:lnTo>
                  <a:lnTo>
                    <a:pt x="122213" y="277198"/>
                  </a:lnTo>
                  <a:lnTo>
                    <a:pt x="136954" y="280235"/>
                  </a:lnTo>
                  <a:lnTo>
                    <a:pt x="153685" y="280235"/>
                  </a:lnTo>
                  <a:lnTo>
                    <a:pt x="168426" y="280235"/>
                  </a:lnTo>
                  <a:lnTo>
                    <a:pt x="183153" y="277198"/>
                  </a:lnTo>
                  <a:lnTo>
                    <a:pt x="224672" y="263661"/>
                  </a:lnTo>
                  <a:lnTo>
                    <a:pt x="260838" y="239243"/>
                  </a:lnTo>
                  <a:lnTo>
                    <a:pt x="287287" y="207108"/>
                  </a:lnTo>
                  <a:lnTo>
                    <a:pt x="292310" y="195089"/>
                  </a:lnTo>
                  <a:lnTo>
                    <a:pt x="299008" y="181172"/>
                  </a:lnTo>
                  <a:lnTo>
                    <a:pt x="302028" y="169153"/>
                  </a:lnTo>
                  <a:lnTo>
                    <a:pt x="303703" y="154097"/>
                  </a:lnTo>
                  <a:lnTo>
                    <a:pt x="305377" y="140180"/>
                  </a:lnTo>
                  <a:lnTo>
                    <a:pt x="303703" y="126516"/>
                  </a:lnTo>
                  <a:lnTo>
                    <a:pt x="302028" y="111081"/>
                  </a:lnTo>
                  <a:lnTo>
                    <a:pt x="299008" y="99062"/>
                  </a:lnTo>
                  <a:lnTo>
                    <a:pt x="292310" y="85145"/>
                  </a:lnTo>
                  <a:lnTo>
                    <a:pt x="287287" y="73126"/>
                  </a:lnTo>
                  <a:lnTo>
                    <a:pt x="278915" y="60854"/>
                  </a:lnTo>
                  <a:lnTo>
                    <a:pt x="249460" y="32135"/>
                  </a:lnTo>
                  <a:lnTo>
                    <a:pt x="211276" y="10500"/>
                  </a:lnTo>
                  <a:lnTo>
                    <a:pt x="183153" y="3162"/>
                  </a:lnTo>
                  <a:lnTo>
                    <a:pt x="168426" y="0"/>
                  </a:lnTo>
                  <a:lnTo>
                    <a:pt x="153685" y="0"/>
                  </a:lnTo>
                </a:path>
              </a:pathLst>
            </a:custGeom>
            <a:ln w="32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9" name="object 419"/>
          <p:cNvSpPr txBox="1"/>
          <p:nvPr/>
        </p:nvSpPr>
        <p:spPr>
          <a:xfrm>
            <a:off x="1336665" y="4152410"/>
            <a:ext cx="20129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800" spc="320" dirty="0">
                <a:latin typeface="Times New Roman"/>
                <a:cs typeface="Times New Roman"/>
              </a:rPr>
              <a:t>E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420" name="object 420"/>
          <p:cNvGrpSpPr/>
          <p:nvPr/>
        </p:nvGrpSpPr>
        <p:grpSpPr>
          <a:xfrm>
            <a:off x="1361113" y="4198449"/>
            <a:ext cx="1819910" cy="1957070"/>
            <a:chOff x="1361113" y="4198449"/>
            <a:chExt cx="1819910" cy="1957070"/>
          </a:xfrm>
        </p:grpSpPr>
        <p:pic>
          <p:nvPicPr>
            <p:cNvPr id="421" name="object 42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277734" y="4397759"/>
              <a:ext cx="903080" cy="888876"/>
            </a:xfrm>
            <a:prstGeom prst="rect">
              <a:avLst/>
            </a:prstGeom>
          </p:spPr>
        </p:pic>
        <p:pic>
          <p:nvPicPr>
            <p:cNvPr id="422" name="object 42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647485" y="4661727"/>
              <a:ext cx="64371" cy="47190"/>
            </a:xfrm>
            <a:prstGeom prst="rect">
              <a:avLst/>
            </a:prstGeom>
          </p:spPr>
        </p:pic>
        <p:pic>
          <p:nvPicPr>
            <p:cNvPr id="423" name="object 42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277734" y="4397759"/>
              <a:ext cx="903080" cy="888876"/>
            </a:xfrm>
            <a:prstGeom prst="rect">
              <a:avLst/>
            </a:prstGeom>
          </p:spPr>
        </p:pic>
        <p:pic>
          <p:nvPicPr>
            <p:cNvPr id="424" name="object 42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647485" y="4661727"/>
              <a:ext cx="64371" cy="47190"/>
            </a:xfrm>
            <a:prstGeom prst="rect">
              <a:avLst/>
            </a:prstGeom>
          </p:spPr>
        </p:pic>
        <p:pic>
          <p:nvPicPr>
            <p:cNvPr id="425" name="object 42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361113" y="4198449"/>
              <a:ext cx="1537387" cy="1956917"/>
            </a:xfrm>
            <a:prstGeom prst="rect">
              <a:avLst/>
            </a:prstGeom>
          </p:spPr>
        </p:pic>
      </p:grpSp>
      <p:sp>
        <p:nvSpPr>
          <p:cNvPr id="426" name="object 426"/>
          <p:cNvSpPr txBox="1"/>
          <p:nvPr/>
        </p:nvSpPr>
        <p:spPr>
          <a:xfrm>
            <a:off x="1854998" y="4225602"/>
            <a:ext cx="551815" cy="4819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90"/>
              </a:spcBef>
            </a:pPr>
            <a:r>
              <a:rPr sz="1000" spc="50" dirty="0">
                <a:latin typeface="Times New Roman"/>
                <a:cs typeface="Times New Roman"/>
              </a:rPr>
              <a:t>How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may </a:t>
            </a:r>
            <a:r>
              <a:rPr sz="1000" dirty="0">
                <a:latin typeface="Times New Roman"/>
                <a:cs typeface="Times New Roman"/>
              </a:rPr>
              <a:t>I</a:t>
            </a:r>
            <a:r>
              <a:rPr sz="1000" spc="4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help</a:t>
            </a:r>
            <a:r>
              <a:rPr sz="1000" spc="50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you?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27" name="object 427"/>
          <p:cNvSpPr txBox="1"/>
          <p:nvPr/>
        </p:nvSpPr>
        <p:spPr>
          <a:xfrm>
            <a:off x="2163708" y="5414204"/>
            <a:ext cx="56324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90"/>
              </a:spcBef>
            </a:pPr>
            <a:r>
              <a:rPr sz="1000" spc="-10" dirty="0">
                <a:latin typeface="Times New Roman"/>
                <a:cs typeface="Times New Roman"/>
              </a:rPr>
              <a:t>Withdraw</a:t>
            </a:r>
            <a:endParaRPr sz="1000">
              <a:latin typeface="Times New Roman"/>
              <a:cs typeface="Times New Roman"/>
            </a:endParaRPr>
          </a:p>
          <a:p>
            <a:pPr marR="3810" algn="ctr">
              <a:lnSpc>
                <a:spcPct val="100000"/>
              </a:lnSpc>
              <a:spcBef>
                <a:spcPts val="5"/>
              </a:spcBef>
            </a:pPr>
            <a:r>
              <a:rPr sz="1000" spc="-25" dirty="0">
                <a:latin typeface="Times New Roman"/>
                <a:cs typeface="Times New Roman"/>
              </a:rPr>
              <a:t>$60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428" name="object 428"/>
          <p:cNvGrpSpPr/>
          <p:nvPr/>
        </p:nvGrpSpPr>
        <p:grpSpPr>
          <a:xfrm>
            <a:off x="3325964" y="4086748"/>
            <a:ext cx="2564765" cy="2099310"/>
            <a:chOff x="3325964" y="4086748"/>
            <a:chExt cx="2564765" cy="2099310"/>
          </a:xfrm>
        </p:grpSpPr>
        <p:sp>
          <p:nvSpPr>
            <p:cNvPr id="429" name="object 429"/>
            <p:cNvSpPr/>
            <p:nvPr/>
          </p:nvSpPr>
          <p:spPr>
            <a:xfrm>
              <a:off x="3344319" y="4106750"/>
              <a:ext cx="2526665" cy="2059305"/>
            </a:xfrm>
            <a:custGeom>
              <a:avLst/>
              <a:gdLst/>
              <a:ahLst/>
              <a:cxnLst/>
              <a:rect l="l" t="t" r="r" b="b"/>
              <a:pathLst>
                <a:path w="2526665" h="2059304">
                  <a:moveTo>
                    <a:pt x="2526283" y="0"/>
                  </a:moveTo>
                  <a:lnTo>
                    <a:pt x="0" y="0"/>
                  </a:lnTo>
                  <a:lnTo>
                    <a:pt x="0" y="2059063"/>
                  </a:lnTo>
                  <a:lnTo>
                    <a:pt x="2526283" y="2059063"/>
                  </a:lnTo>
                  <a:lnTo>
                    <a:pt x="2526283" y="0"/>
                  </a:lnTo>
                  <a:close/>
                </a:path>
              </a:pathLst>
            </a:custGeom>
            <a:solidFill>
              <a:srgbClr val="80808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0" name="object 430"/>
            <p:cNvSpPr/>
            <p:nvPr/>
          </p:nvSpPr>
          <p:spPr>
            <a:xfrm>
              <a:off x="3344319" y="4106750"/>
              <a:ext cx="2526665" cy="2059305"/>
            </a:xfrm>
            <a:custGeom>
              <a:avLst/>
              <a:gdLst/>
              <a:ahLst/>
              <a:cxnLst/>
              <a:rect l="l" t="t" r="r" b="b"/>
              <a:pathLst>
                <a:path w="2526665" h="2059304">
                  <a:moveTo>
                    <a:pt x="0" y="2059063"/>
                  </a:moveTo>
                  <a:lnTo>
                    <a:pt x="2526283" y="2059063"/>
                  </a:lnTo>
                  <a:lnTo>
                    <a:pt x="2526283" y="0"/>
                  </a:lnTo>
                  <a:lnTo>
                    <a:pt x="0" y="0"/>
                  </a:lnTo>
                  <a:lnTo>
                    <a:pt x="0" y="2059063"/>
                  </a:lnTo>
                  <a:close/>
                </a:path>
              </a:pathLst>
            </a:custGeom>
            <a:ln w="3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1" name="object 431"/>
            <p:cNvSpPr/>
            <p:nvPr/>
          </p:nvSpPr>
          <p:spPr>
            <a:xfrm>
              <a:off x="3345966" y="4106750"/>
              <a:ext cx="2524760" cy="2059305"/>
            </a:xfrm>
            <a:custGeom>
              <a:avLst/>
              <a:gdLst/>
              <a:ahLst/>
              <a:cxnLst/>
              <a:rect l="l" t="t" r="r" b="b"/>
              <a:pathLst>
                <a:path w="2524760" h="2059304">
                  <a:moveTo>
                    <a:pt x="0" y="2059063"/>
                  </a:moveTo>
                  <a:lnTo>
                    <a:pt x="2524636" y="2059063"/>
                  </a:lnTo>
                  <a:lnTo>
                    <a:pt x="2524636" y="0"/>
                  </a:lnTo>
                  <a:lnTo>
                    <a:pt x="0" y="0"/>
                  </a:lnTo>
                  <a:lnTo>
                    <a:pt x="0" y="2059063"/>
                  </a:lnTo>
                  <a:close/>
                </a:path>
              </a:pathLst>
            </a:custGeom>
            <a:ln w="392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2" name="object 432"/>
            <p:cNvSpPr/>
            <p:nvPr/>
          </p:nvSpPr>
          <p:spPr>
            <a:xfrm>
              <a:off x="3398946" y="4141995"/>
              <a:ext cx="304165" cy="280670"/>
            </a:xfrm>
            <a:custGeom>
              <a:avLst/>
              <a:gdLst/>
              <a:ahLst/>
              <a:cxnLst/>
              <a:rect l="l" t="t" r="r" b="b"/>
              <a:pathLst>
                <a:path w="304164" h="280670">
                  <a:moveTo>
                    <a:pt x="166762" y="0"/>
                  </a:moveTo>
                  <a:lnTo>
                    <a:pt x="151664" y="0"/>
                  </a:lnTo>
                  <a:lnTo>
                    <a:pt x="135194" y="0"/>
                  </a:lnTo>
                  <a:lnTo>
                    <a:pt x="105410" y="6199"/>
                  </a:lnTo>
                  <a:lnTo>
                    <a:pt x="65881" y="24417"/>
                  </a:lnTo>
                  <a:lnTo>
                    <a:pt x="24705" y="62372"/>
                  </a:lnTo>
                  <a:lnTo>
                    <a:pt x="6313" y="99062"/>
                  </a:lnTo>
                  <a:lnTo>
                    <a:pt x="0" y="126516"/>
                  </a:lnTo>
                  <a:lnTo>
                    <a:pt x="0" y="155489"/>
                  </a:lnTo>
                  <a:lnTo>
                    <a:pt x="3294" y="169153"/>
                  </a:lnTo>
                  <a:lnTo>
                    <a:pt x="6313" y="183070"/>
                  </a:lnTo>
                  <a:lnTo>
                    <a:pt x="11392" y="195089"/>
                  </a:lnTo>
                  <a:lnTo>
                    <a:pt x="24705" y="219380"/>
                  </a:lnTo>
                  <a:lnTo>
                    <a:pt x="34450" y="230260"/>
                  </a:lnTo>
                  <a:lnTo>
                    <a:pt x="44470" y="239243"/>
                  </a:lnTo>
                  <a:lnTo>
                    <a:pt x="54215" y="248479"/>
                  </a:lnTo>
                  <a:lnTo>
                    <a:pt x="92371" y="269734"/>
                  </a:lnTo>
                  <a:lnTo>
                    <a:pt x="135194" y="280488"/>
                  </a:lnTo>
                  <a:lnTo>
                    <a:pt x="166762" y="280488"/>
                  </a:lnTo>
                  <a:lnTo>
                    <a:pt x="211232" y="269734"/>
                  </a:lnTo>
                  <a:lnTo>
                    <a:pt x="259134" y="239243"/>
                  </a:lnTo>
                  <a:lnTo>
                    <a:pt x="285624" y="207361"/>
                  </a:lnTo>
                  <a:lnTo>
                    <a:pt x="303741" y="155489"/>
                  </a:lnTo>
                  <a:lnTo>
                    <a:pt x="303741" y="126516"/>
                  </a:lnTo>
                  <a:lnTo>
                    <a:pt x="292349" y="85525"/>
                  </a:lnTo>
                  <a:lnTo>
                    <a:pt x="268879" y="51871"/>
                  </a:lnTo>
                  <a:lnTo>
                    <a:pt x="224271" y="16700"/>
                  </a:lnTo>
                  <a:lnTo>
                    <a:pt x="196134" y="6199"/>
                  </a:lnTo>
                  <a:lnTo>
                    <a:pt x="166762" y="0"/>
                  </a:lnTo>
                  <a:close/>
                </a:path>
              </a:pathLst>
            </a:custGeom>
            <a:solidFill>
              <a:srgbClr val="FFFFFF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3" name="object 433"/>
            <p:cNvSpPr/>
            <p:nvPr/>
          </p:nvSpPr>
          <p:spPr>
            <a:xfrm>
              <a:off x="3398946" y="4141995"/>
              <a:ext cx="304165" cy="280670"/>
            </a:xfrm>
            <a:custGeom>
              <a:avLst/>
              <a:gdLst/>
              <a:ahLst/>
              <a:cxnLst/>
              <a:rect l="l" t="t" r="r" b="b"/>
              <a:pathLst>
                <a:path w="304164" h="280670">
                  <a:moveTo>
                    <a:pt x="151664" y="0"/>
                  </a:moveTo>
                  <a:lnTo>
                    <a:pt x="135194" y="0"/>
                  </a:lnTo>
                  <a:lnTo>
                    <a:pt x="120508" y="3036"/>
                  </a:lnTo>
                  <a:lnTo>
                    <a:pt x="79057" y="16700"/>
                  </a:lnTo>
                  <a:lnTo>
                    <a:pt x="44470" y="40991"/>
                  </a:lnTo>
                  <a:lnTo>
                    <a:pt x="34450" y="51871"/>
                  </a:lnTo>
                  <a:lnTo>
                    <a:pt x="24705" y="62372"/>
                  </a:lnTo>
                  <a:lnTo>
                    <a:pt x="18117" y="73126"/>
                  </a:lnTo>
                  <a:lnTo>
                    <a:pt x="11392" y="85525"/>
                  </a:lnTo>
                  <a:lnTo>
                    <a:pt x="6313" y="99062"/>
                  </a:lnTo>
                  <a:lnTo>
                    <a:pt x="3294" y="112600"/>
                  </a:lnTo>
                  <a:lnTo>
                    <a:pt x="0" y="126516"/>
                  </a:lnTo>
                  <a:lnTo>
                    <a:pt x="0" y="140054"/>
                  </a:lnTo>
                  <a:lnTo>
                    <a:pt x="0" y="155489"/>
                  </a:lnTo>
                  <a:lnTo>
                    <a:pt x="3294" y="169153"/>
                  </a:lnTo>
                  <a:lnTo>
                    <a:pt x="18117" y="207361"/>
                  </a:lnTo>
                  <a:lnTo>
                    <a:pt x="44470" y="239243"/>
                  </a:lnTo>
                  <a:lnTo>
                    <a:pt x="54215" y="248479"/>
                  </a:lnTo>
                  <a:lnTo>
                    <a:pt x="92371" y="269734"/>
                  </a:lnTo>
                  <a:lnTo>
                    <a:pt x="135194" y="280488"/>
                  </a:lnTo>
                  <a:lnTo>
                    <a:pt x="151664" y="280488"/>
                  </a:lnTo>
                  <a:lnTo>
                    <a:pt x="166762" y="280488"/>
                  </a:lnTo>
                  <a:lnTo>
                    <a:pt x="181448" y="278969"/>
                  </a:lnTo>
                  <a:lnTo>
                    <a:pt x="196134" y="274415"/>
                  </a:lnTo>
                  <a:lnTo>
                    <a:pt x="211232" y="269734"/>
                  </a:lnTo>
                  <a:lnTo>
                    <a:pt x="247467" y="248479"/>
                  </a:lnTo>
                  <a:lnTo>
                    <a:pt x="277251" y="219380"/>
                  </a:lnTo>
                  <a:lnTo>
                    <a:pt x="297016" y="183070"/>
                  </a:lnTo>
                  <a:lnTo>
                    <a:pt x="300310" y="169153"/>
                  </a:lnTo>
                  <a:lnTo>
                    <a:pt x="303741" y="155489"/>
                  </a:lnTo>
                  <a:lnTo>
                    <a:pt x="303741" y="140054"/>
                  </a:lnTo>
                  <a:lnTo>
                    <a:pt x="303741" y="126516"/>
                  </a:lnTo>
                  <a:lnTo>
                    <a:pt x="300310" y="112600"/>
                  </a:lnTo>
                  <a:lnTo>
                    <a:pt x="285624" y="73126"/>
                  </a:lnTo>
                  <a:lnTo>
                    <a:pt x="259134" y="40991"/>
                  </a:lnTo>
                  <a:lnTo>
                    <a:pt x="224271" y="16700"/>
                  </a:lnTo>
                  <a:lnTo>
                    <a:pt x="181448" y="3036"/>
                  </a:lnTo>
                  <a:lnTo>
                    <a:pt x="166762" y="0"/>
                  </a:lnTo>
                  <a:lnTo>
                    <a:pt x="151664" y="0"/>
                  </a:lnTo>
                </a:path>
              </a:pathLst>
            </a:custGeom>
            <a:ln w="320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4" name="object 43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375595" y="4867137"/>
              <a:ext cx="901461" cy="890509"/>
            </a:xfrm>
            <a:prstGeom prst="rect">
              <a:avLst/>
            </a:prstGeom>
          </p:spPr>
        </p:pic>
        <p:pic>
          <p:nvPicPr>
            <p:cNvPr id="435" name="object 43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745511" y="5131206"/>
              <a:ext cx="62861" cy="47228"/>
            </a:xfrm>
            <a:prstGeom prst="rect">
              <a:avLst/>
            </a:prstGeom>
          </p:spPr>
        </p:pic>
        <p:pic>
          <p:nvPicPr>
            <p:cNvPr id="436" name="object 43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375595" y="4867137"/>
              <a:ext cx="901461" cy="890509"/>
            </a:xfrm>
            <a:prstGeom prst="rect">
              <a:avLst/>
            </a:prstGeom>
          </p:spPr>
        </p:pic>
        <p:pic>
          <p:nvPicPr>
            <p:cNvPr id="437" name="object 43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745511" y="5131206"/>
              <a:ext cx="72445" cy="56021"/>
            </a:xfrm>
            <a:prstGeom prst="rect">
              <a:avLst/>
            </a:prstGeom>
          </p:spPr>
        </p:pic>
        <p:sp>
          <p:nvSpPr>
            <p:cNvPr id="438" name="object 438"/>
            <p:cNvSpPr/>
            <p:nvPr/>
          </p:nvSpPr>
          <p:spPr>
            <a:xfrm>
              <a:off x="3557474" y="5224259"/>
              <a:ext cx="26670" cy="29209"/>
            </a:xfrm>
            <a:custGeom>
              <a:avLst/>
              <a:gdLst/>
              <a:ahLst/>
              <a:cxnLst/>
              <a:rect l="l" t="t" r="r" b="b"/>
              <a:pathLst>
                <a:path w="26670" h="29210">
                  <a:moveTo>
                    <a:pt x="26489" y="7717"/>
                  </a:moveTo>
                  <a:lnTo>
                    <a:pt x="18391" y="25935"/>
                  </a:lnTo>
                  <a:lnTo>
                    <a:pt x="16744" y="25935"/>
                  </a:lnTo>
                  <a:lnTo>
                    <a:pt x="16744" y="27479"/>
                  </a:lnTo>
                  <a:lnTo>
                    <a:pt x="15097" y="27479"/>
                  </a:lnTo>
                  <a:lnTo>
                    <a:pt x="13450" y="29022"/>
                  </a:lnTo>
                  <a:lnTo>
                    <a:pt x="11666" y="29022"/>
                  </a:lnTo>
                  <a:lnTo>
                    <a:pt x="10019" y="29022"/>
                  </a:lnTo>
                  <a:lnTo>
                    <a:pt x="6725" y="27479"/>
                  </a:lnTo>
                  <a:lnTo>
                    <a:pt x="5078" y="25935"/>
                  </a:lnTo>
                  <a:lnTo>
                    <a:pt x="3294" y="25935"/>
                  </a:lnTo>
                  <a:lnTo>
                    <a:pt x="1647" y="24392"/>
                  </a:lnTo>
                  <a:lnTo>
                    <a:pt x="1647" y="22848"/>
                  </a:lnTo>
                  <a:lnTo>
                    <a:pt x="0" y="21305"/>
                  </a:lnTo>
                  <a:lnTo>
                    <a:pt x="0" y="19761"/>
                  </a:lnTo>
                  <a:lnTo>
                    <a:pt x="0" y="18218"/>
                  </a:lnTo>
                  <a:lnTo>
                    <a:pt x="10019" y="0"/>
                  </a:lnTo>
                </a:path>
              </a:pathLst>
            </a:custGeom>
            <a:ln w="3175">
              <a:solidFill>
                <a:srgbClr val="B1B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9" name="object 43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729252" y="4160031"/>
              <a:ext cx="2100116" cy="1960330"/>
            </a:xfrm>
            <a:prstGeom prst="rect">
              <a:avLst/>
            </a:prstGeom>
          </p:spPr>
        </p:pic>
        <p:sp>
          <p:nvSpPr>
            <p:cNvPr id="440" name="object 440"/>
            <p:cNvSpPr/>
            <p:nvPr/>
          </p:nvSpPr>
          <p:spPr>
            <a:xfrm>
              <a:off x="3344319" y="4106750"/>
              <a:ext cx="2526665" cy="2059305"/>
            </a:xfrm>
            <a:custGeom>
              <a:avLst/>
              <a:gdLst/>
              <a:ahLst/>
              <a:cxnLst/>
              <a:rect l="l" t="t" r="r" b="b"/>
              <a:pathLst>
                <a:path w="2526665" h="2059304">
                  <a:moveTo>
                    <a:pt x="2526283" y="0"/>
                  </a:moveTo>
                  <a:lnTo>
                    <a:pt x="0" y="0"/>
                  </a:lnTo>
                  <a:lnTo>
                    <a:pt x="0" y="2059063"/>
                  </a:lnTo>
                  <a:lnTo>
                    <a:pt x="2526283" y="2059063"/>
                  </a:lnTo>
                  <a:lnTo>
                    <a:pt x="2526283" y="0"/>
                  </a:lnTo>
                  <a:close/>
                </a:path>
              </a:pathLst>
            </a:custGeom>
            <a:solidFill>
              <a:srgbClr val="80808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1" name="object 441"/>
            <p:cNvSpPr/>
            <p:nvPr/>
          </p:nvSpPr>
          <p:spPr>
            <a:xfrm>
              <a:off x="3344319" y="4106750"/>
              <a:ext cx="2526665" cy="2059305"/>
            </a:xfrm>
            <a:custGeom>
              <a:avLst/>
              <a:gdLst/>
              <a:ahLst/>
              <a:cxnLst/>
              <a:rect l="l" t="t" r="r" b="b"/>
              <a:pathLst>
                <a:path w="2526665" h="2059304">
                  <a:moveTo>
                    <a:pt x="0" y="2059063"/>
                  </a:moveTo>
                  <a:lnTo>
                    <a:pt x="2526283" y="2059063"/>
                  </a:lnTo>
                  <a:lnTo>
                    <a:pt x="2526283" y="0"/>
                  </a:lnTo>
                  <a:lnTo>
                    <a:pt x="0" y="0"/>
                  </a:lnTo>
                  <a:lnTo>
                    <a:pt x="0" y="2059063"/>
                  </a:lnTo>
                  <a:close/>
                </a:path>
              </a:pathLst>
            </a:custGeom>
            <a:ln w="3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2" name="object 442"/>
            <p:cNvSpPr/>
            <p:nvPr/>
          </p:nvSpPr>
          <p:spPr>
            <a:xfrm>
              <a:off x="3345966" y="4106750"/>
              <a:ext cx="2524760" cy="2059305"/>
            </a:xfrm>
            <a:custGeom>
              <a:avLst/>
              <a:gdLst/>
              <a:ahLst/>
              <a:cxnLst/>
              <a:rect l="l" t="t" r="r" b="b"/>
              <a:pathLst>
                <a:path w="2524760" h="2059304">
                  <a:moveTo>
                    <a:pt x="0" y="2059063"/>
                  </a:moveTo>
                  <a:lnTo>
                    <a:pt x="2524636" y="2059063"/>
                  </a:lnTo>
                  <a:lnTo>
                    <a:pt x="2524636" y="0"/>
                  </a:lnTo>
                  <a:lnTo>
                    <a:pt x="0" y="0"/>
                  </a:lnTo>
                  <a:lnTo>
                    <a:pt x="0" y="2059063"/>
                  </a:lnTo>
                  <a:close/>
                </a:path>
              </a:pathLst>
            </a:custGeom>
            <a:ln w="392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3" name="object 443"/>
            <p:cNvSpPr/>
            <p:nvPr/>
          </p:nvSpPr>
          <p:spPr>
            <a:xfrm>
              <a:off x="3398946" y="4141995"/>
              <a:ext cx="304165" cy="280670"/>
            </a:xfrm>
            <a:custGeom>
              <a:avLst/>
              <a:gdLst/>
              <a:ahLst/>
              <a:cxnLst/>
              <a:rect l="l" t="t" r="r" b="b"/>
              <a:pathLst>
                <a:path w="304164" h="280670">
                  <a:moveTo>
                    <a:pt x="166762" y="0"/>
                  </a:moveTo>
                  <a:lnTo>
                    <a:pt x="151664" y="0"/>
                  </a:lnTo>
                  <a:lnTo>
                    <a:pt x="135194" y="0"/>
                  </a:lnTo>
                  <a:lnTo>
                    <a:pt x="105410" y="6199"/>
                  </a:lnTo>
                  <a:lnTo>
                    <a:pt x="65881" y="24417"/>
                  </a:lnTo>
                  <a:lnTo>
                    <a:pt x="24705" y="62372"/>
                  </a:lnTo>
                  <a:lnTo>
                    <a:pt x="6313" y="99062"/>
                  </a:lnTo>
                  <a:lnTo>
                    <a:pt x="0" y="126516"/>
                  </a:lnTo>
                  <a:lnTo>
                    <a:pt x="0" y="155489"/>
                  </a:lnTo>
                  <a:lnTo>
                    <a:pt x="3294" y="169153"/>
                  </a:lnTo>
                  <a:lnTo>
                    <a:pt x="6313" y="183070"/>
                  </a:lnTo>
                  <a:lnTo>
                    <a:pt x="11392" y="195089"/>
                  </a:lnTo>
                  <a:lnTo>
                    <a:pt x="24705" y="219380"/>
                  </a:lnTo>
                  <a:lnTo>
                    <a:pt x="34450" y="230260"/>
                  </a:lnTo>
                  <a:lnTo>
                    <a:pt x="44470" y="239243"/>
                  </a:lnTo>
                  <a:lnTo>
                    <a:pt x="54215" y="248479"/>
                  </a:lnTo>
                  <a:lnTo>
                    <a:pt x="92371" y="269734"/>
                  </a:lnTo>
                  <a:lnTo>
                    <a:pt x="135194" y="280488"/>
                  </a:lnTo>
                  <a:lnTo>
                    <a:pt x="166762" y="280488"/>
                  </a:lnTo>
                  <a:lnTo>
                    <a:pt x="211232" y="269734"/>
                  </a:lnTo>
                  <a:lnTo>
                    <a:pt x="259134" y="239243"/>
                  </a:lnTo>
                  <a:lnTo>
                    <a:pt x="285624" y="207361"/>
                  </a:lnTo>
                  <a:lnTo>
                    <a:pt x="303741" y="155489"/>
                  </a:lnTo>
                  <a:lnTo>
                    <a:pt x="303741" y="126516"/>
                  </a:lnTo>
                  <a:lnTo>
                    <a:pt x="292349" y="85525"/>
                  </a:lnTo>
                  <a:lnTo>
                    <a:pt x="268879" y="51871"/>
                  </a:lnTo>
                  <a:lnTo>
                    <a:pt x="224271" y="16700"/>
                  </a:lnTo>
                  <a:lnTo>
                    <a:pt x="196134" y="6199"/>
                  </a:lnTo>
                  <a:lnTo>
                    <a:pt x="166762" y="0"/>
                  </a:lnTo>
                  <a:close/>
                </a:path>
              </a:pathLst>
            </a:custGeom>
            <a:solidFill>
              <a:srgbClr val="FFFFFF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4" name="object 444"/>
            <p:cNvSpPr/>
            <p:nvPr/>
          </p:nvSpPr>
          <p:spPr>
            <a:xfrm>
              <a:off x="3398946" y="4141995"/>
              <a:ext cx="304165" cy="280670"/>
            </a:xfrm>
            <a:custGeom>
              <a:avLst/>
              <a:gdLst/>
              <a:ahLst/>
              <a:cxnLst/>
              <a:rect l="l" t="t" r="r" b="b"/>
              <a:pathLst>
                <a:path w="304164" h="280670">
                  <a:moveTo>
                    <a:pt x="151664" y="0"/>
                  </a:moveTo>
                  <a:lnTo>
                    <a:pt x="135194" y="0"/>
                  </a:lnTo>
                  <a:lnTo>
                    <a:pt x="120508" y="3036"/>
                  </a:lnTo>
                  <a:lnTo>
                    <a:pt x="79057" y="16700"/>
                  </a:lnTo>
                  <a:lnTo>
                    <a:pt x="44470" y="40991"/>
                  </a:lnTo>
                  <a:lnTo>
                    <a:pt x="34450" y="51871"/>
                  </a:lnTo>
                  <a:lnTo>
                    <a:pt x="24705" y="62372"/>
                  </a:lnTo>
                  <a:lnTo>
                    <a:pt x="18117" y="73126"/>
                  </a:lnTo>
                  <a:lnTo>
                    <a:pt x="11392" y="85525"/>
                  </a:lnTo>
                  <a:lnTo>
                    <a:pt x="6313" y="99062"/>
                  </a:lnTo>
                  <a:lnTo>
                    <a:pt x="3294" y="112600"/>
                  </a:lnTo>
                  <a:lnTo>
                    <a:pt x="0" y="126516"/>
                  </a:lnTo>
                  <a:lnTo>
                    <a:pt x="0" y="140054"/>
                  </a:lnTo>
                  <a:lnTo>
                    <a:pt x="0" y="155489"/>
                  </a:lnTo>
                  <a:lnTo>
                    <a:pt x="3294" y="169153"/>
                  </a:lnTo>
                  <a:lnTo>
                    <a:pt x="18117" y="207361"/>
                  </a:lnTo>
                  <a:lnTo>
                    <a:pt x="44470" y="239243"/>
                  </a:lnTo>
                  <a:lnTo>
                    <a:pt x="54215" y="248479"/>
                  </a:lnTo>
                  <a:lnTo>
                    <a:pt x="92371" y="269734"/>
                  </a:lnTo>
                  <a:lnTo>
                    <a:pt x="135194" y="280488"/>
                  </a:lnTo>
                  <a:lnTo>
                    <a:pt x="151664" y="280488"/>
                  </a:lnTo>
                  <a:lnTo>
                    <a:pt x="166762" y="280488"/>
                  </a:lnTo>
                  <a:lnTo>
                    <a:pt x="181448" y="278969"/>
                  </a:lnTo>
                  <a:lnTo>
                    <a:pt x="196134" y="274415"/>
                  </a:lnTo>
                  <a:lnTo>
                    <a:pt x="211232" y="269734"/>
                  </a:lnTo>
                  <a:lnTo>
                    <a:pt x="247467" y="248479"/>
                  </a:lnTo>
                  <a:lnTo>
                    <a:pt x="277251" y="219380"/>
                  </a:lnTo>
                  <a:lnTo>
                    <a:pt x="297016" y="183070"/>
                  </a:lnTo>
                  <a:lnTo>
                    <a:pt x="300310" y="169153"/>
                  </a:lnTo>
                  <a:lnTo>
                    <a:pt x="303741" y="155489"/>
                  </a:lnTo>
                  <a:lnTo>
                    <a:pt x="303741" y="140054"/>
                  </a:lnTo>
                  <a:lnTo>
                    <a:pt x="303741" y="126516"/>
                  </a:lnTo>
                  <a:lnTo>
                    <a:pt x="300310" y="112600"/>
                  </a:lnTo>
                  <a:lnTo>
                    <a:pt x="285624" y="73126"/>
                  </a:lnTo>
                  <a:lnTo>
                    <a:pt x="259134" y="40991"/>
                  </a:lnTo>
                  <a:lnTo>
                    <a:pt x="224271" y="16700"/>
                  </a:lnTo>
                  <a:lnTo>
                    <a:pt x="181448" y="3036"/>
                  </a:lnTo>
                  <a:lnTo>
                    <a:pt x="166762" y="0"/>
                  </a:lnTo>
                  <a:lnTo>
                    <a:pt x="151664" y="0"/>
                  </a:lnTo>
                </a:path>
              </a:pathLst>
            </a:custGeom>
            <a:ln w="320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5" name="object 445"/>
          <p:cNvSpPr txBox="1"/>
          <p:nvPr/>
        </p:nvSpPr>
        <p:spPr>
          <a:xfrm>
            <a:off x="3461534" y="4123438"/>
            <a:ext cx="19304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800" spc="360" dirty="0">
                <a:latin typeface="Times New Roman"/>
                <a:cs typeface="Times New Roman"/>
              </a:rPr>
              <a:t>F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446" name="object 446"/>
          <p:cNvGrpSpPr/>
          <p:nvPr/>
        </p:nvGrpSpPr>
        <p:grpSpPr>
          <a:xfrm>
            <a:off x="3375595" y="4160030"/>
            <a:ext cx="2454275" cy="1960880"/>
            <a:chOff x="3375595" y="4160030"/>
            <a:chExt cx="2454275" cy="1960880"/>
          </a:xfrm>
        </p:grpSpPr>
        <p:pic>
          <p:nvPicPr>
            <p:cNvPr id="447" name="object 44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375595" y="4867136"/>
              <a:ext cx="901461" cy="890509"/>
            </a:xfrm>
            <a:prstGeom prst="rect">
              <a:avLst/>
            </a:prstGeom>
          </p:spPr>
        </p:pic>
        <p:pic>
          <p:nvPicPr>
            <p:cNvPr id="448" name="object 44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745511" y="5131206"/>
              <a:ext cx="62861" cy="47228"/>
            </a:xfrm>
            <a:prstGeom prst="rect">
              <a:avLst/>
            </a:prstGeom>
          </p:spPr>
        </p:pic>
        <p:pic>
          <p:nvPicPr>
            <p:cNvPr id="449" name="object 44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375595" y="4867136"/>
              <a:ext cx="901461" cy="890509"/>
            </a:xfrm>
            <a:prstGeom prst="rect">
              <a:avLst/>
            </a:prstGeom>
          </p:spPr>
        </p:pic>
        <p:pic>
          <p:nvPicPr>
            <p:cNvPr id="450" name="object 45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745511" y="5131206"/>
              <a:ext cx="72445" cy="56021"/>
            </a:xfrm>
            <a:prstGeom prst="rect">
              <a:avLst/>
            </a:prstGeom>
          </p:spPr>
        </p:pic>
        <p:sp>
          <p:nvSpPr>
            <p:cNvPr id="451" name="object 451"/>
            <p:cNvSpPr/>
            <p:nvPr/>
          </p:nvSpPr>
          <p:spPr>
            <a:xfrm>
              <a:off x="3557474" y="5224259"/>
              <a:ext cx="26670" cy="29209"/>
            </a:xfrm>
            <a:custGeom>
              <a:avLst/>
              <a:gdLst/>
              <a:ahLst/>
              <a:cxnLst/>
              <a:rect l="l" t="t" r="r" b="b"/>
              <a:pathLst>
                <a:path w="26670" h="29210">
                  <a:moveTo>
                    <a:pt x="26489" y="7717"/>
                  </a:moveTo>
                  <a:lnTo>
                    <a:pt x="18391" y="25935"/>
                  </a:lnTo>
                  <a:lnTo>
                    <a:pt x="16744" y="25935"/>
                  </a:lnTo>
                  <a:lnTo>
                    <a:pt x="16744" y="27479"/>
                  </a:lnTo>
                  <a:lnTo>
                    <a:pt x="15097" y="27479"/>
                  </a:lnTo>
                  <a:lnTo>
                    <a:pt x="13450" y="29022"/>
                  </a:lnTo>
                  <a:lnTo>
                    <a:pt x="11666" y="29022"/>
                  </a:lnTo>
                  <a:lnTo>
                    <a:pt x="10019" y="29022"/>
                  </a:lnTo>
                  <a:lnTo>
                    <a:pt x="6725" y="27479"/>
                  </a:lnTo>
                  <a:lnTo>
                    <a:pt x="5078" y="25935"/>
                  </a:lnTo>
                  <a:lnTo>
                    <a:pt x="3294" y="25935"/>
                  </a:lnTo>
                  <a:lnTo>
                    <a:pt x="1647" y="24392"/>
                  </a:lnTo>
                  <a:lnTo>
                    <a:pt x="1647" y="22848"/>
                  </a:lnTo>
                  <a:lnTo>
                    <a:pt x="0" y="21305"/>
                  </a:lnTo>
                  <a:lnTo>
                    <a:pt x="0" y="19761"/>
                  </a:lnTo>
                  <a:lnTo>
                    <a:pt x="0" y="18218"/>
                  </a:lnTo>
                  <a:lnTo>
                    <a:pt x="10019" y="0"/>
                  </a:lnTo>
                </a:path>
              </a:pathLst>
            </a:custGeom>
            <a:ln w="3175">
              <a:solidFill>
                <a:srgbClr val="B1B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2" name="object 45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729252" y="4160030"/>
              <a:ext cx="2100116" cy="1960330"/>
            </a:xfrm>
            <a:prstGeom prst="rect">
              <a:avLst/>
            </a:prstGeom>
          </p:spPr>
        </p:pic>
      </p:grpSp>
      <p:sp>
        <p:nvSpPr>
          <p:cNvPr id="453" name="object 453"/>
          <p:cNvSpPr txBox="1"/>
          <p:nvPr/>
        </p:nvSpPr>
        <p:spPr>
          <a:xfrm>
            <a:off x="3899234" y="4263557"/>
            <a:ext cx="44005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90"/>
              </a:spcBef>
            </a:pPr>
            <a:r>
              <a:rPr sz="1000" spc="-10" dirty="0">
                <a:latin typeface="Times New Roman"/>
                <a:cs typeface="Times New Roman"/>
              </a:rPr>
              <a:t>Release</a:t>
            </a:r>
            <a:endParaRPr sz="100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  <a:spcBef>
                <a:spcPts val="5"/>
              </a:spcBef>
            </a:pPr>
            <a:r>
              <a:rPr sz="1000" spc="-25" dirty="0">
                <a:latin typeface="Times New Roman"/>
                <a:cs typeface="Times New Roman"/>
              </a:rPr>
              <a:t>$60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54" name="object 454"/>
          <p:cNvSpPr txBox="1"/>
          <p:nvPr/>
        </p:nvSpPr>
        <p:spPr>
          <a:xfrm>
            <a:off x="4430953" y="5405247"/>
            <a:ext cx="51625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5080" algn="ctr">
              <a:lnSpc>
                <a:spcPts val="1200"/>
              </a:lnSpc>
              <a:spcBef>
                <a:spcPts val="90"/>
              </a:spcBef>
            </a:pPr>
            <a:r>
              <a:rPr sz="1000" spc="-10" dirty="0">
                <a:latin typeface="Times New Roman"/>
                <a:cs typeface="Times New Roman"/>
              </a:rPr>
              <a:t>Dispense</a:t>
            </a:r>
            <a:endParaRPr sz="100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sz="1000" spc="-25" dirty="0">
                <a:latin typeface="Times New Roman"/>
                <a:cs typeface="Times New Roman"/>
              </a:rPr>
              <a:t>$60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455" name="object 455"/>
          <p:cNvGrpSpPr/>
          <p:nvPr/>
        </p:nvGrpSpPr>
        <p:grpSpPr>
          <a:xfrm>
            <a:off x="5948822" y="5183446"/>
            <a:ext cx="3009265" cy="1090930"/>
            <a:chOff x="5948822" y="5183446"/>
            <a:chExt cx="3009265" cy="1090930"/>
          </a:xfrm>
        </p:grpSpPr>
        <p:sp>
          <p:nvSpPr>
            <p:cNvPr id="456" name="object 456"/>
            <p:cNvSpPr/>
            <p:nvPr/>
          </p:nvSpPr>
          <p:spPr>
            <a:xfrm>
              <a:off x="5968190" y="5202813"/>
              <a:ext cx="2970530" cy="1052195"/>
            </a:xfrm>
            <a:custGeom>
              <a:avLst/>
              <a:gdLst/>
              <a:ahLst/>
              <a:cxnLst/>
              <a:rect l="l" t="t" r="r" b="b"/>
              <a:pathLst>
                <a:path w="2970529" h="1052195">
                  <a:moveTo>
                    <a:pt x="2970297" y="0"/>
                  </a:moveTo>
                  <a:lnTo>
                    <a:pt x="0" y="0"/>
                  </a:lnTo>
                  <a:lnTo>
                    <a:pt x="0" y="1051583"/>
                  </a:lnTo>
                  <a:lnTo>
                    <a:pt x="2970297" y="1051583"/>
                  </a:lnTo>
                  <a:lnTo>
                    <a:pt x="2970297" y="0"/>
                  </a:lnTo>
                  <a:close/>
                </a:path>
              </a:pathLst>
            </a:custGeom>
            <a:solidFill>
              <a:srgbClr val="80808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7" name="object 457"/>
            <p:cNvSpPr/>
            <p:nvPr/>
          </p:nvSpPr>
          <p:spPr>
            <a:xfrm>
              <a:off x="5968190" y="5202813"/>
              <a:ext cx="2970530" cy="1052195"/>
            </a:xfrm>
            <a:custGeom>
              <a:avLst/>
              <a:gdLst/>
              <a:ahLst/>
              <a:cxnLst/>
              <a:rect l="l" t="t" r="r" b="b"/>
              <a:pathLst>
                <a:path w="2970529" h="1052195">
                  <a:moveTo>
                    <a:pt x="0" y="1051583"/>
                  </a:moveTo>
                  <a:lnTo>
                    <a:pt x="2970297" y="1051583"/>
                  </a:lnTo>
                  <a:lnTo>
                    <a:pt x="2970297" y="0"/>
                  </a:lnTo>
                  <a:lnTo>
                    <a:pt x="0" y="0"/>
                  </a:lnTo>
                  <a:lnTo>
                    <a:pt x="0" y="105158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8" name="object 45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448833" y="5198035"/>
              <a:ext cx="901049" cy="667895"/>
            </a:xfrm>
            <a:prstGeom prst="rect">
              <a:avLst/>
            </a:prstGeom>
          </p:spPr>
        </p:pic>
        <p:pic>
          <p:nvPicPr>
            <p:cNvPr id="459" name="object 45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818337" y="5406836"/>
              <a:ext cx="62861" cy="48759"/>
            </a:xfrm>
            <a:prstGeom prst="rect">
              <a:avLst/>
            </a:prstGeom>
          </p:spPr>
        </p:pic>
        <p:pic>
          <p:nvPicPr>
            <p:cNvPr id="460" name="object 46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448833" y="5198035"/>
              <a:ext cx="901049" cy="667895"/>
            </a:xfrm>
            <a:prstGeom prst="rect">
              <a:avLst/>
            </a:prstGeom>
          </p:spPr>
        </p:pic>
        <p:pic>
          <p:nvPicPr>
            <p:cNvPr id="461" name="object 46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818337" y="5406836"/>
              <a:ext cx="62861" cy="48759"/>
            </a:xfrm>
            <a:prstGeom prst="rect">
              <a:avLst/>
            </a:prstGeom>
          </p:spPr>
        </p:pic>
        <p:sp>
          <p:nvSpPr>
            <p:cNvPr id="462" name="object 462"/>
            <p:cNvSpPr/>
            <p:nvPr/>
          </p:nvSpPr>
          <p:spPr>
            <a:xfrm>
              <a:off x="6823415" y="5411618"/>
              <a:ext cx="66675" cy="52069"/>
            </a:xfrm>
            <a:custGeom>
              <a:avLst/>
              <a:gdLst/>
              <a:ahLst/>
              <a:cxnLst/>
              <a:rect l="l" t="t" r="r" b="b"/>
              <a:pathLst>
                <a:path w="66675" h="52070">
                  <a:moveTo>
                    <a:pt x="16744" y="47228"/>
                  </a:moveTo>
                  <a:lnTo>
                    <a:pt x="13450" y="47228"/>
                  </a:lnTo>
                  <a:lnTo>
                    <a:pt x="13450" y="50315"/>
                  </a:lnTo>
                  <a:lnTo>
                    <a:pt x="16744" y="50315"/>
                  </a:lnTo>
                  <a:lnTo>
                    <a:pt x="16744" y="47228"/>
                  </a:lnTo>
                  <a:close/>
                </a:path>
                <a:path w="66675" h="52070">
                  <a:moveTo>
                    <a:pt x="11803" y="42901"/>
                  </a:moveTo>
                  <a:lnTo>
                    <a:pt x="8372" y="42901"/>
                  </a:lnTo>
                  <a:lnTo>
                    <a:pt x="8372" y="45685"/>
                  </a:lnTo>
                  <a:lnTo>
                    <a:pt x="11803" y="45685"/>
                  </a:lnTo>
                  <a:lnTo>
                    <a:pt x="11803" y="42901"/>
                  </a:lnTo>
                  <a:close/>
                </a:path>
                <a:path w="66675" h="52070">
                  <a:moveTo>
                    <a:pt x="6725" y="36727"/>
                  </a:moveTo>
                  <a:lnTo>
                    <a:pt x="5078" y="36727"/>
                  </a:lnTo>
                  <a:lnTo>
                    <a:pt x="3431" y="38271"/>
                  </a:lnTo>
                  <a:lnTo>
                    <a:pt x="3431" y="39814"/>
                  </a:lnTo>
                  <a:lnTo>
                    <a:pt x="5078" y="39814"/>
                  </a:lnTo>
                  <a:lnTo>
                    <a:pt x="5078" y="41358"/>
                  </a:lnTo>
                  <a:lnTo>
                    <a:pt x="6725" y="41358"/>
                  </a:lnTo>
                  <a:lnTo>
                    <a:pt x="6725" y="39814"/>
                  </a:lnTo>
                  <a:lnTo>
                    <a:pt x="8372" y="38271"/>
                  </a:lnTo>
                  <a:lnTo>
                    <a:pt x="6725" y="38271"/>
                  </a:lnTo>
                  <a:lnTo>
                    <a:pt x="6725" y="36727"/>
                  </a:lnTo>
                  <a:close/>
                </a:path>
                <a:path w="66675" h="52070">
                  <a:moveTo>
                    <a:pt x="5078" y="32097"/>
                  </a:moveTo>
                  <a:lnTo>
                    <a:pt x="0" y="32097"/>
                  </a:lnTo>
                  <a:lnTo>
                    <a:pt x="0" y="33640"/>
                  </a:lnTo>
                  <a:lnTo>
                    <a:pt x="5078" y="33640"/>
                  </a:lnTo>
                  <a:lnTo>
                    <a:pt x="5078" y="32097"/>
                  </a:lnTo>
                  <a:close/>
                </a:path>
                <a:path w="66675" h="52070">
                  <a:moveTo>
                    <a:pt x="3431" y="30553"/>
                  </a:moveTo>
                  <a:lnTo>
                    <a:pt x="1784" y="30553"/>
                  </a:lnTo>
                  <a:lnTo>
                    <a:pt x="1784" y="32097"/>
                  </a:lnTo>
                  <a:lnTo>
                    <a:pt x="3431" y="32097"/>
                  </a:lnTo>
                  <a:lnTo>
                    <a:pt x="3431" y="30553"/>
                  </a:lnTo>
                  <a:close/>
                </a:path>
                <a:path w="66675" h="52070">
                  <a:moveTo>
                    <a:pt x="3431" y="24379"/>
                  </a:moveTo>
                  <a:lnTo>
                    <a:pt x="0" y="24379"/>
                  </a:lnTo>
                  <a:lnTo>
                    <a:pt x="0" y="27466"/>
                  </a:lnTo>
                  <a:lnTo>
                    <a:pt x="1784" y="27466"/>
                  </a:lnTo>
                  <a:lnTo>
                    <a:pt x="3431" y="25923"/>
                  </a:lnTo>
                  <a:lnTo>
                    <a:pt x="3431" y="24379"/>
                  </a:lnTo>
                  <a:close/>
                </a:path>
                <a:path w="66675" h="52070">
                  <a:moveTo>
                    <a:pt x="3431" y="16978"/>
                  </a:moveTo>
                  <a:lnTo>
                    <a:pt x="0" y="16978"/>
                  </a:lnTo>
                  <a:lnTo>
                    <a:pt x="0" y="20065"/>
                  </a:lnTo>
                  <a:lnTo>
                    <a:pt x="3431" y="20065"/>
                  </a:lnTo>
                  <a:lnTo>
                    <a:pt x="3431" y="16978"/>
                  </a:lnTo>
                  <a:close/>
                </a:path>
                <a:path w="66675" h="52070">
                  <a:moveTo>
                    <a:pt x="5078" y="10804"/>
                  </a:moveTo>
                  <a:lnTo>
                    <a:pt x="3431" y="10804"/>
                  </a:lnTo>
                  <a:lnTo>
                    <a:pt x="3431" y="13891"/>
                  </a:lnTo>
                  <a:lnTo>
                    <a:pt x="5078" y="13891"/>
                  </a:lnTo>
                  <a:lnTo>
                    <a:pt x="5078" y="10804"/>
                  </a:lnTo>
                  <a:close/>
                </a:path>
                <a:path w="66675" h="52070">
                  <a:moveTo>
                    <a:pt x="10156" y="4630"/>
                  </a:moveTo>
                  <a:lnTo>
                    <a:pt x="8372" y="4630"/>
                  </a:lnTo>
                  <a:lnTo>
                    <a:pt x="6725" y="6174"/>
                  </a:lnTo>
                  <a:lnTo>
                    <a:pt x="6725" y="7717"/>
                  </a:lnTo>
                  <a:lnTo>
                    <a:pt x="10156" y="7717"/>
                  </a:lnTo>
                  <a:lnTo>
                    <a:pt x="10156" y="4630"/>
                  </a:lnTo>
                  <a:close/>
                </a:path>
                <a:path w="66675" h="52070">
                  <a:moveTo>
                    <a:pt x="15097" y="0"/>
                  </a:moveTo>
                  <a:lnTo>
                    <a:pt x="13450" y="0"/>
                  </a:lnTo>
                  <a:lnTo>
                    <a:pt x="13450" y="1543"/>
                  </a:lnTo>
                  <a:lnTo>
                    <a:pt x="11803" y="1543"/>
                  </a:lnTo>
                  <a:lnTo>
                    <a:pt x="11803" y="3087"/>
                  </a:lnTo>
                  <a:lnTo>
                    <a:pt x="15097" y="3087"/>
                  </a:lnTo>
                  <a:lnTo>
                    <a:pt x="15097" y="0"/>
                  </a:lnTo>
                  <a:close/>
                </a:path>
                <a:path w="66675" h="52070">
                  <a:moveTo>
                    <a:pt x="23195" y="1543"/>
                  </a:moveTo>
                  <a:lnTo>
                    <a:pt x="20176" y="1543"/>
                  </a:lnTo>
                  <a:lnTo>
                    <a:pt x="20176" y="4630"/>
                  </a:lnTo>
                  <a:lnTo>
                    <a:pt x="21548" y="4630"/>
                  </a:lnTo>
                  <a:lnTo>
                    <a:pt x="23195" y="3087"/>
                  </a:lnTo>
                  <a:lnTo>
                    <a:pt x="23195" y="1543"/>
                  </a:lnTo>
                  <a:close/>
                </a:path>
                <a:path w="66675" h="52070">
                  <a:moveTo>
                    <a:pt x="29921" y="4630"/>
                  </a:moveTo>
                  <a:lnTo>
                    <a:pt x="28136" y="4630"/>
                  </a:lnTo>
                  <a:lnTo>
                    <a:pt x="28136" y="6174"/>
                  </a:lnTo>
                  <a:lnTo>
                    <a:pt x="29921" y="6174"/>
                  </a:lnTo>
                  <a:lnTo>
                    <a:pt x="29921" y="4630"/>
                  </a:lnTo>
                  <a:close/>
                </a:path>
                <a:path w="66675" h="52070">
                  <a:moveTo>
                    <a:pt x="31568" y="3087"/>
                  </a:moveTo>
                  <a:lnTo>
                    <a:pt x="26489" y="3087"/>
                  </a:lnTo>
                  <a:lnTo>
                    <a:pt x="26489" y="4630"/>
                  </a:lnTo>
                  <a:lnTo>
                    <a:pt x="31568" y="4630"/>
                  </a:lnTo>
                  <a:lnTo>
                    <a:pt x="31568" y="3087"/>
                  </a:lnTo>
                  <a:close/>
                </a:path>
                <a:path w="66675" h="52070">
                  <a:moveTo>
                    <a:pt x="29921" y="1543"/>
                  </a:moveTo>
                  <a:lnTo>
                    <a:pt x="28136" y="1543"/>
                  </a:lnTo>
                  <a:lnTo>
                    <a:pt x="28136" y="3087"/>
                  </a:lnTo>
                  <a:lnTo>
                    <a:pt x="29921" y="3087"/>
                  </a:lnTo>
                  <a:lnTo>
                    <a:pt x="29921" y="1543"/>
                  </a:lnTo>
                  <a:close/>
                </a:path>
                <a:path w="66675" h="52070">
                  <a:moveTo>
                    <a:pt x="36509" y="3087"/>
                  </a:moveTo>
                  <a:lnTo>
                    <a:pt x="34862" y="4630"/>
                  </a:lnTo>
                  <a:lnTo>
                    <a:pt x="34862" y="6174"/>
                  </a:lnTo>
                  <a:lnTo>
                    <a:pt x="36509" y="7717"/>
                  </a:lnTo>
                  <a:lnTo>
                    <a:pt x="38293" y="6174"/>
                  </a:lnTo>
                  <a:lnTo>
                    <a:pt x="38293" y="4630"/>
                  </a:lnTo>
                  <a:lnTo>
                    <a:pt x="36509" y="3087"/>
                  </a:lnTo>
                  <a:close/>
                </a:path>
                <a:path w="66675" h="52070">
                  <a:moveTo>
                    <a:pt x="44881" y="6174"/>
                  </a:moveTo>
                  <a:lnTo>
                    <a:pt x="41587" y="6174"/>
                  </a:lnTo>
                  <a:lnTo>
                    <a:pt x="41587" y="9261"/>
                  </a:lnTo>
                  <a:lnTo>
                    <a:pt x="44881" y="9261"/>
                  </a:lnTo>
                  <a:lnTo>
                    <a:pt x="44881" y="6174"/>
                  </a:lnTo>
                  <a:close/>
                </a:path>
                <a:path w="66675" h="52070">
                  <a:moveTo>
                    <a:pt x="51332" y="9261"/>
                  </a:moveTo>
                  <a:lnTo>
                    <a:pt x="47901" y="9261"/>
                  </a:lnTo>
                  <a:lnTo>
                    <a:pt x="47901" y="12348"/>
                  </a:lnTo>
                  <a:lnTo>
                    <a:pt x="51332" y="12348"/>
                  </a:lnTo>
                  <a:lnTo>
                    <a:pt x="51332" y="9261"/>
                  </a:lnTo>
                  <a:close/>
                </a:path>
                <a:path w="66675" h="52070">
                  <a:moveTo>
                    <a:pt x="56273" y="12348"/>
                  </a:moveTo>
                  <a:lnTo>
                    <a:pt x="56273" y="13891"/>
                  </a:lnTo>
                  <a:lnTo>
                    <a:pt x="54626" y="13891"/>
                  </a:lnTo>
                  <a:lnTo>
                    <a:pt x="54626" y="16978"/>
                  </a:lnTo>
                  <a:lnTo>
                    <a:pt x="58058" y="16978"/>
                  </a:lnTo>
                  <a:lnTo>
                    <a:pt x="58058" y="13891"/>
                  </a:lnTo>
                  <a:lnTo>
                    <a:pt x="56273" y="12348"/>
                  </a:lnTo>
                  <a:close/>
                </a:path>
                <a:path w="66675" h="52070">
                  <a:moveTo>
                    <a:pt x="62999" y="18522"/>
                  </a:moveTo>
                  <a:lnTo>
                    <a:pt x="59705" y="18522"/>
                  </a:lnTo>
                  <a:lnTo>
                    <a:pt x="59705" y="21292"/>
                  </a:lnTo>
                  <a:lnTo>
                    <a:pt x="62999" y="21292"/>
                  </a:lnTo>
                  <a:lnTo>
                    <a:pt x="62999" y="18522"/>
                  </a:lnTo>
                  <a:close/>
                </a:path>
                <a:path w="66675" h="52070">
                  <a:moveTo>
                    <a:pt x="66293" y="24379"/>
                  </a:moveTo>
                  <a:lnTo>
                    <a:pt x="62999" y="24379"/>
                  </a:lnTo>
                  <a:lnTo>
                    <a:pt x="62999" y="27466"/>
                  </a:lnTo>
                  <a:lnTo>
                    <a:pt x="66293" y="27466"/>
                  </a:lnTo>
                  <a:lnTo>
                    <a:pt x="66293" y="24379"/>
                  </a:lnTo>
                  <a:close/>
                </a:path>
                <a:path w="66675" h="52070">
                  <a:moveTo>
                    <a:pt x="62999" y="30553"/>
                  </a:moveTo>
                  <a:lnTo>
                    <a:pt x="61352" y="32097"/>
                  </a:lnTo>
                  <a:lnTo>
                    <a:pt x="61352" y="33640"/>
                  </a:lnTo>
                  <a:lnTo>
                    <a:pt x="62999" y="35184"/>
                  </a:lnTo>
                  <a:lnTo>
                    <a:pt x="62999" y="33640"/>
                  </a:lnTo>
                  <a:lnTo>
                    <a:pt x="64646" y="33640"/>
                  </a:lnTo>
                  <a:lnTo>
                    <a:pt x="64646" y="32097"/>
                  </a:lnTo>
                  <a:lnTo>
                    <a:pt x="62999" y="30553"/>
                  </a:lnTo>
                  <a:close/>
                </a:path>
                <a:path w="66675" h="52070">
                  <a:moveTo>
                    <a:pt x="59705" y="36727"/>
                  </a:moveTo>
                  <a:lnTo>
                    <a:pt x="56273" y="36727"/>
                  </a:lnTo>
                  <a:lnTo>
                    <a:pt x="56273" y="39814"/>
                  </a:lnTo>
                  <a:lnTo>
                    <a:pt x="59705" y="39814"/>
                  </a:lnTo>
                  <a:lnTo>
                    <a:pt x="59705" y="36727"/>
                  </a:lnTo>
                  <a:close/>
                </a:path>
                <a:path w="66675" h="52070">
                  <a:moveTo>
                    <a:pt x="51332" y="39814"/>
                  </a:moveTo>
                  <a:lnTo>
                    <a:pt x="49685" y="41358"/>
                  </a:lnTo>
                  <a:lnTo>
                    <a:pt x="49685" y="42901"/>
                  </a:lnTo>
                  <a:lnTo>
                    <a:pt x="52979" y="42901"/>
                  </a:lnTo>
                  <a:lnTo>
                    <a:pt x="52979" y="41358"/>
                  </a:lnTo>
                  <a:lnTo>
                    <a:pt x="51332" y="39814"/>
                  </a:lnTo>
                  <a:close/>
                </a:path>
                <a:path w="66675" h="52070">
                  <a:moveTo>
                    <a:pt x="46254" y="42901"/>
                  </a:moveTo>
                  <a:lnTo>
                    <a:pt x="43234" y="42901"/>
                  </a:lnTo>
                  <a:lnTo>
                    <a:pt x="43234" y="45685"/>
                  </a:lnTo>
                  <a:lnTo>
                    <a:pt x="46254" y="45685"/>
                  </a:lnTo>
                  <a:lnTo>
                    <a:pt x="46254" y="42901"/>
                  </a:lnTo>
                  <a:close/>
                </a:path>
                <a:path w="66675" h="52070">
                  <a:moveTo>
                    <a:pt x="39940" y="45685"/>
                  </a:moveTo>
                  <a:lnTo>
                    <a:pt x="36509" y="45685"/>
                  </a:lnTo>
                  <a:lnTo>
                    <a:pt x="36509" y="48772"/>
                  </a:lnTo>
                  <a:lnTo>
                    <a:pt x="38293" y="48772"/>
                  </a:lnTo>
                  <a:lnTo>
                    <a:pt x="39940" y="47228"/>
                  </a:lnTo>
                  <a:lnTo>
                    <a:pt x="39940" y="45685"/>
                  </a:lnTo>
                  <a:close/>
                </a:path>
                <a:path w="66675" h="52070">
                  <a:moveTo>
                    <a:pt x="31568" y="47228"/>
                  </a:moveTo>
                  <a:lnTo>
                    <a:pt x="28136" y="47228"/>
                  </a:lnTo>
                  <a:lnTo>
                    <a:pt x="28136" y="50315"/>
                  </a:lnTo>
                  <a:lnTo>
                    <a:pt x="31568" y="50315"/>
                  </a:lnTo>
                  <a:lnTo>
                    <a:pt x="31568" y="47228"/>
                  </a:lnTo>
                  <a:close/>
                </a:path>
                <a:path w="66675" h="52070">
                  <a:moveTo>
                    <a:pt x="23195" y="50315"/>
                  </a:moveTo>
                  <a:lnTo>
                    <a:pt x="21548" y="50315"/>
                  </a:lnTo>
                  <a:lnTo>
                    <a:pt x="23195" y="51859"/>
                  </a:lnTo>
                  <a:lnTo>
                    <a:pt x="23195" y="50315"/>
                  </a:lnTo>
                  <a:close/>
                </a:path>
                <a:path w="66675" h="52070">
                  <a:moveTo>
                    <a:pt x="23195" y="47228"/>
                  </a:moveTo>
                  <a:lnTo>
                    <a:pt x="21548" y="47228"/>
                  </a:lnTo>
                  <a:lnTo>
                    <a:pt x="21548" y="48772"/>
                  </a:lnTo>
                  <a:lnTo>
                    <a:pt x="20176" y="50315"/>
                  </a:lnTo>
                  <a:lnTo>
                    <a:pt x="24842" y="50315"/>
                  </a:lnTo>
                  <a:lnTo>
                    <a:pt x="24842" y="48772"/>
                  </a:lnTo>
                  <a:lnTo>
                    <a:pt x="23195" y="47228"/>
                  </a:lnTo>
                  <a:close/>
                </a:path>
              </a:pathLst>
            </a:custGeom>
            <a:solidFill>
              <a:srgbClr val="5F5F5F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3" name="object 463"/>
            <p:cNvSpPr/>
            <p:nvPr/>
          </p:nvSpPr>
          <p:spPr>
            <a:xfrm>
              <a:off x="6823415" y="5411618"/>
              <a:ext cx="66675" cy="52069"/>
            </a:xfrm>
            <a:custGeom>
              <a:avLst/>
              <a:gdLst/>
              <a:ahLst/>
              <a:cxnLst/>
              <a:rect l="l" t="t" r="r" b="b"/>
              <a:pathLst>
                <a:path w="66675" h="52070">
                  <a:moveTo>
                    <a:pt x="13450" y="50315"/>
                  </a:moveTo>
                  <a:lnTo>
                    <a:pt x="13450" y="48772"/>
                  </a:lnTo>
                  <a:lnTo>
                    <a:pt x="13450" y="47228"/>
                  </a:lnTo>
                  <a:lnTo>
                    <a:pt x="15097" y="47228"/>
                  </a:lnTo>
                  <a:lnTo>
                    <a:pt x="16744" y="47228"/>
                  </a:lnTo>
                  <a:lnTo>
                    <a:pt x="16744" y="48772"/>
                  </a:lnTo>
                  <a:lnTo>
                    <a:pt x="16744" y="50315"/>
                  </a:lnTo>
                  <a:lnTo>
                    <a:pt x="15097" y="50315"/>
                  </a:lnTo>
                  <a:lnTo>
                    <a:pt x="13450" y="50315"/>
                  </a:lnTo>
                  <a:close/>
                </a:path>
                <a:path w="66675" h="52070">
                  <a:moveTo>
                    <a:pt x="8372" y="45685"/>
                  </a:moveTo>
                  <a:lnTo>
                    <a:pt x="8372" y="44445"/>
                  </a:lnTo>
                  <a:lnTo>
                    <a:pt x="8372" y="42901"/>
                  </a:lnTo>
                  <a:lnTo>
                    <a:pt x="10156" y="42901"/>
                  </a:lnTo>
                  <a:lnTo>
                    <a:pt x="11803" y="42901"/>
                  </a:lnTo>
                  <a:lnTo>
                    <a:pt x="11803" y="44445"/>
                  </a:lnTo>
                  <a:lnTo>
                    <a:pt x="11803" y="45685"/>
                  </a:lnTo>
                  <a:lnTo>
                    <a:pt x="10156" y="45685"/>
                  </a:lnTo>
                  <a:lnTo>
                    <a:pt x="8372" y="45685"/>
                  </a:lnTo>
                  <a:close/>
                </a:path>
                <a:path w="66675" h="52070">
                  <a:moveTo>
                    <a:pt x="3431" y="39814"/>
                  </a:moveTo>
                  <a:lnTo>
                    <a:pt x="3431" y="38271"/>
                  </a:lnTo>
                  <a:lnTo>
                    <a:pt x="5078" y="36727"/>
                  </a:lnTo>
                  <a:lnTo>
                    <a:pt x="6725" y="36727"/>
                  </a:lnTo>
                  <a:lnTo>
                    <a:pt x="6725" y="38271"/>
                  </a:lnTo>
                  <a:lnTo>
                    <a:pt x="8372" y="38271"/>
                  </a:lnTo>
                  <a:lnTo>
                    <a:pt x="6725" y="39814"/>
                  </a:lnTo>
                  <a:lnTo>
                    <a:pt x="6725" y="41358"/>
                  </a:lnTo>
                  <a:lnTo>
                    <a:pt x="5078" y="41358"/>
                  </a:lnTo>
                  <a:lnTo>
                    <a:pt x="5078" y="39814"/>
                  </a:lnTo>
                  <a:lnTo>
                    <a:pt x="3431" y="39814"/>
                  </a:lnTo>
                  <a:close/>
                </a:path>
                <a:path w="66675" h="52070">
                  <a:moveTo>
                    <a:pt x="0" y="33640"/>
                  </a:moveTo>
                  <a:lnTo>
                    <a:pt x="0" y="32097"/>
                  </a:lnTo>
                  <a:lnTo>
                    <a:pt x="1784" y="32097"/>
                  </a:lnTo>
                  <a:lnTo>
                    <a:pt x="1784" y="30553"/>
                  </a:lnTo>
                  <a:lnTo>
                    <a:pt x="3431" y="30553"/>
                  </a:lnTo>
                  <a:lnTo>
                    <a:pt x="3431" y="32097"/>
                  </a:lnTo>
                  <a:lnTo>
                    <a:pt x="5078" y="32097"/>
                  </a:lnTo>
                  <a:lnTo>
                    <a:pt x="5078" y="33640"/>
                  </a:lnTo>
                  <a:lnTo>
                    <a:pt x="3431" y="33640"/>
                  </a:lnTo>
                  <a:lnTo>
                    <a:pt x="1784" y="33640"/>
                  </a:lnTo>
                  <a:lnTo>
                    <a:pt x="0" y="33640"/>
                  </a:lnTo>
                  <a:close/>
                </a:path>
                <a:path w="66675" h="52070">
                  <a:moveTo>
                    <a:pt x="0" y="25923"/>
                  </a:moveTo>
                  <a:lnTo>
                    <a:pt x="0" y="24379"/>
                  </a:lnTo>
                  <a:lnTo>
                    <a:pt x="1784" y="24379"/>
                  </a:lnTo>
                  <a:lnTo>
                    <a:pt x="3431" y="24379"/>
                  </a:lnTo>
                  <a:lnTo>
                    <a:pt x="3431" y="25923"/>
                  </a:lnTo>
                  <a:lnTo>
                    <a:pt x="1784" y="27466"/>
                  </a:lnTo>
                  <a:lnTo>
                    <a:pt x="0" y="27466"/>
                  </a:lnTo>
                  <a:lnTo>
                    <a:pt x="0" y="25923"/>
                  </a:lnTo>
                  <a:close/>
                </a:path>
                <a:path w="66675" h="52070">
                  <a:moveTo>
                    <a:pt x="0" y="18522"/>
                  </a:moveTo>
                  <a:lnTo>
                    <a:pt x="0" y="16978"/>
                  </a:lnTo>
                  <a:lnTo>
                    <a:pt x="1784" y="16978"/>
                  </a:lnTo>
                  <a:lnTo>
                    <a:pt x="3431" y="16978"/>
                  </a:lnTo>
                  <a:lnTo>
                    <a:pt x="3431" y="18522"/>
                  </a:lnTo>
                  <a:lnTo>
                    <a:pt x="3431" y="20065"/>
                  </a:lnTo>
                  <a:lnTo>
                    <a:pt x="1784" y="20065"/>
                  </a:lnTo>
                  <a:lnTo>
                    <a:pt x="0" y="20065"/>
                  </a:lnTo>
                  <a:lnTo>
                    <a:pt x="0" y="18522"/>
                  </a:lnTo>
                  <a:close/>
                </a:path>
                <a:path w="66675" h="52070">
                  <a:moveTo>
                    <a:pt x="3431" y="12348"/>
                  </a:moveTo>
                  <a:lnTo>
                    <a:pt x="3431" y="10804"/>
                  </a:lnTo>
                  <a:lnTo>
                    <a:pt x="5078" y="10804"/>
                  </a:lnTo>
                  <a:lnTo>
                    <a:pt x="5078" y="12348"/>
                  </a:lnTo>
                  <a:lnTo>
                    <a:pt x="6725" y="12348"/>
                  </a:lnTo>
                  <a:lnTo>
                    <a:pt x="5078" y="12348"/>
                  </a:lnTo>
                  <a:lnTo>
                    <a:pt x="5078" y="13891"/>
                  </a:lnTo>
                  <a:lnTo>
                    <a:pt x="3431" y="13891"/>
                  </a:lnTo>
                  <a:lnTo>
                    <a:pt x="3431" y="12348"/>
                  </a:lnTo>
                  <a:lnTo>
                    <a:pt x="1784" y="12348"/>
                  </a:lnTo>
                  <a:lnTo>
                    <a:pt x="3431" y="12348"/>
                  </a:lnTo>
                  <a:close/>
                </a:path>
                <a:path w="66675" h="52070">
                  <a:moveTo>
                    <a:pt x="6725" y="6174"/>
                  </a:moveTo>
                  <a:lnTo>
                    <a:pt x="8372" y="4630"/>
                  </a:lnTo>
                  <a:lnTo>
                    <a:pt x="10156" y="4630"/>
                  </a:lnTo>
                  <a:lnTo>
                    <a:pt x="10156" y="6174"/>
                  </a:lnTo>
                  <a:lnTo>
                    <a:pt x="10156" y="7717"/>
                  </a:lnTo>
                  <a:lnTo>
                    <a:pt x="8372" y="7717"/>
                  </a:lnTo>
                  <a:lnTo>
                    <a:pt x="6725" y="7717"/>
                  </a:lnTo>
                  <a:lnTo>
                    <a:pt x="6725" y="6174"/>
                  </a:lnTo>
                  <a:close/>
                </a:path>
                <a:path w="66675" h="52070">
                  <a:moveTo>
                    <a:pt x="13450" y="0"/>
                  </a:moveTo>
                  <a:lnTo>
                    <a:pt x="15097" y="0"/>
                  </a:lnTo>
                  <a:lnTo>
                    <a:pt x="15097" y="1543"/>
                  </a:lnTo>
                  <a:lnTo>
                    <a:pt x="15097" y="3087"/>
                  </a:lnTo>
                  <a:lnTo>
                    <a:pt x="13450" y="3087"/>
                  </a:lnTo>
                  <a:lnTo>
                    <a:pt x="11803" y="3087"/>
                  </a:lnTo>
                  <a:lnTo>
                    <a:pt x="11803" y="1543"/>
                  </a:lnTo>
                  <a:lnTo>
                    <a:pt x="13450" y="1543"/>
                  </a:lnTo>
                  <a:lnTo>
                    <a:pt x="13450" y="0"/>
                  </a:lnTo>
                  <a:close/>
                </a:path>
                <a:path w="66675" h="52070">
                  <a:moveTo>
                    <a:pt x="21548" y="1543"/>
                  </a:moveTo>
                  <a:lnTo>
                    <a:pt x="23195" y="1543"/>
                  </a:lnTo>
                  <a:lnTo>
                    <a:pt x="23195" y="3087"/>
                  </a:lnTo>
                  <a:lnTo>
                    <a:pt x="21548" y="4630"/>
                  </a:lnTo>
                  <a:lnTo>
                    <a:pt x="20176" y="4630"/>
                  </a:lnTo>
                  <a:lnTo>
                    <a:pt x="20176" y="3087"/>
                  </a:lnTo>
                  <a:lnTo>
                    <a:pt x="20176" y="1543"/>
                  </a:lnTo>
                  <a:lnTo>
                    <a:pt x="21548" y="1543"/>
                  </a:lnTo>
                  <a:close/>
                </a:path>
                <a:path w="66675" h="52070">
                  <a:moveTo>
                    <a:pt x="29921" y="1543"/>
                  </a:moveTo>
                  <a:lnTo>
                    <a:pt x="29921" y="3087"/>
                  </a:lnTo>
                  <a:lnTo>
                    <a:pt x="31568" y="3087"/>
                  </a:lnTo>
                  <a:lnTo>
                    <a:pt x="31568" y="4630"/>
                  </a:lnTo>
                  <a:lnTo>
                    <a:pt x="29921" y="4630"/>
                  </a:lnTo>
                  <a:lnTo>
                    <a:pt x="29921" y="6174"/>
                  </a:lnTo>
                  <a:lnTo>
                    <a:pt x="28136" y="6174"/>
                  </a:lnTo>
                  <a:lnTo>
                    <a:pt x="28136" y="4630"/>
                  </a:lnTo>
                  <a:lnTo>
                    <a:pt x="26489" y="4630"/>
                  </a:lnTo>
                  <a:lnTo>
                    <a:pt x="26489" y="3087"/>
                  </a:lnTo>
                  <a:lnTo>
                    <a:pt x="28136" y="3087"/>
                  </a:lnTo>
                  <a:lnTo>
                    <a:pt x="28136" y="1543"/>
                  </a:lnTo>
                  <a:lnTo>
                    <a:pt x="29921" y="1543"/>
                  </a:lnTo>
                  <a:close/>
                </a:path>
                <a:path w="66675" h="52070">
                  <a:moveTo>
                    <a:pt x="36509" y="3087"/>
                  </a:moveTo>
                  <a:lnTo>
                    <a:pt x="38293" y="4630"/>
                  </a:lnTo>
                  <a:lnTo>
                    <a:pt x="38293" y="6174"/>
                  </a:lnTo>
                  <a:lnTo>
                    <a:pt x="36509" y="7717"/>
                  </a:lnTo>
                  <a:lnTo>
                    <a:pt x="34862" y="6174"/>
                  </a:lnTo>
                  <a:lnTo>
                    <a:pt x="34862" y="4630"/>
                  </a:lnTo>
                  <a:lnTo>
                    <a:pt x="36509" y="3087"/>
                  </a:lnTo>
                  <a:close/>
                </a:path>
                <a:path w="66675" h="52070">
                  <a:moveTo>
                    <a:pt x="44881" y="6174"/>
                  </a:moveTo>
                  <a:lnTo>
                    <a:pt x="44881" y="7717"/>
                  </a:lnTo>
                  <a:lnTo>
                    <a:pt x="44881" y="9261"/>
                  </a:lnTo>
                  <a:lnTo>
                    <a:pt x="43234" y="9261"/>
                  </a:lnTo>
                  <a:lnTo>
                    <a:pt x="41587" y="9261"/>
                  </a:lnTo>
                  <a:lnTo>
                    <a:pt x="41587" y="7717"/>
                  </a:lnTo>
                  <a:lnTo>
                    <a:pt x="41587" y="6174"/>
                  </a:lnTo>
                  <a:lnTo>
                    <a:pt x="43234" y="6174"/>
                  </a:lnTo>
                  <a:lnTo>
                    <a:pt x="44881" y="6174"/>
                  </a:lnTo>
                  <a:close/>
                </a:path>
                <a:path w="66675" h="52070">
                  <a:moveTo>
                    <a:pt x="51332" y="9261"/>
                  </a:moveTo>
                  <a:lnTo>
                    <a:pt x="51332" y="10804"/>
                  </a:lnTo>
                  <a:lnTo>
                    <a:pt x="51332" y="12348"/>
                  </a:lnTo>
                  <a:lnTo>
                    <a:pt x="49685" y="12348"/>
                  </a:lnTo>
                  <a:lnTo>
                    <a:pt x="47901" y="12348"/>
                  </a:lnTo>
                  <a:lnTo>
                    <a:pt x="47901" y="10804"/>
                  </a:lnTo>
                  <a:lnTo>
                    <a:pt x="47901" y="9261"/>
                  </a:lnTo>
                  <a:lnTo>
                    <a:pt x="49685" y="9261"/>
                  </a:lnTo>
                  <a:lnTo>
                    <a:pt x="51332" y="9261"/>
                  </a:lnTo>
                  <a:close/>
                </a:path>
                <a:path w="66675" h="52070">
                  <a:moveTo>
                    <a:pt x="58058" y="13891"/>
                  </a:moveTo>
                  <a:lnTo>
                    <a:pt x="58058" y="15435"/>
                  </a:lnTo>
                  <a:lnTo>
                    <a:pt x="58058" y="16978"/>
                  </a:lnTo>
                  <a:lnTo>
                    <a:pt x="56273" y="16978"/>
                  </a:lnTo>
                  <a:lnTo>
                    <a:pt x="54626" y="16978"/>
                  </a:lnTo>
                  <a:lnTo>
                    <a:pt x="54626" y="15435"/>
                  </a:lnTo>
                  <a:lnTo>
                    <a:pt x="54626" y="13891"/>
                  </a:lnTo>
                  <a:lnTo>
                    <a:pt x="56273" y="13891"/>
                  </a:lnTo>
                  <a:lnTo>
                    <a:pt x="56273" y="12348"/>
                  </a:lnTo>
                  <a:lnTo>
                    <a:pt x="58058" y="13891"/>
                  </a:lnTo>
                  <a:close/>
                </a:path>
                <a:path w="66675" h="52070">
                  <a:moveTo>
                    <a:pt x="62999" y="18522"/>
                  </a:moveTo>
                  <a:lnTo>
                    <a:pt x="62999" y="20065"/>
                  </a:lnTo>
                  <a:lnTo>
                    <a:pt x="62999" y="21292"/>
                  </a:lnTo>
                  <a:lnTo>
                    <a:pt x="61352" y="21292"/>
                  </a:lnTo>
                  <a:lnTo>
                    <a:pt x="59705" y="21292"/>
                  </a:lnTo>
                  <a:lnTo>
                    <a:pt x="59705" y="20065"/>
                  </a:lnTo>
                  <a:lnTo>
                    <a:pt x="59705" y="18522"/>
                  </a:lnTo>
                  <a:lnTo>
                    <a:pt x="61352" y="18522"/>
                  </a:lnTo>
                  <a:lnTo>
                    <a:pt x="62999" y="18522"/>
                  </a:lnTo>
                  <a:close/>
                </a:path>
                <a:path w="66675" h="52070">
                  <a:moveTo>
                    <a:pt x="66293" y="25923"/>
                  </a:moveTo>
                  <a:lnTo>
                    <a:pt x="66293" y="27466"/>
                  </a:lnTo>
                  <a:lnTo>
                    <a:pt x="64646" y="27466"/>
                  </a:lnTo>
                  <a:lnTo>
                    <a:pt x="62999" y="27466"/>
                  </a:lnTo>
                  <a:lnTo>
                    <a:pt x="62999" y="25923"/>
                  </a:lnTo>
                  <a:lnTo>
                    <a:pt x="62999" y="24379"/>
                  </a:lnTo>
                  <a:lnTo>
                    <a:pt x="64646" y="24379"/>
                  </a:lnTo>
                  <a:lnTo>
                    <a:pt x="66293" y="24379"/>
                  </a:lnTo>
                  <a:lnTo>
                    <a:pt x="66293" y="25923"/>
                  </a:lnTo>
                  <a:close/>
                </a:path>
                <a:path w="66675" h="52070">
                  <a:moveTo>
                    <a:pt x="64646" y="33640"/>
                  </a:moveTo>
                  <a:lnTo>
                    <a:pt x="62999" y="33640"/>
                  </a:lnTo>
                  <a:lnTo>
                    <a:pt x="62999" y="35184"/>
                  </a:lnTo>
                  <a:lnTo>
                    <a:pt x="61352" y="33640"/>
                  </a:lnTo>
                  <a:lnTo>
                    <a:pt x="61352" y="32097"/>
                  </a:lnTo>
                  <a:lnTo>
                    <a:pt x="62999" y="30553"/>
                  </a:lnTo>
                  <a:lnTo>
                    <a:pt x="64646" y="32097"/>
                  </a:lnTo>
                  <a:lnTo>
                    <a:pt x="64646" y="33640"/>
                  </a:lnTo>
                  <a:close/>
                </a:path>
                <a:path w="66675" h="52070">
                  <a:moveTo>
                    <a:pt x="59705" y="39814"/>
                  </a:moveTo>
                  <a:lnTo>
                    <a:pt x="58058" y="39814"/>
                  </a:lnTo>
                  <a:lnTo>
                    <a:pt x="56273" y="39814"/>
                  </a:lnTo>
                  <a:lnTo>
                    <a:pt x="56273" y="38271"/>
                  </a:lnTo>
                  <a:lnTo>
                    <a:pt x="56273" y="36727"/>
                  </a:lnTo>
                  <a:lnTo>
                    <a:pt x="58058" y="36727"/>
                  </a:lnTo>
                  <a:lnTo>
                    <a:pt x="59705" y="36727"/>
                  </a:lnTo>
                  <a:lnTo>
                    <a:pt x="59705" y="38271"/>
                  </a:lnTo>
                  <a:lnTo>
                    <a:pt x="59705" y="39814"/>
                  </a:lnTo>
                  <a:close/>
                </a:path>
                <a:path w="66675" h="52070">
                  <a:moveTo>
                    <a:pt x="52979" y="42901"/>
                  </a:moveTo>
                  <a:lnTo>
                    <a:pt x="51332" y="42901"/>
                  </a:lnTo>
                  <a:lnTo>
                    <a:pt x="49685" y="42901"/>
                  </a:lnTo>
                  <a:lnTo>
                    <a:pt x="49685" y="41358"/>
                  </a:lnTo>
                  <a:lnTo>
                    <a:pt x="51332" y="39814"/>
                  </a:lnTo>
                  <a:lnTo>
                    <a:pt x="52979" y="41358"/>
                  </a:lnTo>
                  <a:lnTo>
                    <a:pt x="52979" y="42901"/>
                  </a:lnTo>
                  <a:close/>
                </a:path>
                <a:path w="66675" h="52070">
                  <a:moveTo>
                    <a:pt x="46254" y="45685"/>
                  </a:moveTo>
                  <a:lnTo>
                    <a:pt x="44881" y="45685"/>
                  </a:lnTo>
                  <a:lnTo>
                    <a:pt x="43234" y="45685"/>
                  </a:lnTo>
                  <a:lnTo>
                    <a:pt x="43234" y="44445"/>
                  </a:lnTo>
                  <a:lnTo>
                    <a:pt x="43234" y="42901"/>
                  </a:lnTo>
                  <a:lnTo>
                    <a:pt x="44881" y="42901"/>
                  </a:lnTo>
                  <a:lnTo>
                    <a:pt x="46254" y="42901"/>
                  </a:lnTo>
                  <a:lnTo>
                    <a:pt x="46254" y="44445"/>
                  </a:lnTo>
                  <a:lnTo>
                    <a:pt x="46254" y="45685"/>
                  </a:lnTo>
                  <a:close/>
                </a:path>
                <a:path w="66675" h="52070">
                  <a:moveTo>
                    <a:pt x="38293" y="48772"/>
                  </a:moveTo>
                  <a:lnTo>
                    <a:pt x="36509" y="48772"/>
                  </a:lnTo>
                  <a:lnTo>
                    <a:pt x="36509" y="47228"/>
                  </a:lnTo>
                  <a:lnTo>
                    <a:pt x="36509" y="45685"/>
                  </a:lnTo>
                  <a:lnTo>
                    <a:pt x="38293" y="45685"/>
                  </a:lnTo>
                  <a:lnTo>
                    <a:pt x="39940" y="45685"/>
                  </a:lnTo>
                  <a:lnTo>
                    <a:pt x="39940" y="47228"/>
                  </a:lnTo>
                  <a:lnTo>
                    <a:pt x="38293" y="48772"/>
                  </a:lnTo>
                  <a:close/>
                </a:path>
                <a:path w="66675" h="52070">
                  <a:moveTo>
                    <a:pt x="31568" y="50315"/>
                  </a:moveTo>
                  <a:lnTo>
                    <a:pt x="29921" y="50315"/>
                  </a:lnTo>
                  <a:lnTo>
                    <a:pt x="28136" y="50315"/>
                  </a:lnTo>
                  <a:lnTo>
                    <a:pt x="28136" y="48772"/>
                  </a:lnTo>
                  <a:lnTo>
                    <a:pt x="28136" y="47228"/>
                  </a:lnTo>
                  <a:lnTo>
                    <a:pt x="29921" y="47228"/>
                  </a:lnTo>
                  <a:lnTo>
                    <a:pt x="31568" y="47228"/>
                  </a:lnTo>
                  <a:lnTo>
                    <a:pt x="31568" y="48772"/>
                  </a:lnTo>
                  <a:lnTo>
                    <a:pt x="31568" y="50315"/>
                  </a:lnTo>
                  <a:close/>
                </a:path>
                <a:path w="66675" h="52070">
                  <a:moveTo>
                    <a:pt x="23195" y="51859"/>
                  </a:moveTo>
                  <a:lnTo>
                    <a:pt x="21548" y="50315"/>
                  </a:lnTo>
                  <a:lnTo>
                    <a:pt x="20176" y="50315"/>
                  </a:lnTo>
                  <a:lnTo>
                    <a:pt x="21548" y="48772"/>
                  </a:lnTo>
                  <a:lnTo>
                    <a:pt x="21548" y="47228"/>
                  </a:lnTo>
                  <a:lnTo>
                    <a:pt x="23195" y="47228"/>
                  </a:lnTo>
                  <a:lnTo>
                    <a:pt x="24842" y="48772"/>
                  </a:lnTo>
                  <a:lnTo>
                    <a:pt x="24842" y="50315"/>
                  </a:lnTo>
                  <a:lnTo>
                    <a:pt x="23195" y="50315"/>
                  </a:lnTo>
                  <a:lnTo>
                    <a:pt x="23195" y="51859"/>
                  </a:lnTo>
                  <a:close/>
                </a:path>
              </a:pathLst>
            </a:custGeom>
            <a:ln w="31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4" name="object 464"/>
            <p:cNvSpPr/>
            <p:nvPr/>
          </p:nvSpPr>
          <p:spPr>
            <a:xfrm>
              <a:off x="6630300" y="5500205"/>
              <a:ext cx="26670" cy="29209"/>
            </a:xfrm>
            <a:custGeom>
              <a:avLst/>
              <a:gdLst/>
              <a:ahLst/>
              <a:cxnLst/>
              <a:rect l="l" t="t" r="r" b="b"/>
              <a:pathLst>
                <a:path w="26670" h="29210">
                  <a:moveTo>
                    <a:pt x="26489" y="7401"/>
                  </a:moveTo>
                  <a:lnTo>
                    <a:pt x="18391" y="25923"/>
                  </a:lnTo>
                  <a:lnTo>
                    <a:pt x="16744" y="27466"/>
                  </a:lnTo>
                  <a:lnTo>
                    <a:pt x="16744" y="29010"/>
                  </a:lnTo>
                  <a:lnTo>
                    <a:pt x="15097" y="29010"/>
                  </a:lnTo>
                  <a:lnTo>
                    <a:pt x="13313" y="29010"/>
                  </a:lnTo>
                  <a:lnTo>
                    <a:pt x="11666" y="29010"/>
                  </a:lnTo>
                  <a:lnTo>
                    <a:pt x="10019" y="29010"/>
                  </a:lnTo>
                  <a:lnTo>
                    <a:pt x="8372" y="29010"/>
                  </a:lnTo>
                  <a:lnTo>
                    <a:pt x="6725" y="29010"/>
                  </a:lnTo>
                  <a:lnTo>
                    <a:pt x="4941" y="27466"/>
                  </a:lnTo>
                  <a:lnTo>
                    <a:pt x="3294" y="25923"/>
                  </a:lnTo>
                  <a:lnTo>
                    <a:pt x="1647" y="25923"/>
                  </a:lnTo>
                  <a:lnTo>
                    <a:pt x="1647" y="24379"/>
                  </a:lnTo>
                  <a:lnTo>
                    <a:pt x="0" y="22836"/>
                  </a:lnTo>
                  <a:lnTo>
                    <a:pt x="0" y="21292"/>
                  </a:lnTo>
                  <a:lnTo>
                    <a:pt x="0" y="18205"/>
                  </a:lnTo>
                  <a:lnTo>
                    <a:pt x="10019" y="0"/>
                  </a:lnTo>
                </a:path>
              </a:pathLst>
            </a:custGeom>
            <a:ln w="3175">
              <a:solidFill>
                <a:srgbClr val="B1B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5" name="object 46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097775" y="5220942"/>
              <a:ext cx="247348" cy="152635"/>
            </a:xfrm>
            <a:prstGeom prst="rect">
              <a:avLst/>
            </a:prstGeom>
          </p:spPr>
        </p:pic>
        <p:pic>
          <p:nvPicPr>
            <p:cNvPr id="466" name="object 46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965157" y="5187362"/>
              <a:ext cx="2979657" cy="1071715"/>
            </a:xfrm>
            <a:prstGeom prst="rect">
              <a:avLst/>
            </a:prstGeom>
          </p:spPr>
        </p:pic>
        <p:sp>
          <p:nvSpPr>
            <p:cNvPr id="467" name="object 467"/>
            <p:cNvSpPr/>
            <p:nvPr/>
          </p:nvSpPr>
          <p:spPr>
            <a:xfrm>
              <a:off x="5968190" y="5202813"/>
              <a:ext cx="2970530" cy="1052195"/>
            </a:xfrm>
            <a:custGeom>
              <a:avLst/>
              <a:gdLst/>
              <a:ahLst/>
              <a:cxnLst/>
              <a:rect l="l" t="t" r="r" b="b"/>
              <a:pathLst>
                <a:path w="2970529" h="1052195">
                  <a:moveTo>
                    <a:pt x="0" y="1051583"/>
                  </a:moveTo>
                  <a:lnTo>
                    <a:pt x="2970297" y="1051583"/>
                  </a:lnTo>
                  <a:lnTo>
                    <a:pt x="2970297" y="0"/>
                  </a:lnTo>
                  <a:lnTo>
                    <a:pt x="0" y="0"/>
                  </a:lnTo>
                  <a:lnTo>
                    <a:pt x="0" y="1051583"/>
                  </a:lnTo>
                  <a:close/>
                </a:path>
              </a:pathLst>
            </a:custGeom>
            <a:ln w="383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8" name="object 468"/>
            <p:cNvSpPr/>
            <p:nvPr/>
          </p:nvSpPr>
          <p:spPr>
            <a:xfrm>
              <a:off x="5968190" y="5202813"/>
              <a:ext cx="2970530" cy="1052195"/>
            </a:xfrm>
            <a:custGeom>
              <a:avLst/>
              <a:gdLst/>
              <a:ahLst/>
              <a:cxnLst/>
              <a:rect l="l" t="t" r="r" b="b"/>
              <a:pathLst>
                <a:path w="2970529" h="1052195">
                  <a:moveTo>
                    <a:pt x="2970297" y="0"/>
                  </a:moveTo>
                  <a:lnTo>
                    <a:pt x="0" y="0"/>
                  </a:lnTo>
                  <a:lnTo>
                    <a:pt x="0" y="1051583"/>
                  </a:lnTo>
                  <a:lnTo>
                    <a:pt x="2970297" y="1051583"/>
                  </a:lnTo>
                  <a:lnTo>
                    <a:pt x="2970297" y="0"/>
                  </a:lnTo>
                  <a:close/>
                </a:path>
              </a:pathLst>
            </a:custGeom>
            <a:solidFill>
              <a:srgbClr val="80808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9" name="object 469"/>
            <p:cNvSpPr/>
            <p:nvPr/>
          </p:nvSpPr>
          <p:spPr>
            <a:xfrm>
              <a:off x="5968190" y="5202813"/>
              <a:ext cx="2970530" cy="1052195"/>
            </a:xfrm>
            <a:custGeom>
              <a:avLst/>
              <a:gdLst/>
              <a:ahLst/>
              <a:cxnLst/>
              <a:rect l="l" t="t" r="r" b="b"/>
              <a:pathLst>
                <a:path w="2970529" h="1052195">
                  <a:moveTo>
                    <a:pt x="0" y="1051583"/>
                  </a:moveTo>
                  <a:lnTo>
                    <a:pt x="2970297" y="1051583"/>
                  </a:lnTo>
                  <a:lnTo>
                    <a:pt x="2970297" y="0"/>
                  </a:lnTo>
                  <a:lnTo>
                    <a:pt x="0" y="0"/>
                  </a:lnTo>
                  <a:lnTo>
                    <a:pt x="0" y="105158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0" name="object 47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448833" y="5198035"/>
              <a:ext cx="901049" cy="667895"/>
            </a:xfrm>
            <a:prstGeom prst="rect">
              <a:avLst/>
            </a:prstGeom>
          </p:spPr>
        </p:pic>
        <p:pic>
          <p:nvPicPr>
            <p:cNvPr id="471" name="object 47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818337" y="5406836"/>
              <a:ext cx="62861" cy="48759"/>
            </a:xfrm>
            <a:prstGeom prst="rect">
              <a:avLst/>
            </a:prstGeom>
          </p:spPr>
        </p:pic>
        <p:pic>
          <p:nvPicPr>
            <p:cNvPr id="472" name="object 47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448833" y="5198035"/>
              <a:ext cx="901049" cy="667895"/>
            </a:xfrm>
            <a:prstGeom prst="rect">
              <a:avLst/>
            </a:prstGeom>
          </p:spPr>
        </p:pic>
        <p:pic>
          <p:nvPicPr>
            <p:cNvPr id="473" name="object 47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818337" y="5406836"/>
              <a:ext cx="62861" cy="48759"/>
            </a:xfrm>
            <a:prstGeom prst="rect">
              <a:avLst/>
            </a:prstGeom>
          </p:spPr>
        </p:pic>
        <p:sp>
          <p:nvSpPr>
            <p:cNvPr id="474" name="object 474"/>
            <p:cNvSpPr/>
            <p:nvPr/>
          </p:nvSpPr>
          <p:spPr>
            <a:xfrm>
              <a:off x="6823415" y="5411618"/>
              <a:ext cx="66675" cy="52069"/>
            </a:xfrm>
            <a:custGeom>
              <a:avLst/>
              <a:gdLst/>
              <a:ahLst/>
              <a:cxnLst/>
              <a:rect l="l" t="t" r="r" b="b"/>
              <a:pathLst>
                <a:path w="66675" h="52070">
                  <a:moveTo>
                    <a:pt x="16744" y="47228"/>
                  </a:moveTo>
                  <a:lnTo>
                    <a:pt x="13450" y="47228"/>
                  </a:lnTo>
                  <a:lnTo>
                    <a:pt x="13450" y="50315"/>
                  </a:lnTo>
                  <a:lnTo>
                    <a:pt x="16744" y="50315"/>
                  </a:lnTo>
                  <a:lnTo>
                    <a:pt x="16744" y="47228"/>
                  </a:lnTo>
                  <a:close/>
                </a:path>
                <a:path w="66675" h="52070">
                  <a:moveTo>
                    <a:pt x="11803" y="42901"/>
                  </a:moveTo>
                  <a:lnTo>
                    <a:pt x="8372" y="42901"/>
                  </a:lnTo>
                  <a:lnTo>
                    <a:pt x="8372" y="45685"/>
                  </a:lnTo>
                  <a:lnTo>
                    <a:pt x="11803" y="45685"/>
                  </a:lnTo>
                  <a:lnTo>
                    <a:pt x="11803" y="42901"/>
                  </a:lnTo>
                  <a:close/>
                </a:path>
                <a:path w="66675" h="52070">
                  <a:moveTo>
                    <a:pt x="6725" y="36727"/>
                  </a:moveTo>
                  <a:lnTo>
                    <a:pt x="5078" y="36727"/>
                  </a:lnTo>
                  <a:lnTo>
                    <a:pt x="3431" y="38271"/>
                  </a:lnTo>
                  <a:lnTo>
                    <a:pt x="3431" y="39814"/>
                  </a:lnTo>
                  <a:lnTo>
                    <a:pt x="5078" y="39814"/>
                  </a:lnTo>
                  <a:lnTo>
                    <a:pt x="5078" y="41358"/>
                  </a:lnTo>
                  <a:lnTo>
                    <a:pt x="6725" y="41358"/>
                  </a:lnTo>
                  <a:lnTo>
                    <a:pt x="6725" y="39814"/>
                  </a:lnTo>
                  <a:lnTo>
                    <a:pt x="8372" y="38271"/>
                  </a:lnTo>
                  <a:lnTo>
                    <a:pt x="6725" y="38271"/>
                  </a:lnTo>
                  <a:lnTo>
                    <a:pt x="6725" y="36727"/>
                  </a:lnTo>
                  <a:close/>
                </a:path>
                <a:path w="66675" h="52070">
                  <a:moveTo>
                    <a:pt x="5078" y="32097"/>
                  </a:moveTo>
                  <a:lnTo>
                    <a:pt x="0" y="32097"/>
                  </a:lnTo>
                  <a:lnTo>
                    <a:pt x="0" y="33640"/>
                  </a:lnTo>
                  <a:lnTo>
                    <a:pt x="5078" y="33640"/>
                  </a:lnTo>
                  <a:lnTo>
                    <a:pt x="5078" y="32097"/>
                  </a:lnTo>
                  <a:close/>
                </a:path>
                <a:path w="66675" h="52070">
                  <a:moveTo>
                    <a:pt x="3431" y="30553"/>
                  </a:moveTo>
                  <a:lnTo>
                    <a:pt x="1784" y="30553"/>
                  </a:lnTo>
                  <a:lnTo>
                    <a:pt x="1784" y="32097"/>
                  </a:lnTo>
                  <a:lnTo>
                    <a:pt x="3431" y="32097"/>
                  </a:lnTo>
                  <a:lnTo>
                    <a:pt x="3431" y="30553"/>
                  </a:lnTo>
                  <a:close/>
                </a:path>
                <a:path w="66675" h="52070">
                  <a:moveTo>
                    <a:pt x="3431" y="24379"/>
                  </a:moveTo>
                  <a:lnTo>
                    <a:pt x="0" y="24379"/>
                  </a:lnTo>
                  <a:lnTo>
                    <a:pt x="0" y="27466"/>
                  </a:lnTo>
                  <a:lnTo>
                    <a:pt x="1784" y="27466"/>
                  </a:lnTo>
                  <a:lnTo>
                    <a:pt x="3431" y="25923"/>
                  </a:lnTo>
                  <a:lnTo>
                    <a:pt x="3431" y="24379"/>
                  </a:lnTo>
                  <a:close/>
                </a:path>
                <a:path w="66675" h="52070">
                  <a:moveTo>
                    <a:pt x="3431" y="16978"/>
                  </a:moveTo>
                  <a:lnTo>
                    <a:pt x="0" y="16978"/>
                  </a:lnTo>
                  <a:lnTo>
                    <a:pt x="0" y="20065"/>
                  </a:lnTo>
                  <a:lnTo>
                    <a:pt x="3431" y="20065"/>
                  </a:lnTo>
                  <a:lnTo>
                    <a:pt x="3431" y="16978"/>
                  </a:lnTo>
                  <a:close/>
                </a:path>
                <a:path w="66675" h="52070">
                  <a:moveTo>
                    <a:pt x="5078" y="10804"/>
                  </a:moveTo>
                  <a:lnTo>
                    <a:pt x="3431" y="10804"/>
                  </a:lnTo>
                  <a:lnTo>
                    <a:pt x="3431" y="13891"/>
                  </a:lnTo>
                  <a:lnTo>
                    <a:pt x="5078" y="13891"/>
                  </a:lnTo>
                  <a:lnTo>
                    <a:pt x="5078" y="10804"/>
                  </a:lnTo>
                  <a:close/>
                </a:path>
                <a:path w="66675" h="52070">
                  <a:moveTo>
                    <a:pt x="10156" y="4630"/>
                  </a:moveTo>
                  <a:lnTo>
                    <a:pt x="8372" y="4630"/>
                  </a:lnTo>
                  <a:lnTo>
                    <a:pt x="6725" y="6174"/>
                  </a:lnTo>
                  <a:lnTo>
                    <a:pt x="6725" y="7717"/>
                  </a:lnTo>
                  <a:lnTo>
                    <a:pt x="10156" y="7717"/>
                  </a:lnTo>
                  <a:lnTo>
                    <a:pt x="10156" y="4630"/>
                  </a:lnTo>
                  <a:close/>
                </a:path>
                <a:path w="66675" h="52070">
                  <a:moveTo>
                    <a:pt x="15097" y="0"/>
                  </a:moveTo>
                  <a:lnTo>
                    <a:pt x="13450" y="0"/>
                  </a:lnTo>
                  <a:lnTo>
                    <a:pt x="13450" y="1543"/>
                  </a:lnTo>
                  <a:lnTo>
                    <a:pt x="11803" y="1543"/>
                  </a:lnTo>
                  <a:lnTo>
                    <a:pt x="11803" y="3087"/>
                  </a:lnTo>
                  <a:lnTo>
                    <a:pt x="15097" y="3087"/>
                  </a:lnTo>
                  <a:lnTo>
                    <a:pt x="15097" y="0"/>
                  </a:lnTo>
                  <a:close/>
                </a:path>
                <a:path w="66675" h="52070">
                  <a:moveTo>
                    <a:pt x="23195" y="1543"/>
                  </a:moveTo>
                  <a:lnTo>
                    <a:pt x="20176" y="1543"/>
                  </a:lnTo>
                  <a:lnTo>
                    <a:pt x="20176" y="4630"/>
                  </a:lnTo>
                  <a:lnTo>
                    <a:pt x="21548" y="4630"/>
                  </a:lnTo>
                  <a:lnTo>
                    <a:pt x="23195" y="3087"/>
                  </a:lnTo>
                  <a:lnTo>
                    <a:pt x="23195" y="1543"/>
                  </a:lnTo>
                  <a:close/>
                </a:path>
                <a:path w="66675" h="52070">
                  <a:moveTo>
                    <a:pt x="29921" y="4630"/>
                  </a:moveTo>
                  <a:lnTo>
                    <a:pt x="28136" y="4630"/>
                  </a:lnTo>
                  <a:lnTo>
                    <a:pt x="28136" y="6174"/>
                  </a:lnTo>
                  <a:lnTo>
                    <a:pt x="29921" y="6174"/>
                  </a:lnTo>
                  <a:lnTo>
                    <a:pt x="29921" y="4630"/>
                  </a:lnTo>
                  <a:close/>
                </a:path>
                <a:path w="66675" h="52070">
                  <a:moveTo>
                    <a:pt x="31568" y="3087"/>
                  </a:moveTo>
                  <a:lnTo>
                    <a:pt x="26489" y="3087"/>
                  </a:lnTo>
                  <a:lnTo>
                    <a:pt x="26489" y="4630"/>
                  </a:lnTo>
                  <a:lnTo>
                    <a:pt x="31568" y="4630"/>
                  </a:lnTo>
                  <a:lnTo>
                    <a:pt x="31568" y="3087"/>
                  </a:lnTo>
                  <a:close/>
                </a:path>
                <a:path w="66675" h="52070">
                  <a:moveTo>
                    <a:pt x="29921" y="1543"/>
                  </a:moveTo>
                  <a:lnTo>
                    <a:pt x="28136" y="1543"/>
                  </a:lnTo>
                  <a:lnTo>
                    <a:pt x="28136" y="3087"/>
                  </a:lnTo>
                  <a:lnTo>
                    <a:pt x="29921" y="3087"/>
                  </a:lnTo>
                  <a:lnTo>
                    <a:pt x="29921" y="1543"/>
                  </a:lnTo>
                  <a:close/>
                </a:path>
                <a:path w="66675" h="52070">
                  <a:moveTo>
                    <a:pt x="36509" y="3087"/>
                  </a:moveTo>
                  <a:lnTo>
                    <a:pt x="34862" y="4630"/>
                  </a:lnTo>
                  <a:lnTo>
                    <a:pt x="34862" y="6174"/>
                  </a:lnTo>
                  <a:lnTo>
                    <a:pt x="36509" y="7717"/>
                  </a:lnTo>
                  <a:lnTo>
                    <a:pt x="38293" y="6174"/>
                  </a:lnTo>
                  <a:lnTo>
                    <a:pt x="38293" y="4630"/>
                  </a:lnTo>
                  <a:lnTo>
                    <a:pt x="36509" y="3087"/>
                  </a:lnTo>
                  <a:close/>
                </a:path>
                <a:path w="66675" h="52070">
                  <a:moveTo>
                    <a:pt x="44881" y="6174"/>
                  </a:moveTo>
                  <a:lnTo>
                    <a:pt x="41587" y="6174"/>
                  </a:lnTo>
                  <a:lnTo>
                    <a:pt x="41587" y="9261"/>
                  </a:lnTo>
                  <a:lnTo>
                    <a:pt x="44881" y="9261"/>
                  </a:lnTo>
                  <a:lnTo>
                    <a:pt x="44881" y="6174"/>
                  </a:lnTo>
                  <a:close/>
                </a:path>
                <a:path w="66675" h="52070">
                  <a:moveTo>
                    <a:pt x="51332" y="9261"/>
                  </a:moveTo>
                  <a:lnTo>
                    <a:pt x="47901" y="9261"/>
                  </a:lnTo>
                  <a:lnTo>
                    <a:pt x="47901" y="12348"/>
                  </a:lnTo>
                  <a:lnTo>
                    <a:pt x="51332" y="12348"/>
                  </a:lnTo>
                  <a:lnTo>
                    <a:pt x="51332" y="9261"/>
                  </a:lnTo>
                  <a:close/>
                </a:path>
                <a:path w="66675" h="52070">
                  <a:moveTo>
                    <a:pt x="56273" y="12348"/>
                  </a:moveTo>
                  <a:lnTo>
                    <a:pt x="56273" y="13891"/>
                  </a:lnTo>
                  <a:lnTo>
                    <a:pt x="54626" y="13891"/>
                  </a:lnTo>
                  <a:lnTo>
                    <a:pt x="54626" y="16978"/>
                  </a:lnTo>
                  <a:lnTo>
                    <a:pt x="58058" y="16978"/>
                  </a:lnTo>
                  <a:lnTo>
                    <a:pt x="58058" y="13891"/>
                  </a:lnTo>
                  <a:lnTo>
                    <a:pt x="56273" y="12348"/>
                  </a:lnTo>
                  <a:close/>
                </a:path>
                <a:path w="66675" h="52070">
                  <a:moveTo>
                    <a:pt x="62999" y="18522"/>
                  </a:moveTo>
                  <a:lnTo>
                    <a:pt x="59705" y="18522"/>
                  </a:lnTo>
                  <a:lnTo>
                    <a:pt x="59705" y="21292"/>
                  </a:lnTo>
                  <a:lnTo>
                    <a:pt x="62999" y="21292"/>
                  </a:lnTo>
                  <a:lnTo>
                    <a:pt x="62999" y="18522"/>
                  </a:lnTo>
                  <a:close/>
                </a:path>
                <a:path w="66675" h="52070">
                  <a:moveTo>
                    <a:pt x="66293" y="24379"/>
                  </a:moveTo>
                  <a:lnTo>
                    <a:pt x="62999" y="24379"/>
                  </a:lnTo>
                  <a:lnTo>
                    <a:pt x="62999" y="27466"/>
                  </a:lnTo>
                  <a:lnTo>
                    <a:pt x="66293" y="27466"/>
                  </a:lnTo>
                  <a:lnTo>
                    <a:pt x="66293" y="24379"/>
                  </a:lnTo>
                  <a:close/>
                </a:path>
                <a:path w="66675" h="52070">
                  <a:moveTo>
                    <a:pt x="62999" y="30553"/>
                  </a:moveTo>
                  <a:lnTo>
                    <a:pt x="61352" y="32097"/>
                  </a:lnTo>
                  <a:lnTo>
                    <a:pt x="61352" y="33640"/>
                  </a:lnTo>
                  <a:lnTo>
                    <a:pt x="62999" y="35184"/>
                  </a:lnTo>
                  <a:lnTo>
                    <a:pt x="62999" y="33640"/>
                  </a:lnTo>
                  <a:lnTo>
                    <a:pt x="64646" y="33640"/>
                  </a:lnTo>
                  <a:lnTo>
                    <a:pt x="64646" y="32097"/>
                  </a:lnTo>
                  <a:lnTo>
                    <a:pt x="62999" y="30553"/>
                  </a:lnTo>
                  <a:close/>
                </a:path>
                <a:path w="66675" h="52070">
                  <a:moveTo>
                    <a:pt x="59705" y="36727"/>
                  </a:moveTo>
                  <a:lnTo>
                    <a:pt x="56273" y="36727"/>
                  </a:lnTo>
                  <a:lnTo>
                    <a:pt x="56273" y="39814"/>
                  </a:lnTo>
                  <a:lnTo>
                    <a:pt x="59705" y="39814"/>
                  </a:lnTo>
                  <a:lnTo>
                    <a:pt x="59705" y="36727"/>
                  </a:lnTo>
                  <a:close/>
                </a:path>
                <a:path w="66675" h="52070">
                  <a:moveTo>
                    <a:pt x="51332" y="39814"/>
                  </a:moveTo>
                  <a:lnTo>
                    <a:pt x="49685" y="41358"/>
                  </a:lnTo>
                  <a:lnTo>
                    <a:pt x="49685" y="42901"/>
                  </a:lnTo>
                  <a:lnTo>
                    <a:pt x="52979" y="42901"/>
                  </a:lnTo>
                  <a:lnTo>
                    <a:pt x="52979" y="41358"/>
                  </a:lnTo>
                  <a:lnTo>
                    <a:pt x="51332" y="39814"/>
                  </a:lnTo>
                  <a:close/>
                </a:path>
                <a:path w="66675" h="52070">
                  <a:moveTo>
                    <a:pt x="46254" y="42901"/>
                  </a:moveTo>
                  <a:lnTo>
                    <a:pt x="43234" y="42901"/>
                  </a:lnTo>
                  <a:lnTo>
                    <a:pt x="43234" y="45685"/>
                  </a:lnTo>
                  <a:lnTo>
                    <a:pt x="46254" y="45685"/>
                  </a:lnTo>
                  <a:lnTo>
                    <a:pt x="46254" y="42901"/>
                  </a:lnTo>
                  <a:close/>
                </a:path>
                <a:path w="66675" h="52070">
                  <a:moveTo>
                    <a:pt x="39940" y="45685"/>
                  </a:moveTo>
                  <a:lnTo>
                    <a:pt x="36509" y="45685"/>
                  </a:lnTo>
                  <a:lnTo>
                    <a:pt x="36509" y="48772"/>
                  </a:lnTo>
                  <a:lnTo>
                    <a:pt x="38293" y="48772"/>
                  </a:lnTo>
                  <a:lnTo>
                    <a:pt x="39940" y="47228"/>
                  </a:lnTo>
                  <a:lnTo>
                    <a:pt x="39940" y="45685"/>
                  </a:lnTo>
                  <a:close/>
                </a:path>
                <a:path w="66675" h="52070">
                  <a:moveTo>
                    <a:pt x="31568" y="47228"/>
                  </a:moveTo>
                  <a:lnTo>
                    <a:pt x="28136" y="47228"/>
                  </a:lnTo>
                  <a:lnTo>
                    <a:pt x="28136" y="50315"/>
                  </a:lnTo>
                  <a:lnTo>
                    <a:pt x="31568" y="50315"/>
                  </a:lnTo>
                  <a:lnTo>
                    <a:pt x="31568" y="47228"/>
                  </a:lnTo>
                  <a:close/>
                </a:path>
                <a:path w="66675" h="52070">
                  <a:moveTo>
                    <a:pt x="23195" y="50315"/>
                  </a:moveTo>
                  <a:lnTo>
                    <a:pt x="21548" y="50315"/>
                  </a:lnTo>
                  <a:lnTo>
                    <a:pt x="23195" y="51859"/>
                  </a:lnTo>
                  <a:lnTo>
                    <a:pt x="23195" y="50315"/>
                  </a:lnTo>
                  <a:close/>
                </a:path>
                <a:path w="66675" h="52070">
                  <a:moveTo>
                    <a:pt x="23195" y="47228"/>
                  </a:moveTo>
                  <a:lnTo>
                    <a:pt x="21548" y="47228"/>
                  </a:lnTo>
                  <a:lnTo>
                    <a:pt x="21548" y="48772"/>
                  </a:lnTo>
                  <a:lnTo>
                    <a:pt x="20176" y="50315"/>
                  </a:lnTo>
                  <a:lnTo>
                    <a:pt x="24842" y="50315"/>
                  </a:lnTo>
                  <a:lnTo>
                    <a:pt x="24842" y="48772"/>
                  </a:lnTo>
                  <a:lnTo>
                    <a:pt x="23195" y="47228"/>
                  </a:lnTo>
                  <a:close/>
                </a:path>
              </a:pathLst>
            </a:custGeom>
            <a:solidFill>
              <a:srgbClr val="5F5F5F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5" name="object 475"/>
            <p:cNvSpPr/>
            <p:nvPr/>
          </p:nvSpPr>
          <p:spPr>
            <a:xfrm>
              <a:off x="6823415" y="5411618"/>
              <a:ext cx="66675" cy="52069"/>
            </a:xfrm>
            <a:custGeom>
              <a:avLst/>
              <a:gdLst/>
              <a:ahLst/>
              <a:cxnLst/>
              <a:rect l="l" t="t" r="r" b="b"/>
              <a:pathLst>
                <a:path w="66675" h="52070">
                  <a:moveTo>
                    <a:pt x="13450" y="50315"/>
                  </a:moveTo>
                  <a:lnTo>
                    <a:pt x="13450" y="48772"/>
                  </a:lnTo>
                  <a:lnTo>
                    <a:pt x="13450" y="47228"/>
                  </a:lnTo>
                  <a:lnTo>
                    <a:pt x="15097" y="47228"/>
                  </a:lnTo>
                  <a:lnTo>
                    <a:pt x="16744" y="47228"/>
                  </a:lnTo>
                  <a:lnTo>
                    <a:pt x="16744" y="48772"/>
                  </a:lnTo>
                  <a:lnTo>
                    <a:pt x="16744" y="50315"/>
                  </a:lnTo>
                  <a:lnTo>
                    <a:pt x="15097" y="50315"/>
                  </a:lnTo>
                  <a:lnTo>
                    <a:pt x="13450" y="50315"/>
                  </a:lnTo>
                  <a:close/>
                </a:path>
                <a:path w="66675" h="52070">
                  <a:moveTo>
                    <a:pt x="8372" y="45685"/>
                  </a:moveTo>
                  <a:lnTo>
                    <a:pt x="8372" y="44445"/>
                  </a:lnTo>
                  <a:lnTo>
                    <a:pt x="8372" y="42901"/>
                  </a:lnTo>
                  <a:lnTo>
                    <a:pt x="10156" y="42901"/>
                  </a:lnTo>
                  <a:lnTo>
                    <a:pt x="11803" y="42901"/>
                  </a:lnTo>
                  <a:lnTo>
                    <a:pt x="11803" y="44445"/>
                  </a:lnTo>
                  <a:lnTo>
                    <a:pt x="11803" y="45685"/>
                  </a:lnTo>
                  <a:lnTo>
                    <a:pt x="10156" y="45685"/>
                  </a:lnTo>
                  <a:lnTo>
                    <a:pt x="8372" y="45685"/>
                  </a:lnTo>
                  <a:close/>
                </a:path>
                <a:path w="66675" h="52070">
                  <a:moveTo>
                    <a:pt x="3431" y="39814"/>
                  </a:moveTo>
                  <a:lnTo>
                    <a:pt x="3431" y="38271"/>
                  </a:lnTo>
                  <a:lnTo>
                    <a:pt x="5078" y="36727"/>
                  </a:lnTo>
                  <a:lnTo>
                    <a:pt x="6725" y="36727"/>
                  </a:lnTo>
                  <a:lnTo>
                    <a:pt x="6725" y="38271"/>
                  </a:lnTo>
                  <a:lnTo>
                    <a:pt x="8372" y="38271"/>
                  </a:lnTo>
                  <a:lnTo>
                    <a:pt x="6725" y="39814"/>
                  </a:lnTo>
                  <a:lnTo>
                    <a:pt x="6725" y="41358"/>
                  </a:lnTo>
                  <a:lnTo>
                    <a:pt x="5078" y="41358"/>
                  </a:lnTo>
                  <a:lnTo>
                    <a:pt x="5078" y="39814"/>
                  </a:lnTo>
                  <a:lnTo>
                    <a:pt x="3431" y="39814"/>
                  </a:lnTo>
                  <a:close/>
                </a:path>
                <a:path w="66675" h="52070">
                  <a:moveTo>
                    <a:pt x="0" y="33640"/>
                  </a:moveTo>
                  <a:lnTo>
                    <a:pt x="0" y="32097"/>
                  </a:lnTo>
                  <a:lnTo>
                    <a:pt x="1784" y="32097"/>
                  </a:lnTo>
                  <a:lnTo>
                    <a:pt x="1784" y="30553"/>
                  </a:lnTo>
                  <a:lnTo>
                    <a:pt x="3431" y="30553"/>
                  </a:lnTo>
                  <a:lnTo>
                    <a:pt x="3431" y="32097"/>
                  </a:lnTo>
                  <a:lnTo>
                    <a:pt x="5078" y="32097"/>
                  </a:lnTo>
                  <a:lnTo>
                    <a:pt x="5078" y="33640"/>
                  </a:lnTo>
                  <a:lnTo>
                    <a:pt x="3431" y="33640"/>
                  </a:lnTo>
                  <a:lnTo>
                    <a:pt x="1784" y="33640"/>
                  </a:lnTo>
                  <a:lnTo>
                    <a:pt x="0" y="33640"/>
                  </a:lnTo>
                  <a:close/>
                </a:path>
                <a:path w="66675" h="52070">
                  <a:moveTo>
                    <a:pt x="0" y="25923"/>
                  </a:moveTo>
                  <a:lnTo>
                    <a:pt x="0" y="24379"/>
                  </a:lnTo>
                  <a:lnTo>
                    <a:pt x="1784" y="24379"/>
                  </a:lnTo>
                  <a:lnTo>
                    <a:pt x="3431" y="24379"/>
                  </a:lnTo>
                  <a:lnTo>
                    <a:pt x="3431" y="25923"/>
                  </a:lnTo>
                  <a:lnTo>
                    <a:pt x="1784" y="27466"/>
                  </a:lnTo>
                  <a:lnTo>
                    <a:pt x="0" y="27466"/>
                  </a:lnTo>
                  <a:lnTo>
                    <a:pt x="0" y="25923"/>
                  </a:lnTo>
                  <a:close/>
                </a:path>
                <a:path w="66675" h="52070">
                  <a:moveTo>
                    <a:pt x="0" y="18522"/>
                  </a:moveTo>
                  <a:lnTo>
                    <a:pt x="0" y="16978"/>
                  </a:lnTo>
                  <a:lnTo>
                    <a:pt x="1784" y="16978"/>
                  </a:lnTo>
                  <a:lnTo>
                    <a:pt x="3431" y="16978"/>
                  </a:lnTo>
                  <a:lnTo>
                    <a:pt x="3431" y="18522"/>
                  </a:lnTo>
                  <a:lnTo>
                    <a:pt x="3431" y="20065"/>
                  </a:lnTo>
                  <a:lnTo>
                    <a:pt x="1784" y="20065"/>
                  </a:lnTo>
                  <a:lnTo>
                    <a:pt x="0" y="20065"/>
                  </a:lnTo>
                  <a:lnTo>
                    <a:pt x="0" y="18522"/>
                  </a:lnTo>
                  <a:close/>
                </a:path>
                <a:path w="66675" h="52070">
                  <a:moveTo>
                    <a:pt x="3431" y="12348"/>
                  </a:moveTo>
                  <a:lnTo>
                    <a:pt x="3431" y="10804"/>
                  </a:lnTo>
                  <a:lnTo>
                    <a:pt x="5078" y="10804"/>
                  </a:lnTo>
                  <a:lnTo>
                    <a:pt x="5078" y="12348"/>
                  </a:lnTo>
                  <a:lnTo>
                    <a:pt x="6725" y="12348"/>
                  </a:lnTo>
                  <a:lnTo>
                    <a:pt x="5078" y="12348"/>
                  </a:lnTo>
                  <a:lnTo>
                    <a:pt x="5078" y="13891"/>
                  </a:lnTo>
                  <a:lnTo>
                    <a:pt x="3431" y="13891"/>
                  </a:lnTo>
                  <a:lnTo>
                    <a:pt x="3431" y="12348"/>
                  </a:lnTo>
                  <a:lnTo>
                    <a:pt x="1784" y="12348"/>
                  </a:lnTo>
                  <a:lnTo>
                    <a:pt x="3431" y="12348"/>
                  </a:lnTo>
                  <a:close/>
                </a:path>
                <a:path w="66675" h="52070">
                  <a:moveTo>
                    <a:pt x="6725" y="6174"/>
                  </a:moveTo>
                  <a:lnTo>
                    <a:pt x="8372" y="4630"/>
                  </a:lnTo>
                  <a:lnTo>
                    <a:pt x="10156" y="4630"/>
                  </a:lnTo>
                  <a:lnTo>
                    <a:pt x="10156" y="6174"/>
                  </a:lnTo>
                  <a:lnTo>
                    <a:pt x="10156" y="7717"/>
                  </a:lnTo>
                  <a:lnTo>
                    <a:pt x="8372" y="7717"/>
                  </a:lnTo>
                  <a:lnTo>
                    <a:pt x="6725" y="7717"/>
                  </a:lnTo>
                  <a:lnTo>
                    <a:pt x="6725" y="6174"/>
                  </a:lnTo>
                  <a:close/>
                </a:path>
                <a:path w="66675" h="52070">
                  <a:moveTo>
                    <a:pt x="13450" y="0"/>
                  </a:moveTo>
                  <a:lnTo>
                    <a:pt x="15097" y="0"/>
                  </a:lnTo>
                  <a:lnTo>
                    <a:pt x="15097" y="1543"/>
                  </a:lnTo>
                  <a:lnTo>
                    <a:pt x="15097" y="3087"/>
                  </a:lnTo>
                  <a:lnTo>
                    <a:pt x="13450" y="3087"/>
                  </a:lnTo>
                  <a:lnTo>
                    <a:pt x="11803" y="3087"/>
                  </a:lnTo>
                  <a:lnTo>
                    <a:pt x="11803" y="1543"/>
                  </a:lnTo>
                  <a:lnTo>
                    <a:pt x="13450" y="1543"/>
                  </a:lnTo>
                  <a:lnTo>
                    <a:pt x="13450" y="0"/>
                  </a:lnTo>
                  <a:close/>
                </a:path>
                <a:path w="66675" h="52070">
                  <a:moveTo>
                    <a:pt x="21548" y="1543"/>
                  </a:moveTo>
                  <a:lnTo>
                    <a:pt x="23195" y="1543"/>
                  </a:lnTo>
                  <a:lnTo>
                    <a:pt x="23195" y="3087"/>
                  </a:lnTo>
                  <a:lnTo>
                    <a:pt x="21548" y="4630"/>
                  </a:lnTo>
                  <a:lnTo>
                    <a:pt x="20176" y="4630"/>
                  </a:lnTo>
                  <a:lnTo>
                    <a:pt x="20176" y="3087"/>
                  </a:lnTo>
                  <a:lnTo>
                    <a:pt x="20176" y="1543"/>
                  </a:lnTo>
                  <a:lnTo>
                    <a:pt x="21548" y="1543"/>
                  </a:lnTo>
                  <a:close/>
                </a:path>
                <a:path w="66675" h="52070">
                  <a:moveTo>
                    <a:pt x="29921" y="1543"/>
                  </a:moveTo>
                  <a:lnTo>
                    <a:pt x="29921" y="3087"/>
                  </a:lnTo>
                  <a:lnTo>
                    <a:pt x="31568" y="3087"/>
                  </a:lnTo>
                  <a:lnTo>
                    <a:pt x="31568" y="4630"/>
                  </a:lnTo>
                  <a:lnTo>
                    <a:pt x="29921" y="4630"/>
                  </a:lnTo>
                  <a:lnTo>
                    <a:pt x="29921" y="6174"/>
                  </a:lnTo>
                  <a:lnTo>
                    <a:pt x="28136" y="6174"/>
                  </a:lnTo>
                  <a:lnTo>
                    <a:pt x="28136" y="4630"/>
                  </a:lnTo>
                  <a:lnTo>
                    <a:pt x="26489" y="4630"/>
                  </a:lnTo>
                  <a:lnTo>
                    <a:pt x="26489" y="3087"/>
                  </a:lnTo>
                  <a:lnTo>
                    <a:pt x="28136" y="3087"/>
                  </a:lnTo>
                  <a:lnTo>
                    <a:pt x="28136" y="1543"/>
                  </a:lnTo>
                  <a:lnTo>
                    <a:pt x="29921" y="1543"/>
                  </a:lnTo>
                  <a:close/>
                </a:path>
                <a:path w="66675" h="52070">
                  <a:moveTo>
                    <a:pt x="36509" y="3087"/>
                  </a:moveTo>
                  <a:lnTo>
                    <a:pt x="38293" y="4630"/>
                  </a:lnTo>
                  <a:lnTo>
                    <a:pt x="38293" y="6174"/>
                  </a:lnTo>
                  <a:lnTo>
                    <a:pt x="36509" y="7717"/>
                  </a:lnTo>
                  <a:lnTo>
                    <a:pt x="34862" y="6174"/>
                  </a:lnTo>
                  <a:lnTo>
                    <a:pt x="34862" y="4630"/>
                  </a:lnTo>
                  <a:lnTo>
                    <a:pt x="36509" y="3087"/>
                  </a:lnTo>
                  <a:close/>
                </a:path>
                <a:path w="66675" h="52070">
                  <a:moveTo>
                    <a:pt x="44881" y="6174"/>
                  </a:moveTo>
                  <a:lnTo>
                    <a:pt x="44881" y="7717"/>
                  </a:lnTo>
                  <a:lnTo>
                    <a:pt x="44881" y="9261"/>
                  </a:lnTo>
                  <a:lnTo>
                    <a:pt x="43234" y="9261"/>
                  </a:lnTo>
                  <a:lnTo>
                    <a:pt x="41587" y="9261"/>
                  </a:lnTo>
                  <a:lnTo>
                    <a:pt x="41587" y="7717"/>
                  </a:lnTo>
                  <a:lnTo>
                    <a:pt x="41587" y="6174"/>
                  </a:lnTo>
                  <a:lnTo>
                    <a:pt x="43234" y="6174"/>
                  </a:lnTo>
                  <a:lnTo>
                    <a:pt x="44881" y="6174"/>
                  </a:lnTo>
                  <a:close/>
                </a:path>
                <a:path w="66675" h="52070">
                  <a:moveTo>
                    <a:pt x="51332" y="9261"/>
                  </a:moveTo>
                  <a:lnTo>
                    <a:pt x="51332" y="10804"/>
                  </a:lnTo>
                  <a:lnTo>
                    <a:pt x="51332" y="12348"/>
                  </a:lnTo>
                  <a:lnTo>
                    <a:pt x="49685" y="12348"/>
                  </a:lnTo>
                  <a:lnTo>
                    <a:pt x="47901" y="12348"/>
                  </a:lnTo>
                  <a:lnTo>
                    <a:pt x="47901" y="10804"/>
                  </a:lnTo>
                  <a:lnTo>
                    <a:pt x="47901" y="9261"/>
                  </a:lnTo>
                  <a:lnTo>
                    <a:pt x="49685" y="9261"/>
                  </a:lnTo>
                  <a:lnTo>
                    <a:pt x="51332" y="9261"/>
                  </a:lnTo>
                  <a:close/>
                </a:path>
                <a:path w="66675" h="52070">
                  <a:moveTo>
                    <a:pt x="58058" y="13891"/>
                  </a:moveTo>
                  <a:lnTo>
                    <a:pt x="58058" y="15435"/>
                  </a:lnTo>
                  <a:lnTo>
                    <a:pt x="58058" y="16978"/>
                  </a:lnTo>
                  <a:lnTo>
                    <a:pt x="56273" y="16978"/>
                  </a:lnTo>
                  <a:lnTo>
                    <a:pt x="54626" y="16978"/>
                  </a:lnTo>
                  <a:lnTo>
                    <a:pt x="54626" y="15435"/>
                  </a:lnTo>
                  <a:lnTo>
                    <a:pt x="54626" y="13891"/>
                  </a:lnTo>
                  <a:lnTo>
                    <a:pt x="56273" y="13891"/>
                  </a:lnTo>
                  <a:lnTo>
                    <a:pt x="56273" y="12348"/>
                  </a:lnTo>
                  <a:lnTo>
                    <a:pt x="58058" y="13891"/>
                  </a:lnTo>
                  <a:close/>
                </a:path>
                <a:path w="66675" h="52070">
                  <a:moveTo>
                    <a:pt x="62999" y="18522"/>
                  </a:moveTo>
                  <a:lnTo>
                    <a:pt x="62999" y="20065"/>
                  </a:lnTo>
                  <a:lnTo>
                    <a:pt x="62999" y="21292"/>
                  </a:lnTo>
                  <a:lnTo>
                    <a:pt x="61352" y="21292"/>
                  </a:lnTo>
                  <a:lnTo>
                    <a:pt x="59705" y="21292"/>
                  </a:lnTo>
                  <a:lnTo>
                    <a:pt x="59705" y="20065"/>
                  </a:lnTo>
                  <a:lnTo>
                    <a:pt x="59705" y="18522"/>
                  </a:lnTo>
                  <a:lnTo>
                    <a:pt x="61352" y="18522"/>
                  </a:lnTo>
                  <a:lnTo>
                    <a:pt x="62999" y="18522"/>
                  </a:lnTo>
                  <a:close/>
                </a:path>
                <a:path w="66675" h="52070">
                  <a:moveTo>
                    <a:pt x="66293" y="25923"/>
                  </a:moveTo>
                  <a:lnTo>
                    <a:pt x="66293" y="27466"/>
                  </a:lnTo>
                  <a:lnTo>
                    <a:pt x="64646" y="27466"/>
                  </a:lnTo>
                  <a:lnTo>
                    <a:pt x="62999" y="27466"/>
                  </a:lnTo>
                  <a:lnTo>
                    <a:pt x="62999" y="25923"/>
                  </a:lnTo>
                  <a:lnTo>
                    <a:pt x="62999" y="24379"/>
                  </a:lnTo>
                  <a:lnTo>
                    <a:pt x="64646" y="24379"/>
                  </a:lnTo>
                  <a:lnTo>
                    <a:pt x="66293" y="24379"/>
                  </a:lnTo>
                  <a:lnTo>
                    <a:pt x="66293" y="25923"/>
                  </a:lnTo>
                  <a:close/>
                </a:path>
                <a:path w="66675" h="52070">
                  <a:moveTo>
                    <a:pt x="64646" y="33640"/>
                  </a:moveTo>
                  <a:lnTo>
                    <a:pt x="62999" y="33640"/>
                  </a:lnTo>
                  <a:lnTo>
                    <a:pt x="62999" y="35184"/>
                  </a:lnTo>
                  <a:lnTo>
                    <a:pt x="61352" y="33640"/>
                  </a:lnTo>
                  <a:lnTo>
                    <a:pt x="61352" y="32097"/>
                  </a:lnTo>
                  <a:lnTo>
                    <a:pt x="62999" y="30553"/>
                  </a:lnTo>
                  <a:lnTo>
                    <a:pt x="64646" y="32097"/>
                  </a:lnTo>
                  <a:lnTo>
                    <a:pt x="64646" y="33640"/>
                  </a:lnTo>
                  <a:close/>
                </a:path>
                <a:path w="66675" h="52070">
                  <a:moveTo>
                    <a:pt x="59705" y="39814"/>
                  </a:moveTo>
                  <a:lnTo>
                    <a:pt x="58058" y="39814"/>
                  </a:lnTo>
                  <a:lnTo>
                    <a:pt x="56273" y="39814"/>
                  </a:lnTo>
                  <a:lnTo>
                    <a:pt x="56273" y="38271"/>
                  </a:lnTo>
                  <a:lnTo>
                    <a:pt x="56273" y="36727"/>
                  </a:lnTo>
                  <a:lnTo>
                    <a:pt x="58058" y="36727"/>
                  </a:lnTo>
                  <a:lnTo>
                    <a:pt x="59705" y="36727"/>
                  </a:lnTo>
                  <a:lnTo>
                    <a:pt x="59705" y="38271"/>
                  </a:lnTo>
                  <a:lnTo>
                    <a:pt x="59705" y="39814"/>
                  </a:lnTo>
                  <a:close/>
                </a:path>
                <a:path w="66675" h="52070">
                  <a:moveTo>
                    <a:pt x="52979" y="42901"/>
                  </a:moveTo>
                  <a:lnTo>
                    <a:pt x="51332" y="42901"/>
                  </a:lnTo>
                  <a:lnTo>
                    <a:pt x="49685" y="42901"/>
                  </a:lnTo>
                  <a:lnTo>
                    <a:pt x="49685" y="41358"/>
                  </a:lnTo>
                  <a:lnTo>
                    <a:pt x="51332" y="39814"/>
                  </a:lnTo>
                  <a:lnTo>
                    <a:pt x="52979" y="41358"/>
                  </a:lnTo>
                  <a:lnTo>
                    <a:pt x="52979" y="42901"/>
                  </a:lnTo>
                  <a:close/>
                </a:path>
                <a:path w="66675" h="52070">
                  <a:moveTo>
                    <a:pt x="46254" y="45685"/>
                  </a:moveTo>
                  <a:lnTo>
                    <a:pt x="44881" y="45685"/>
                  </a:lnTo>
                  <a:lnTo>
                    <a:pt x="43234" y="45685"/>
                  </a:lnTo>
                  <a:lnTo>
                    <a:pt x="43234" y="44445"/>
                  </a:lnTo>
                  <a:lnTo>
                    <a:pt x="43234" y="42901"/>
                  </a:lnTo>
                  <a:lnTo>
                    <a:pt x="44881" y="42901"/>
                  </a:lnTo>
                  <a:lnTo>
                    <a:pt x="46254" y="42901"/>
                  </a:lnTo>
                  <a:lnTo>
                    <a:pt x="46254" y="44445"/>
                  </a:lnTo>
                  <a:lnTo>
                    <a:pt x="46254" y="45685"/>
                  </a:lnTo>
                  <a:close/>
                </a:path>
                <a:path w="66675" h="52070">
                  <a:moveTo>
                    <a:pt x="38293" y="48772"/>
                  </a:moveTo>
                  <a:lnTo>
                    <a:pt x="36509" y="48772"/>
                  </a:lnTo>
                  <a:lnTo>
                    <a:pt x="36509" y="47228"/>
                  </a:lnTo>
                  <a:lnTo>
                    <a:pt x="36509" y="45685"/>
                  </a:lnTo>
                  <a:lnTo>
                    <a:pt x="38293" y="45685"/>
                  </a:lnTo>
                  <a:lnTo>
                    <a:pt x="39940" y="45685"/>
                  </a:lnTo>
                  <a:lnTo>
                    <a:pt x="39940" y="47228"/>
                  </a:lnTo>
                  <a:lnTo>
                    <a:pt x="38293" y="48772"/>
                  </a:lnTo>
                  <a:close/>
                </a:path>
                <a:path w="66675" h="52070">
                  <a:moveTo>
                    <a:pt x="31568" y="50315"/>
                  </a:moveTo>
                  <a:lnTo>
                    <a:pt x="29921" y="50315"/>
                  </a:lnTo>
                  <a:lnTo>
                    <a:pt x="28136" y="50315"/>
                  </a:lnTo>
                  <a:lnTo>
                    <a:pt x="28136" y="48772"/>
                  </a:lnTo>
                  <a:lnTo>
                    <a:pt x="28136" y="47228"/>
                  </a:lnTo>
                  <a:lnTo>
                    <a:pt x="29921" y="47228"/>
                  </a:lnTo>
                  <a:lnTo>
                    <a:pt x="31568" y="47228"/>
                  </a:lnTo>
                  <a:lnTo>
                    <a:pt x="31568" y="48772"/>
                  </a:lnTo>
                  <a:lnTo>
                    <a:pt x="31568" y="50315"/>
                  </a:lnTo>
                  <a:close/>
                </a:path>
                <a:path w="66675" h="52070">
                  <a:moveTo>
                    <a:pt x="23195" y="51859"/>
                  </a:moveTo>
                  <a:lnTo>
                    <a:pt x="21548" y="50315"/>
                  </a:lnTo>
                  <a:lnTo>
                    <a:pt x="20176" y="50315"/>
                  </a:lnTo>
                  <a:lnTo>
                    <a:pt x="21548" y="48772"/>
                  </a:lnTo>
                  <a:lnTo>
                    <a:pt x="21548" y="47228"/>
                  </a:lnTo>
                  <a:lnTo>
                    <a:pt x="23195" y="47228"/>
                  </a:lnTo>
                  <a:lnTo>
                    <a:pt x="24842" y="48772"/>
                  </a:lnTo>
                  <a:lnTo>
                    <a:pt x="24842" y="50315"/>
                  </a:lnTo>
                  <a:lnTo>
                    <a:pt x="23195" y="50315"/>
                  </a:lnTo>
                  <a:lnTo>
                    <a:pt x="23195" y="51859"/>
                  </a:lnTo>
                  <a:close/>
                </a:path>
              </a:pathLst>
            </a:custGeom>
            <a:ln w="31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6" name="object 476"/>
            <p:cNvSpPr/>
            <p:nvPr/>
          </p:nvSpPr>
          <p:spPr>
            <a:xfrm>
              <a:off x="6630300" y="5500205"/>
              <a:ext cx="26670" cy="29209"/>
            </a:xfrm>
            <a:custGeom>
              <a:avLst/>
              <a:gdLst/>
              <a:ahLst/>
              <a:cxnLst/>
              <a:rect l="l" t="t" r="r" b="b"/>
              <a:pathLst>
                <a:path w="26670" h="29210">
                  <a:moveTo>
                    <a:pt x="26489" y="7401"/>
                  </a:moveTo>
                  <a:lnTo>
                    <a:pt x="18391" y="25923"/>
                  </a:lnTo>
                  <a:lnTo>
                    <a:pt x="16744" y="27466"/>
                  </a:lnTo>
                  <a:lnTo>
                    <a:pt x="16744" y="29010"/>
                  </a:lnTo>
                  <a:lnTo>
                    <a:pt x="15097" y="29010"/>
                  </a:lnTo>
                  <a:lnTo>
                    <a:pt x="13313" y="29010"/>
                  </a:lnTo>
                  <a:lnTo>
                    <a:pt x="11666" y="29010"/>
                  </a:lnTo>
                  <a:lnTo>
                    <a:pt x="10019" y="29010"/>
                  </a:lnTo>
                  <a:lnTo>
                    <a:pt x="8372" y="29010"/>
                  </a:lnTo>
                  <a:lnTo>
                    <a:pt x="6725" y="29010"/>
                  </a:lnTo>
                  <a:lnTo>
                    <a:pt x="4941" y="27466"/>
                  </a:lnTo>
                  <a:lnTo>
                    <a:pt x="3294" y="25923"/>
                  </a:lnTo>
                  <a:lnTo>
                    <a:pt x="1647" y="25923"/>
                  </a:lnTo>
                  <a:lnTo>
                    <a:pt x="1647" y="24379"/>
                  </a:lnTo>
                  <a:lnTo>
                    <a:pt x="0" y="22836"/>
                  </a:lnTo>
                  <a:lnTo>
                    <a:pt x="0" y="21292"/>
                  </a:lnTo>
                  <a:lnTo>
                    <a:pt x="0" y="18205"/>
                  </a:lnTo>
                  <a:lnTo>
                    <a:pt x="10019" y="0"/>
                  </a:lnTo>
                </a:path>
              </a:pathLst>
            </a:custGeom>
            <a:ln w="3175">
              <a:solidFill>
                <a:srgbClr val="B1B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7" name="object 477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097775" y="5220942"/>
              <a:ext cx="247348" cy="152635"/>
            </a:xfrm>
            <a:prstGeom prst="rect">
              <a:avLst/>
            </a:prstGeom>
          </p:spPr>
        </p:pic>
        <p:pic>
          <p:nvPicPr>
            <p:cNvPr id="478" name="object 478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965157" y="5187362"/>
              <a:ext cx="2979657" cy="1071715"/>
            </a:xfrm>
            <a:prstGeom prst="rect">
              <a:avLst/>
            </a:prstGeom>
          </p:spPr>
        </p:pic>
      </p:grpSp>
      <p:sp>
        <p:nvSpPr>
          <p:cNvPr id="479" name="object 479"/>
          <p:cNvSpPr txBox="1"/>
          <p:nvPr/>
        </p:nvSpPr>
        <p:spPr>
          <a:xfrm>
            <a:off x="6068934" y="5219125"/>
            <a:ext cx="22542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800" spc="310" dirty="0">
                <a:latin typeface="Times New Roman"/>
                <a:cs typeface="Times New Roman"/>
              </a:rPr>
              <a:t>H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80" name="object 480"/>
          <p:cNvSpPr txBox="1"/>
          <p:nvPr/>
        </p:nvSpPr>
        <p:spPr>
          <a:xfrm>
            <a:off x="6782102" y="5670388"/>
            <a:ext cx="62865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0640" marR="5080" indent="-41275">
              <a:lnSpc>
                <a:spcPct val="100000"/>
              </a:lnSpc>
              <a:spcBef>
                <a:spcPts val="90"/>
              </a:spcBef>
            </a:pPr>
            <a:r>
              <a:rPr sz="1000" dirty="0">
                <a:latin typeface="Times New Roman"/>
                <a:cs typeface="Times New Roman"/>
              </a:rPr>
              <a:t>Please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take </a:t>
            </a:r>
            <a:r>
              <a:rPr sz="1000" dirty="0">
                <a:latin typeface="Times New Roman"/>
                <a:cs typeface="Times New Roman"/>
              </a:rPr>
              <a:t>your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cash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81" name="object 481"/>
          <p:cNvSpPr txBox="1"/>
          <p:nvPr/>
        </p:nvSpPr>
        <p:spPr>
          <a:xfrm>
            <a:off x="7516818" y="5231476"/>
            <a:ext cx="676910" cy="1771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000" spc="-10" dirty="0">
                <a:latin typeface="Times New Roman"/>
                <a:cs typeface="Times New Roman"/>
              </a:rPr>
              <a:t>Dispensing!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82" name="object 482"/>
          <p:cNvSpPr/>
          <p:nvPr/>
        </p:nvSpPr>
        <p:spPr>
          <a:xfrm>
            <a:off x="5968190" y="5202814"/>
            <a:ext cx="2970530" cy="1052195"/>
          </a:xfrm>
          <a:custGeom>
            <a:avLst/>
            <a:gdLst/>
            <a:ahLst/>
            <a:cxnLst/>
            <a:rect l="l" t="t" r="r" b="b"/>
            <a:pathLst>
              <a:path w="2970529" h="1052195">
                <a:moveTo>
                  <a:pt x="0" y="1051583"/>
                </a:moveTo>
                <a:lnTo>
                  <a:pt x="2970297" y="1051583"/>
                </a:lnTo>
                <a:lnTo>
                  <a:pt x="2970297" y="0"/>
                </a:lnTo>
                <a:lnTo>
                  <a:pt x="0" y="0"/>
                </a:lnTo>
                <a:lnTo>
                  <a:pt x="0" y="1051583"/>
                </a:lnTo>
                <a:close/>
              </a:path>
            </a:pathLst>
          </a:custGeom>
          <a:ln w="383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3" name="object 483"/>
          <p:cNvSpPr txBox="1"/>
          <p:nvPr/>
        </p:nvSpPr>
        <p:spPr>
          <a:xfrm>
            <a:off x="9323069" y="30860"/>
            <a:ext cx="281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25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7987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95"/>
              </a:spcBef>
            </a:pPr>
            <a:r>
              <a:rPr sz="4000" b="0" dirty="0">
                <a:latin typeface="Trebuchet MS"/>
                <a:cs typeface="Trebuchet MS"/>
              </a:rPr>
              <a:t>Software</a:t>
            </a:r>
            <a:r>
              <a:rPr sz="4000" b="0" spc="-130" dirty="0">
                <a:latin typeface="Trebuchet MS"/>
                <a:cs typeface="Trebuchet MS"/>
              </a:rPr>
              <a:t> </a:t>
            </a:r>
            <a:r>
              <a:rPr sz="4000" b="0" dirty="0">
                <a:latin typeface="Trebuchet MS"/>
                <a:cs typeface="Trebuchet MS"/>
              </a:rPr>
              <a:t>Engineering</a:t>
            </a:r>
            <a:r>
              <a:rPr sz="4000" b="0" spc="-130" dirty="0">
                <a:latin typeface="Trebuchet MS"/>
                <a:cs typeface="Trebuchet MS"/>
              </a:rPr>
              <a:t> </a:t>
            </a:r>
            <a:r>
              <a:rPr sz="4000" b="0" spc="-10" dirty="0">
                <a:latin typeface="Trebuchet MS"/>
                <a:cs typeface="Trebuchet MS"/>
              </a:rPr>
              <a:t>Blueprints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684072" y="2270200"/>
            <a:ext cx="8261984" cy="2422073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68605" marR="168910" indent="-259715">
              <a:lnSpc>
                <a:spcPct val="100800"/>
              </a:lnSpc>
              <a:spcBef>
                <a:spcPts val="80"/>
              </a:spcBef>
              <a:buClr>
                <a:srgbClr val="9F4DA2"/>
              </a:buClr>
              <a:buSzPct val="96428"/>
              <a:buFont typeface="Wingdings"/>
              <a:buChar char=""/>
              <a:tabLst>
                <a:tab pos="268605" algn="l"/>
                <a:tab pos="294640" algn="l"/>
              </a:tabLst>
            </a:pPr>
            <a:r>
              <a:rPr dirty="0"/>
              <a:t>	Specifying</a:t>
            </a:r>
            <a:r>
              <a:rPr spc="-80" dirty="0"/>
              <a:t> </a:t>
            </a:r>
            <a:r>
              <a:rPr dirty="0"/>
              <a:t>software</a:t>
            </a:r>
            <a:r>
              <a:rPr spc="-80" dirty="0"/>
              <a:t> </a:t>
            </a:r>
            <a:r>
              <a:rPr dirty="0"/>
              <a:t>problems</a:t>
            </a:r>
            <a:r>
              <a:rPr spc="-75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solutions</a:t>
            </a:r>
            <a:r>
              <a:rPr spc="-50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spc="-20" dirty="0"/>
              <a:t>like </a:t>
            </a:r>
            <a:r>
              <a:rPr dirty="0"/>
              <a:t>cartoon</a:t>
            </a:r>
            <a:r>
              <a:rPr spc="-60" dirty="0"/>
              <a:t> </a:t>
            </a:r>
            <a:r>
              <a:rPr dirty="0"/>
              <a:t>strip</a:t>
            </a:r>
            <a:r>
              <a:rPr spc="-65" dirty="0"/>
              <a:t> </a:t>
            </a:r>
            <a:r>
              <a:rPr spc="-10" dirty="0"/>
              <a:t>writing</a:t>
            </a:r>
          </a:p>
          <a:p>
            <a:pPr marL="268605" marR="5080" indent="-259715">
              <a:lnSpc>
                <a:spcPct val="100000"/>
              </a:lnSpc>
              <a:spcBef>
                <a:spcPts val="2010"/>
              </a:spcBef>
              <a:buClr>
                <a:srgbClr val="9F4DA2"/>
              </a:buClr>
              <a:buSzPct val="96428"/>
              <a:buFont typeface="Wingdings"/>
              <a:buChar char=""/>
              <a:tabLst>
                <a:tab pos="268605" algn="l"/>
                <a:tab pos="294640" algn="l"/>
              </a:tabLst>
            </a:pPr>
            <a:r>
              <a:rPr dirty="0"/>
              <a:t>	Unfortunately,</a:t>
            </a:r>
            <a:r>
              <a:rPr spc="-90" dirty="0"/>
              <a:t> </a:t>
            </a:r>
            <a:r>
              <a:rPr dirty="0"/>
              <a:t>most</a:t>
            </a:r>
            <a:r>
              <a:rPr spc="-7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us are</a:t>
            </a:r>
            <a:r>
              <a:rPr spc="-40" dirty="0"/>
              <a:t> </a:t>
            </a:r>
            <a:r>
              <a:rPr dirty="0"/>
              <a:t>not</a:t>
            </a:r>
            <a:r>
              <a:rPr spc="-45" dirty="0"/>
              <a:t> </a:t>
            </a:r>
            <a:r>
              <a:rPr dirty="0"/>
              <a:t>artists,</a:t>
            </a:r>
            <a:r>
              <a:rPr spc="-40" dirty="0"/>
              <a:t> </a:t>
            </a:r>
            <a:r>
              <a:rPr dirty="0"/>
              <a:t>so</a:t>
            </a:r>
            <a:r>
              <a:rPr spc="-40" dirty="0"/>
              <a:t> </a:t>
            </a:r>
            <a:r>
              <a:rPr dirty="0"/>
              <a:t>we</a:t>
            </a:r>
            <a:r>
              <a:rPr spc="-30" dirty="0"/>
              <a:t> </a:t>
            </a:r>
            <a:r>
              <a:rPr spc="-20" dirty="0"/>
              <a:t>will </a:t>
            </a:r>
            <a:r>
              <a:rPr dirty="0"/>
              <a:t>use</a:t>
            </a:r>
            <a:r>
              <a:rPr spc="-75" dirty="0"/>
              <a:t> </a:t>
            </a:r>
            <a:r>
              <a:rPr dirty="0"/>
              <a:t>something</a:t>
            </a:r>
            <a:r>
              <a:rPr spc="-100" dirty="0"/>
              <a:t> </a:t>
            </a:r>
            <a:r>
              <a:rPr dirty="0"/>
              <a:t>less</a:t>
            </a:r>
            <a:r>
              <a:rPr spc="-25" dirty="0"/>
              <a:t> </a:t>
            </a:r>
            <a:r>
              <a:rPr spc="-10" dirty="0"/>
              <a:t>exciting:</a:t>
            </a:r>
          </a:p>
          <a:p>
            <a:pPr marL="268605">
              <a:lnSpc>
                <a:spcPts val="3340"/>
              </a:lnSpc>
            </a:pPr>
            <a:r>
              <a:rPr dirty="0"/>
              <a:t>UML</a:t>
            </a:r>
            <a:r>
              <a:rPr spc="-55" dirty="0"/>
              <a:t> 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9323069" y="30860"/>
            <a:ext cx="281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26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8404" rIns="0" bIns="0" rtlCol="0">
            <a:spAutoFit/>
          </a:bodyPr>
          <a:lstStyle/>
          <a:p>
            <a:pPr marL="278130">
              <a:lnSpc>
                <a:spcPct val="100000"/>
              </a:lnSpc>
              <a:spcBef>
                <a:spcPts val="95"/>
              </a:spcBef>
            </a:pPr>
            <a:r>
              <a:rPr sz="4000" b="0" dirty="0">
                <a:latin typeface="Trebuchet MS"/>
                <a:cs typeface="Trebuchet MS"/>
              </a:rPr>
              <a:t>What</a:t>
            </a:r>
            <a:r>
              <a:rPr sz="4000" b="0" spc="-135" dirty="0">
                <a:latin typeface="Trebuchet MS"/>
                <a:cs typeface="Trebuchet MS"/>
              </a:rPr>
              <a:t> </a:t>
            </a:r>
            <a:r>
              <a:rPr sz="4000" b="0" dirty="0">
                <a:latin typeface="Trebuchet MS"/>
                <a:cs typeface="Trebuchet MS"/>
              </a:rPr>
              <a:t>is</a:t>
            </a:r>
            <a:r>
              <a:rPr sz="4000" b="0" spc="-85" dirty="0">
                <a:latin typeface="Trebuchet MS"/>
                <a:cs typeface="Trebuchet MS"/>
              </a:rPr>
              <a:t> </a:t>
            </a:r>
            <a:r>
              <a:rPr sz="4000" b="0" dirty="0">
                <a:latin typeface="Trebuchet MS"/>
                <a:cs typeface="Trebuchet MS"/>
              </a:rPr>
              <a:t>a</a:t>
            </a:r>
            <a:r>
              <a:rPr sz="4000" b="0" spc="-70" dirty="0">
                <a:latin typeface="Trebuchet MS"/>
                <a:cs typeface="Trebuchet MS"/>
              </a:rPr>
              <a:t> </a:t>
            </a:r>
            <a:r>
              <a:rPr sz="4000" b="0" dirty="0">
                <a:latin typeface="Trebuchet MS"/>
                <a:cs typeface="Trebuchet MS"/>
              </a:rPr>
              <a:t>software</a:t>
            </a:r>
            <a:r>
              <a:rPr sz="4000" b="0" spc="-85" dirty="0">
                <a:latin typeface="Trebuchet MS"/>
                <a:cs typeface="Trebuchet MS"/>
              </a:rPr>
              <a:t> </a:t>
            </a:r>
            <a:r>
              <a:rPr sz="4000" b="0" spc="-10" dirty="0">
                <a:latin typeface="Trebuchet MS"/>
                <a:cs typeface="Trebuchet MS"/>
              </a:rPr>
              <a:t>process?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2172" y="2036775"/>
            <a:ext cx="8213090" cy="391160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67335" marR="5080" indent="-255270">
              <a:lnSpc>
                <a:spcPts val="3030"/>
              </a:lnSpc>
              <a:spcBef>
                <a:spcPts val="484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800" dirty="0">
                <a:latin typeface="Georgia"/>
                <a:cs typeface="Georgia"/>
              </a:rPr>
              <a:t>A</a:t>
            </a:r>
            <a:r>
              <a:rPr sz="2800" spc="-5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set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of</a:t>
            </a:r>
            <a:r>
              <a:rPr sz="2800" spc="1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activities</a:t>
            </a:r>
            <a:r>
              <a:rPr sz="2800" spc="-6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whose</a:t>
            </a:r>
            <a:r>
              <a:rPr sz="2800" spc="-5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goal</a:t>
            </a:r>
            <a:r>
              <a:rPr sz="2800" spc="-1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is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the development</a:t>
            </a:r>
            <a:r>
              <a:rPr sz="2800" spc="-145" dirty="0">
                <a:latin typeface="Georgia"/>
                <a:cs typeface="Georgia"/>
              </a:rPr>
              <a:t> </a:t>
            </a:r>
            <a:r>
              <a:rPr sz="2800" spc="-25" dirty="0">
                <a:latin typeface="Georgia"/>
                <a:cs typeface="Georgia"/>
              </a:rPr>
              <a:t>or 	</a:t>
            </a:r>
            <a:r>
              <a:rPr sz="2800" dirty="0">
                <a:latin typeface="Georgia"/>
                <a:cs typeface="Georgia"/>
              </a:rPr>
              <a:t>evolution</a:t>
            </a:r>
            <a:r>
              <a:rPr sz="2800" spc="-114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of</a:t>
            </a:r>
            <a:r>
              <a:rPr sz="2800" spc="-10" dirty="0">
                <a:latin typeface="Georgia"/>
                <a:cs typeface="Georgia"/>
              </a:rPr>
              <a:t> software.</a:t>
            </a:r>
            <a:endParaRPr sz="2800" dirty="0">
              <a:latin typeface="Georgia"/>
              <a:cs typeface="Georgia"/>
            </a:endParaRPr>
          </a:p>
          <a:p>
            <a:pPr marL="267970" indent="-255270">
              <a:lnSpc>
                <a:spcPts val="3265"/>
              </a:lnSpc>
              <a:buClr>
                <a:srgbClr val="9F4DA2"/>
              </a:buClr>
              <a:buChar char="•"/>
              <a:tabLst>
                <a:tab pos="267970" algn="l"/>
              </a:tabLst>
            </a:pPr>
            <a:r>
              <a:rPr sz="2800" dirty="0">
                <a:latin typeface="Georgia"/>
                <a:cs typeface="Georgia"/>
              </a:rPr>
              <a:t>Generic</a:t>
            </a:r>
            <a:r>
              <a:rPr sz="2800" spc="-14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activities</a:t>
            </a:r>
            <a:r>
              <a:rPr sz="2800" spc="-6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in</a:t>
            </a:r>
            <a:r>
              <a:rPr sz="2800" spc="-1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all</a:t>
            </a:r>
            <a:r>
              <a:rPr sz="2800" spc="-1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software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processes</a:t>
            </a:r>
            <a:r>
              <a:rPr sz="2800" spc="-60" dirty="0">
                <a:latin typeface="Georgia"/>
                <a:cs typeface="Georgia"/>
              </a:rPr>
              <a:t> </a:t>
            </a:r>
            <a:r>
              <a:rPr sz="2800" spc="-20" dirty="0">
                <a:latin typeface="Georgia"/>
                <a:cs typeface="Georgia"/>
              </a:rPr>
              <a:t>are:</a:t>
            </a:r>
            <a:endParaRPr sz="2800" dirty="0">
              <a:latin typeface="Georgia"/>
              <a:cs typeface="Georgia"/>
            </a:endParaRPr>
          </a:p>
          <a:p>
            <a:pPr marL="561340" marR="552450" indent="-247015">
              <a:lnSpc>
                <a:spcPts val="2810"/>
              </a:lnSpc>
              <a:spcBef>
                <a:spcPts val="360"/>
              </a:spcBef>
              <a:tabLst>
                <a:tab pos="561340" algn="l"/>
              </a:tabLst>
            </a:pPr>
            <a:r>
              <a:rPr sz="2600" spc="-50" dirty="0">
                <a:solidFill>
                  <a:srgbClr val="438085"/>
                </a:solidFill>
                <a:latin typeface="Georgia"/>
                <a:cs typeface="Georgia"/>
              </a:rPr>
              <a:t>▫</a:t>
            </a:r>
            <a:r>
              <a:rPr sz="2600" dirty="0">
                <a:solidFill>
                  <a:srgbClr val="438085"/>
                </a:solidFill>
                <a:latin typeface="Georgia"/>
                <a:cs typeface="Georgia"/>
              </a:rPr>
              <a:t>	</a:t>
            </a:r>
            <a:r>
              <a:rPr sz="2600" b="1" spc="-10" dirty="0">
                <a:latin typeface="Georgia"/>
                <a:cs typeface="Georgia"/>
              </a:rPr>
              <a:t>Specification</a:t>
            </a:r>
            <a:r>
              <a:rPr sz="2600" spc="-2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-</a:t>
            </a:r>
            <a:r>
              <a:rPr sz="2600" spc="-7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what</a:t>
            </a:r>
            <a:r>
              <a:rPr sz="2600" spc="-4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the</a:t>
            </a:r>
            <a:r>
              <a:rPr sz="2600" spc="-3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system</a:t>
            </a:r>
            <a:r>
              <a:rPr sz="2600" spc="-1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should</a:t>
            </a:r>
            <a:r>
              <a:rPr sz="2600" spc="-5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do</a:t>
            </a:r>
            <a:r>
              <a:rPr sz="2600" spc="-4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and</a:t>
            </a:r>
            <a:r>
              <a:rPr sz="2600" spc="-80" dirty="0">
                <a:latin typeface="Georgia"/>
                <a:cs typeface="Georgia"/>
              </a:rPr>
              <a:t> </a:t>
            </a:r>
            <a:r>
              <a:rPr sz="2600" spc="-25" dirty="0">
                <a:latin typeface="Georgia"/>
                <a:cs typeface="Georgia"/>
              </a:rPr>
              <a:t>its </a:t>
            </a:r>
            <a:r>
              <a:rPr sz="2600" dirty="0">
                <a:latin typeface="Georgia"/>
                <a:cs typeface="Georgia"/>
              </a:rPr>
              <a:t>development</a:t>
            </a:r>
            <a:r>
              <a:rPr sz="2600" spc="-150" dirty="0">
                <a:latin typeface="Georgia"/>
                <a:cs typeface="Georgia"/>
              </a:rPr>
              <a:t> </a:t>
            </a:r>
            <a:r>
              <a:rPr sz="2600" spc="-10" dirty="0">
                <a:latin typeface="Georgia"/>
                <a:cs typeface="Georgia"/>
              </a:rPr>
              <a:t>constraints</a:t>
            </a:r>
            <a:endParaRPr sz="2600" dirty="0">
              <a:latin typeface="Georgia"/>
              <a:cs typeface="Georgia"/>
            </a:endParaRPr>
          </a:p>
          <a:p>
            <a:pPr marL="314325">
              <a:lnSpc>
                <a:spcPts val="3055"/>
              </a:lnSpc>
              <a:tabLst>
                <a:tab pos="561340" algn="l"/>
              </a:tabLst>
            </a:pPr>
            <a:r>
              <a:rPr sz="2600" spc="-50" dirty="0">
                <a:solidFill>
                  <a:srgbClr val="438085"/>
                </a:solidFill>
                <a:latin typeface="Georgia"/>
                <a:cs typeface="Georgia"/>
              </a:rPr>
              <a:t>▫</a:t>
            </a:r>
            <a:r>
              <a:rPr sz="2600" dirty="0">
                <a:solidFill>
                  <a:srgbClr val="438085"/>
                </a:solidFill>
                <a:latin typeface="Georgia"/>
                <a:cs typeface="Georgia"/>
              </a:rPr>
              <a:t>	</a:t>
            </a:r>
            <a:r>
              <a:rPr sz="2600" b="1" dirty="0">
                <a:latin typeface="Georgia"/>
                <a:cs typeface="Georgia"/>
              </a:rPr>
              <a:t>Development</a:t>
            </a:r>
            <a:r>
              <a:rPr sz="2600" spc="-9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-</a:t>
            </a:r>
            <a:r>
              <a:rPr sz="2600" spc="-10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production</a:t>
            </a:r>
            <a:r>
              <a:rPr sz="2600" spc="-3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of</a:t>
            </a:r>
            <a:r>
              <a:rPr sz="2600" spc="-8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the</a:t>
            </a:r>
            <a:r>
              <a:rPr sz="2600" spc="-9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software</a:t>
            </a:r>
            <a:r>
              <a:rPr sz="2600" spc="-45" dirty="0">
                <a:latin typeface="Georgia"/>
                <a:cs typeface="Georgia"/>
              </a:rPr>
              <a:t> </a:t>
            </a:r>
            <a:r>
              <a:rPr sz="2600" spc="-10" dirty="0">
                <a:latin typeface="Georgia"/>
                <a:cs typeface="Georgia"/>
              </a:rPr>
              <a:t>system</a:t>
            </a:r>
            <a:endParaRPr sz="2600" dirty="0">
              <a:latin typeface="Georgia"/>
              <a:cs typeface="Georgia"/>
            </a:endParaRPr>
          </a:p>
          <a:p>
            <a:pPr marL="561340" marR="365125" indent="-247015">
              <a:lnSpc>
                <a:spcPts val="2810"/>
              </a:lnSpc>
              <a:spcBef>
                <a:spcPts val="370"/>
              </a:spcBef>
              <a:tabLst>
                <a:tab pos="561340" algn="l"/>
              </a:tabLst>
            </a:pPr>
            <a:r>
              <a:rPr sz="2600" spc="-50" dirty="0">
                <a:solidFill>
                  <a:srgbClr val="438085"/>
                </a:solidFill>
                <a:latin typeface="Georgia"/>
                <a:cs typeface="Georgia"/>
              </a:rPr>
              <a:t>▫</a:t>
            </a:r>
            <a:r>
              <a:rPr sz="2600" dirty="0">
                <a:solidFill>
                  <a:srgbClr val="438085"/>
                </a:solidFill>
                <a:latin typeface="Georgia"/>
                <a:cs typeface="Georgia"/>
              </a:rPr>
              <a:t>	</a:t>
            </a:r>
            <a:r>
              <a:rPr sz="2600" b="1" dirty="0">
                <a:latin typeface="Georgia"/>
                <a:cs typeface="Georgia"/>
              </a:rPr>
              <a:t>Validation</a:t>
            </a:r>
            <a:r>
              <a:rPr sz="2600" spc="-3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-</a:t>
            </a:r>
            <a:r>
              <a:rPr sz="2600" spc="-8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checking</a:t>
            </a:r>
            <a:r>
              <a:rPr sz="2600" spc="-11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that</a:t>
            </a:r>
            <a:r>
              <a:rPr sz="2600" spc="-6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the</a:t>
            </a:r>
            <a:r>
              <a:rPr sz="2600" spc="-8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software</a:t>
            </a:r>
            <a:r>
              <a:rPr sz="2600" spc="1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is</a:t>
            </a:r>
            <a:r>
              <a:rPr sz="2600" spc="-9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what</a:t>
            </a:r>
            <a:r>
              <a:rPr sz="2600" spc="-55" dirty="0">
                <a:latin typeface="Georgia"/>
                <a:cs typeface="Georgia"/>
              </a:rPr>
              <a:t> </a:t>
            </a:r>
            <a:r>
              <a:rPr sz="2600" spc="-25" dirty="0">
                <a:latin typeface="Georgia"/>
                <a:cs typeface="Georgia"/>
              </a:rPr>
              <a:t>the </a:t>
            </a:r>
            <a:r>
              <a:rPr sz="2600" dirty="0">
                <a:latin typeface="Georgia"/>
                <a:cs typeface="Georgia"/>
              </a:rPr>
              <a:t>customer</a:t>
            </a:r>
            <a:r>
              <a:rPr sz="2600" spc="-125" dirty="0">
                <a:latin typeface="Georgia"/>
                <a:cs typeface="Georgia"/>
              </a:rPr>
              <a:t> </a:t>
            </a:r>
            <a:r>
              <a:rPr sz="2600" spc="-20" dirty="0">
                <a:latin typeface="Georgia"/>
                <a:cs typeface="Georgia"/>
              </a:rPr>
              <a:t>wants</a:t>
            </a:r>
            <a:endParaRPr sz="2600" dirty="0">
              <a:latin typeface="Georgia"/>
              <a:cs typeface="Georgia"/>
            </a:endParaRPr>
          </a:p>
          <a:p>
            <a:pPr marL="561340" marR="611505" indent="-247015">
              <a:lnSpc>
                <a:spcPts val="2810"/>
              </a:lnSpc>
              <a:spcBef>
                <a:spcPts val="285"/>
              </a:spcBef>
              <a:tabLst>
                <a:tab pos="561340" algn="l"/>
              </a:tabLst>
            </a:pPr>
            <a:r>
              <a:rPr sz="2600" spc="-50" dirty="0">
                <a:solidFill>
                  <a:srgbClr val="438085"/>
                </a:solidFill>
                <a:latin typeface="Georgia"/>
                <a:cs typeface="Georgia"/>
              </a:rPr>
              <a:t>▫</a:t>
            </a:r>
            <a:r>
              <a:rPr sz="2600" dirty="0">
                <a:solidFill>
                  <a:srgbClr val="438085"/>
                </a:solidFill>
                <a:latin typeface="Georgia"/>
                <a:cs typeface="Georgia"/>
              </a:rPr>
              <a:t>	</a:t>
            </a:r>
            <a:r>
              <a:rPr sz="2600" b="1" dirty="0">
                <a:latin typeface="Georgia"/>
                <a:cs typeface="Georgia"/>
              </a:rPr>
              <a:t>Evolution</a:t>
            </a:r>
            <a:r>
              <a:rPr sz="2600" spc="-7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-</a:t>
            </a:r>
            <a:r>
              <a:rPr sz="2600" spc="-9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changing</a:t>
            </a:r>
            <a:r>
              <a:rPr sz="2600" spc="-8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the</a:t>
            </a:r>
            <a:r>
              <a:rPr sz="2600" spc="-9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software</a:t>
            </a:r>
            <a:r>
              <a:rPr sz="2600" spc="-3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in</a:t>
            </a:r>
            <a:r>
              <a:rPr sz="2600" spc="-5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response</a:t>
            </a:r>
            <a:r>
              <a:rPr sz="2600" spc="-60" dirty="0">
                <a:latin typeface="Georgia"/>
                <a:cs typeface="Georgia"/>
              </a:rPr>
              <a:t> </a:t>
            </a:r>
            <a:r>
              <a:rPr sz="2600" spc="-25" dirty="0">
                <a:latin typeface="Georgia"/>
                <a:cs typeface="Georgia"/>
              </a:rPr>
              <a:t>to </a:t>
            </a:r>
            <a:r>
              <a:rPr sz="2600" dirty="0">
                <a:latin typeface="Georgia"/>
                <a:cs typeface="Georgia"/>
              </a:rPr>
              <a:t>changing</a:t>
            </a:r>
            <a:r>
              <a:rPr sz="2600" spc="-114" dirty="0">
                <a:latin typeface="Georgia"/>
                <a:cs typeface="Georgia"/>
              </a:rPr>
              <a:t> </a:t>
            </a:r>
            <a:r>
              <a:rPr sz="2600" spc="-10" dirty="0">
                <a:latin typeface="Georgia"/>
                <a:cs typeface="Georgia"/>
              </a:rPr>
              <a:t>demands.</a:t>
            </a:r>
            <a:endParaRPr sz="2600" dirty="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23069" y="30860"/>
            <a:ext cx="281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28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91400" y="685800"/>
            <a:ext cx="1905000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DB30E-403D-5412-1AAD-3DC727D04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667A5E7-A783-D6E0-5552-C0924E3AB4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0459" y="462229"/>
            <a:ext cx="8753830" cy="1673792"/>
          </a:xfrm>
          <a:prstGeom prst="rect">
            <a:avLst/>
          </a:prstGeom>
        </p:spPr>
        <p:txBody>
          <a:bodyPr vert="horz" wrap="square" lIns="0" tIns="438404" rIns="0" bIns="0" rtlCol="0">
            <a:spAutoFit/>
          </a:bodyPr>
          <a:lstStyle/>
          <a:p>
            <a:pPr marL="278130">
              <a:lnSpc>
                <a:spcPct val="100000"/>
              </a:lnSpc>
              <a:spcBef>
                <a:spcPts val="95"/>
              </a:spcBef>
            </a:pPr>
            <a:r>
              <a:rPr lang="en-US" sz="4000" dirty="0"/>
              <a:t>Software Development Life Cycle (SDLC)</a:t>
            </a:r>
            <a:endParaRPr sz="4000" dirty="0">
              <a:latin typeface="Trebuchet MS"/>
              <a:cs typeface="Trebuchet MS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0EF22A1-27A9-6D3B-681D-CE0CDCFCB8F3}"/>
              </a:ext>
            </a:extLst>
          </p:cNvPr>
          <p:cNvSpPr txBox="1"/>
          <p:nvPr/>
        </p:nvSpPr>
        <p:spPr>
          <a:xfrm>
            <a:off x="722172" y="2036775"/>
            <a:ext cx="8213090" cy="3958134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r>
              <a:rPr lang="en-US" sz="2800" dirty="0"/>
              <a:t>Phases of SDLC:</a:t>
            </a:r>
          </a:p>
          <a:p>
            <a:pPr marL="514350" indent="-514350">
              <a:buAutoNum type="arabicPeriod"/>
            </a:pPr>
            <a:r>
              <a:rPr lang="en-US" sz="2800" dirty="0"/>
              <a:t>Requirements Gathering</a:t>
            </a:r>
          </a:p>
          <a:p>
            <a:pPr marL="514350" indent="-514350">
              <a:buAutoNum type="arabicPeriod"/>
            </a:pPr>
            <a:r>
              <a:rPr lang="en-US" sz="2800" dirty="0"/>
              <a:t>Specification</a:t>
            </a:r>
          </a:p>
          <a:p>
            <a:r>
              <a:rPr lang="en-US" sz="2800" dirty="0"/>
              <a:t>3. System Design</a:t>
            </a:r>
          </a:p>
          <a:p>
            <a:r>
              <a:rPr lang="en-US" sz="2800" dirty="0"/>
              <a:t>4. Implementation</a:t>
            </a:r>
          </a:p>
          <a:p>
            <a:r>
              <a:rPr lang="en-US" sz="2800" dirty="0"/>
              <a:t>5. Testing</a:t>
            </a:r>
          </a:p>
          <a:p>
            <a:r>
              <a:rPr lang="en-US" sz="2800" dirty="0"/>
              <a:t>6. Deployment</a:t>
            </a:r>
          </a:p>
          <a:p>
            <a:r>
              <a:rPr lang="en-US" sz="2800" dirty="0"/>
              <a:t>7. Maintenance</a:t>
            </a:r>
          </a:p>
          <a:p>
            <a:pPr marL="267335" marR="5080" indent="-255270">
              <a:lnSpc>
                <a:spcPts val="3030"/>
              </a:lnSpc>
              <a:spcBef>
                <a:spcPts val="484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endParaRPr sz="2600" dirty="0">
              <a:latin typeface="Georgia"/>
              <a:cs typeface="Georgia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1515546-A000-7002-0658-4FE6A8747AA2}"/>
              </a:ext>
            </a:extLst>
          </p:cNvPr>
          <p:cNvSpPr txBox="1"/>
          <p:nvPr/>
        </p:nvSpPr>
        <p:spPr>
          <a:xfrm>
            <a:off x="9323069" y="30860"/>
            <a:ext cx="281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28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5346CAB9-F348-3EE7-75C3-4C82EA1E370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18069" y="1711812"/>
            <a:ext cx="1905000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1088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6833" rIns="0" bIns="0" rtlCol="0">
            <a:spAutoFit/>
          </a:bodyPr>
          <a:lstStyle/>
          <a:p>
            <a:pPr marL="354330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spc="-75" dirty="0"/>
              <a:t> </a:t>
            </a:r>
            <a:r>
              <a:rPr dirty="0"/>
              <a:t>are</a:t>
            </a:r>
            <a:r>
              <a:rPr spc="-7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costs</a:t>
            </a:r>
            <a:r>
              <a:rPr spc="-1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software</a:t>
            </a:r>
            <a:r>
              <a:rPr spc="-35" dirty="0"/>
              <a:t> </a:t>
            </a:r>
            <a:r>
              <a:rPr spc="-10" dirty="0"/>
              <a:t>engineering?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4072" y="2270200"/>
            <a:ext cx="8522335" cy="3519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335" marR="420370" indent="-255270">
              <a:lnSpc>
                <a:spcPct val="100299"/>
              </a:lnSpc>
              <a:spcBef>
                <a:spcPts val="100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800" dirty="0">
                <a:latin typeface="Georgia"/>
                <a:cs typeface="Georgia"/>
              </a:rPr>
              <a:t>Roughly</a:t>
            </a:r>
            <a:r>
              <a:rPr sz="2800" spc="-9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60%</a:t>
            </a:r>
            <a:r>
              <a:rPr sz="2800" spc="-4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of</a:t>
            </a:r>
            <a:r>
              <a:rPr sz="2800" spc="-3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costs</a:t>
            </a:r>
            <a:r>
              <a:rPr sz="2800" spc="-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are</a:t>
            </a:r>
            <a:r>
              <a:rPr sz="2800" spc="-4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development</a:t>
            </a:r>
            <a:r>
              <a:rPr sz="2800" spc="-15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costs,</a:t>
            </a:r>
            <a:r>
              <a:rPr sz="2800" spc="-40" dirty="0">
                <a:latin typeface="Georgia"/>
                <a:cs typeface="Georgia"/>
              </a:rPr>
              <a:t> </a:t>
            </a:r>
            <a:r>
              <a:rPr sz="2800" spc="-25" dirty="0">
                <a:latin typeface="Georgia"/>
                <a:cs typeface="Georgia"/>
              </a:rPr>
              <a:t>40% 	</a:t>
            </a:r>
            <a:r>
              <a:rPr sz="2800" dirty="0">
                <a:latin typeface="Georgia"/>
                <a:cs typeface="Georgia"/>
              </a:rPr>
              <a:t>are</a:t>
            </a:r>
            <a:r>
              <a:rPr sz="2800" spc="-8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testing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costs.</a:t>
            </a:r>
            <a:r>
              <a:rPr sz="2800" spc="-4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For</a:t>
            </a:r>
            <a:r>
              <a:rPr sz="2800" spc="-1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custom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software,</a:t>
            </a:r>
            <a:r>
              <a:rPr sz="2800" spc="-4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evolution 	</a:t>
            </a:r>
            <a:r>
              <a:rPr sz="2800" dirty="0">
                <a:latin typeface="Georgia"/>
                <a:cs typeface="Georgia"/>
              </a:rPr>
              <a:t>costs</a:t>
            </a:r>
            <a:r>
              <a:rPr sz="2800" spc="-8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often</a:t>
            </a:r>
            <a:r>
              <a:rPr sz="2800" spc="-5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exceed</a:t>
            </a:r>
            <a:r>
              <a:rPr sz="2800" spc="-4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development</a:t>
            </a:r>
            <a:r>
              <a:rPr sz="2800" spc="-15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costs.</a:t>
            </a:r>
            <a:endParaRPr sz="2800" dirty="0">
              <a:latin typeface="Georgia"/>
              <a:cs typeface="Georgia"/>
            </a:endParaRPr>
          </a:p>
          <a:p>
            <a:pPr marL="267335" marR="5080" indent="-255270">
              <a:lnSpc>
                <a:spcPct val="100000"/>
              </a:lnSpc>
              <a:spcBef>
                <a:spcPts val="315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800" dirty="0">
                <a:latin typeface="Georgia"/>
                <a:cs typeface="Georgia"/>
              </a:rPr>
              <a:t>Costs</a:t>
            </a:r>
            <a:r>
              <a:rPr sz="2800" spc="-6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vary</a:t>
            </a:r>
            <a:r>
              <a:rPr sz="2800" spc="-2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depending</a:t>
            </a:r>
            <a:r>
              <a:rPr sz="2800" spc="-13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on</a:t>
            </a:r>
            <a:r>
              <a:rPr sz="2800" spc="-1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the</a:t>
            </a:r>
            <a:r>
              <a:rPr sz="2800" spc="-2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type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of</a:t>
            </a:r>
            <a:r>
              <a:rPr sz="2800" spc="-2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system</a:t>
            </a:r>
            <a:r>
              <a:rPr sz="2800" spc="-6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being 	</a:t>
            </a:r>
            <a:r>
              <a:rPr sz="2800" dirty="0">
                <a:latin typeface="Georgia"/>
                <a:cs typeface="Georgia"/>
              </a:rPr>
              <a:t>developed</a:t>
            </a:r>
            <a:r>
              <a:rPr sz="2800" spc="-14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and the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requirements</a:t>
            </a:r>
            <a:r>
              <a:rPr sz="2800" spc="-13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of</a:t>
            </a:r>
            <a:r>
              <a:rPr sz="2800" spc="-2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system</a:t>
            </a:r>
            <a:r>
              <a:rPr sz="2800" spc="-6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attributes 	</a:t>
            </a:r>
            <a:r>
              <a:rPr sz="2800" dirty="0">
                <a:latin typeface="Georgia"/>
                <a:cs typeface="Georgia"/>
              </a:rPr>
              <a:t>such</a:t>
            </a:r>
            <a:r>
              <a:rPr sz="2800" spc="-7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as</a:t>
            </a:r>
            <a:r>
              <a:rPr sz="2800" spc="-4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performance</a:t>
            </a:r>
            <a:r>
              <a:rPr sz="2800" spc="-3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and</a:t>
            </a:r>
            <a:r>
              <a:rPr sz="2800" spc="-5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system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reliability.</a:t>
            </a:r>
            <a:endParaRPr sz="2800" dirty="0">
              <a:latin typeface="Georgia"/>
              <a:cs typeface="Georgia"/>
            </a:endParaRPr>
          </a:p>
          <a:p>
            <a:pPr marL="267335" marR="446405" indent="-255270">
              <a:lnSpc>
                <a:spcPct val="100000"/>
              </a:lnSpc>
              <a:spcBef>
                <a:spcPts val="295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800" dirty="0">
                <a:latin typeface="Georgia"/>
                <a:cs typeface="Georgia"/>
              </a:rPr>
              <a:t>Distribution</a:t>
            </a:r>
            <a:r>
              <a:rPr sz="2800" spc="-13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of</a:t>
            </a:r>
            <a:r>
              <a:rPr sz="2800" spc="-2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costs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depends</a:t>
            </a:r>
            <a:r>
              <a:rPr sz="2800" spc="-6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on</a:t>
            </a:r>
            <a:r>
              <a:rPr sz="2800" spc="-4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the</a:t>
            </a:r>
            <a:r>
              <a:rPr sz="2800" spc="-2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development 	</a:t>
            </a:r>
            <a:r>
              <a:rPr sz="2800" dirty="0">
                <a:latin typeface="Georgia"/>
                <a:cs typeface="Georgia"/>
              </a:rPr>
              <a:t>model</a:t>
            </a:r>
            <a:r>
              <a:rPr sz="2800" spc="-10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that</a:t>
            </a:r>
            <a:r>
              <a:rPr sz="2800" spc="-4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is </a:t>
            </a:r>
            <a:r>
              <a:rPr sz="2800" spc="-10" dirty="0">
                <a:latin typeface="Georgia"/>
                <a:cs typeface="Georgia"/>
              </a:rPr>
              <a:t>used.</a:t>
            </a:r>
            <a:endParaRPr sz="2800" dirty="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23069" y="30860"/>
            <a:ext cx="281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29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4324" y="578561"/>
            <a:ext cx="72390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dirty="0">
                <a:latin typeface="Trebuchet MS"/>
                <a:cs typeface="Trebuchet MS"/>
              </a:rPr>
              <a:t>Software</a:t>
            </a:r>
            <a:r>
              <a:rPr sz="4000" b="0" spc="-180" dirty="0">
                <a:latin typeface="Trebuchet MS"/>
                <a:cs typeface="Trebuchet MS"/>
              </a:rPr>
              <a:t> </a:t>
            </a:r>
            <a:r>
              <a:rPr sz="4000" b="0" dirty="0">
                <a:latin typeface="Trebuchet MS"/>
                <a:cs typeface="Trebuchet MS"/>
              </a:rPr>
              <a:t>Development</a:t>
            </a:r>
            <a:r>
              <a:rPr sz="4000" b="0" spc="-145" dirty="0">
                <a:latin typeface="Trebuchet MS"/>
                <a:cs typeface="Trebuchet MS"/>
              </a:rPr>
              <a:t> </a:t>
            </a:r>
            <a:r>
              <a:rPr sz="4000" b="0" spc="-10" dirty="0">
                <a:latin typeface="Trebuchet MS"/>
                <a:cs typeface="Trebuchet MS"/>
              </a:rPr>
              <a:t>Methods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9922" y="1827251"/>
            <a:ext cx="8439785" cy="3021339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295910" indent="-285750">
              <a:lnSpc>
                <a:spcPct val="100000"/>
              </a:lnSpc>
              <a:spcBef>
                <a:spcPts val="459"/>
              </a:spcBef>
              <a:buClr>
                <a:srgbClr val="9F4DA2"/>
              </a:buClr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spc="-10" dirty="0">
                <a:latin typeface="Georgia"/>
                <a:cs typeface="Georgia"/>
              </a:rPr>
              <a:t>Waterfall</a:t>
            </a:r>
            <a:endParaRPr sz="2800" dirty="0">
              <a:latin typeface="Georgia"/>
              <a:cs typeface="Georgia"/>
            </a:endParaRPr>
          </a:p>
          <a:p>
            <a:pPr marL="826135" lvl="1" indent="-219075">
              <a:lnSpc>
                <a:spcPct val="100000"/>
              </a:lnSpc>
              <a:spcBef>
                <a:spcPts val="315"/>
              </a:spcBef>
              <a:buFont typeface="Wingdings"/>
              <a:buChar char=""/>
              <a:tabLst>
                <a:tab pos="826135" algn="l"/>
              </a:tabLst>
            </a:pPr>
            <a:r>
              <a:rPr sz="2400" dirty="0">
                <a:solidFill>
                  <a:srgbClr val="525389"/>
                </a:solidFill>
                <a:latin typeface="Georgia"/>
                <a:cs typeface="Georgia"/>
              </a:rPr>
              <a:t>Unidirectional,</a:t>
            </a:r>
            <a:r>
              <a:rPr sz="2400" spc="-160" dirty="0">
                <a:solidFill>
                  <a:srgbClr val="525389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525389"/>
                </a:solidFill>
                <a:latin typeface="Georgia"/>
                <a:cs typeface="Georgia"/>
              </a:rPr>
              <a:t>finish</a:t>
            </a:r>
            <a:r>
              <a:rPr sz="2400" spc="-110" dirty="0">
                <a:solidFill>
                  <a:srgbClr val="525389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525389"/>
                </a:solidFill>
                <a:latin typeface="Georgia"/>
                <a:cs typeface="Georgia"/>
              </a:rPr>
              <a:t>this</a:t>
            </a:r>
            <a:r>
              <a:rPr sz="2400" spc="-35" dirty="0">
                <a:solidFill>
                  <a:srgbClr val="525389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525389"/>
                </a:solidFill>
                <a:latin typeface="Georgia"/>
                <a:cs typeface="Georgia"/>
              </a:rPr>
              <a:t>step</a:t>
            </a:r>
            <a:r>
              <a:rPr sz="2400" spc="20" dirty="0">
                <a:solidFill>
                  <a:srgbClr val="525389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525389"/>
                </a:solidFill>
                <a:latin typeface="Georgia"/>
                <a:cs typeface="Georgia"/>
              </a:rPr>
              <a:t>before</a:t>
            </a:r>
            <a:r>
              <a:rPr sz="2400" spc="-15" dirty="0">
                <a:solidFill>
                  <a:srgbClr val="525389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525389"/>
                </a:solidFill>
                <a:latin typeface="Georgia"/>
                <a:cs typeface="Georgia"/>
              </a:rPr>
              <a:t>moving</a:t>
            </a:r>
            <a:r>
              <a:rPr sz="2400" spc="-80" dirty="0">
                <a:solidFill>
                  <a:srgbClr val="525389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525389"/>
                </a:solidFill>
                <a:latin typeface="Georgia"/>
                <a:cs typeface="Georgia"/>
              </a:rPr>
              <a:t>to</a:t>
            </a:r>
            <a:r>
              <a:rPr sz="2400" spc="-10" dirty="0">
                <a:solidFill>
                  <a:srgbClr val="525389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525389"/>
                </a:solidFill>
                <a:latin typeface="Georgia"/>
                <a:cs typeface="Georgia"/>
              </a:rPr>
              <a:t>the</a:t>
            </a:r>
            <a:r>
              <a:rPr sz="2400" spc="-15" dirty="0">
                <a:solidFill>
                  <a:srgbClr val="525389"/>
                </a:solidFill>
                <a:latin typeface="Georgia"/>
                <a:cs typeface="Georgia"/>
              </a:rPr>
              <a:t> </a:t>
            </a:r>
            <a:r>
              <a:rPr sz="2400" spc="-20" dirty="0">
                <a:solidFill>
                  <a:srgbClr val="525389"/>
                </a:solidFill>
                <a:latin typeface="Georgia"/>
                <a:cs typeface="Georgia"/>
              </a:rPr>
              <a:t>next</a:t>
            </a:r>
            <a:endParaRPr sz="2400" dirty="0">
              <a:latin typeface="Georgia"/>
              <a:cs typeface="Georgia"/>
            </a:endParaRPr>
          </a:p>
          <a:p>
            <a:pPr marL="295910" indent="-285750">
              <a:lnSpc>
                <a:spcPct val="100000"/>
              </a:lnSpc>
              <a:spcBef>
                <a:spcPts val="290"/>
              </a:spcBef>
              <a:buClr>
                <a:srgbClr val="9F4DA2"/>
              </a:buClr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spc="-10" dirty="0">
                <a:latin typeface="Georgia"/>
                <a:cs typeface="Georgia"/>
              </a:rPr>
              <a:t>Incremental</a:t>
            </a:r>
            <a:endParaRPr sz="2800" dirty="0">
              <a:latin typeface="Georgia"/>
              <a:cs typeface="Georgia"/>
            </a:endParaRPr>
          </a:p>
          <a:p>
            <a:pPr marL="826769" marR="79375" lvl="1" indent="-219710">
              <a:lnSpc>
                <a:spcPct val="100000"/>
              </a:lnSpc>
              <a:spcBef>
                <a:spcPts val="315"/>
              </a:spcBef>
              <a:buFont typeface="Wingdings"/>
              <a:buChar char=""/>
              <a:tabLst>
                <a:tab pos="826769" algn="l"/>
              </a:tabLst>
            </a:pPr>
            <a:r>
              <a:rPr sz="2400" dirty="0">
                <a:solidFill>
                  <a:srgbClr val="525389"/>
                </a:solidFill>
                <a:latin typeface="Georgia"/>
                <a:cs typeface="Georgia"/>
              </a:rPr>
              <a:t>Develop</a:t>
            </a:r>
            <a:r>
              <a:rPr sz="2400" spc="-45" dirty="0">
                <a:solidFill>
                  <a:srgbClr val="525389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525389"/>
                </a:solidFill>
                <a:latin typeface="Georgia"/>
                <a:cs typeface="Georgia"/>
              </a:rPr>
              <a:t>increment</a:t>
            </a:r>
            <a:r>
              <a:rPr sz="2400" spc="-60" dirty="0">
                <a:solidFill>
                  <a:srgbClr val="525389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525389"/>
                </a:solidFill>
                <a:latin typeface="Georgia"/>
                <a:cs typeface="Georgia"/>
              </a:rPr>
              <a:t>of</a:t>
            </a:r>
            <a:r>
              <a:rPr sz="2400" spc="-50" dirty="0">
                <a:solidFill>
                  <a:srgbClr val="525389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525389"/>
                </a:solidFill>
                <a:latin typeface="Georgia"/>
                <a:cs typeface="Georgia"/>
              </a:rPr>
              <a:t>functionality,</a:t>
            </a:r>
            <a:r>
              <a:rPr sz="2400" spc="-150" dirty="0">
                <a:solidFill>
                  <a:srgbClr val="525389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525389"/>
                </a:solidFill>
                <a:latin typeface="Georgia"/>
                <a:cs typeface="Georgia"/>
              </a:rPr>
              <a:t>repeat</a:t>
            </a:r>
            <a:r>
              <a:rPr sz="2400" spc="5" dirty="0">
                <a:solidFill>
                  <a:srgbClr val="525389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525389"/>
                </a:solidFill>
                <a:latin typeface="Georgia"/>
                <a:cs typeface="Georgia"/>
              </a:rPr>
              <a:t>in</a:t>
            </a:r>
            <a:r>
              <a:rPr sz="2400" spc="-40" dirty="0">
                <a:solidFill>
                  <a:srgbClr val="525389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525389"/>
                </a:solidFill>
                <a:latin typeface="Georgia"/>
                <a:cs typeface="Georgia"/>
              </a:rPr>
              <a:t>a</a:t>
            </a:r>
            <a:r>
              <a:rPr sz="2400" spc="-50" dirty="0">
                <a:solidFill>
                  <a:srgbClr val="525389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525389"/>
                </a:solidFill>
                <a:latin typeface="Georgia"/>
                <a:cs typeface="Georgia"/>
              </a:rPr>
              <a:t>feedback </a:t>
            </a:r>
            <a:r>
              <a:rPr sz="2400" spc="-20" dirty="0">
                <a:solidFill>
                  <a:srgbClr val="525389"/>
                </a:solidFill>
                <a:latin typeface="Georgia"/>
                <a:cs typeface="Georgia"/>
              </a:rPr>
              <a:t>loop</a:t>
            </a:r>
            <a:endParaRPr sz="2400" dirty="0">
              <a:latin typeface="Georgia"/>
              <a:cs typeface="Georgia"/>
            </a:endParaRPr>
          </a:p>
          <a:p>
            <a:pPr marL="295910" indent="-285750">
              <a:lnSpc>
                <a:spcPct val="100000"/>
              </a:lnSpc>
              <a:spcBef>
                <a:spcPts val="290"/>
              </a:spcBef>
              <a:buClr>
                <a:srgbClr val="9F4DA2"/>
              </a:buClr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spc="-10" dirty="0">
                <a:latin typeface="Georgia"/>
                <a:cs typeface="Georgia"/>
              </a:rPr>
              <a:t>Agile</a:t>
            </a:r>
            <a:endParaRPr sz="2800" dirty="0">
              <a:latin typeface="Georgia"/>
              <a:cs typeface="Georgia"/>
            </a:endParaRPr>
          </a:p>
          <a:p>
            <a:pPr marL="826769" marR="33655" lvl="1" indent="-219710">
              <a:lnSpc>
                <a:spcPct val="100000"/>
              </a:lnSpc>
              <a:spcBef>
                <a:spcPts val="320"/>
              </a:spcBef>
              <a:buFont typeface="Wingdings"/>
              <a:buChar char=""/>
              <a:tabLst>
                <a:tab pos="826769" algn="l"/>
              </a:tabLst>
            </a:pPr>
            <a:r>
              <a:rPr sz="2400" dirty="0">
                <a:solidFill>
                  <a:srgbClr val="525389"/>
                </a:solidFill>
                <a:latin typeface="Georgia"/>
                <a:cs typeface="Georgia"/>
              </a:rPr>
              <a:t>User</a:t>
            </a:r>
            <a:r>
              <a:rPr sz="2400" spc="-85" dirty="0">
                <a:solidFill>
                  <a:srgbClr val="525389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525389"/>
                </a:solidFill>
                <a:latin typeface="Georgia"/>
                <a:cs typeface="Georgia"/>
              </a:rPr>
              <a:t>feedback</a:t>
            </a:r>
            <a:r>
              <a:rPr sz="2400" spc="-55" dirty="0">
                <a:solidFill>
                  <a:srgbClr val="525389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525389"/>
                </a:solidFill>
                <a:latin typeface="Georgia"/>
                <a:cs typeface="Georgia"/>
              </a:rPr>
              <a:t>essential;</a:t>
            </a:r>
            <a:r>
              <a:rPr sz="2400" spc="-65" dirty="0">
                <a:solidFill>
                  <a:srgbClr val="525389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525389"/>
                </a:solidFill>
                <a:latin typeface="Georgia"/>
                <a:cs typeface="Georgia"/>
              </a:rPr>
              <a:t>feedback</a:t>
            </a:r>
            <a:r>
              <a:rPr sz="2400" spc="-60" dirty="0">
                <a:solidFill>
                  <a:srgbClr val="525389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525389"/>
                </a:solidFill>
                <a:latin typeface="Georgia"/>
                <a:cs typeface="Georgia"/>
              </a:rPr>
              <a:t>loops</a:t>
            </a:r>
            <a:r>
              <a:rPr sz="2400" spc="-20" dirty="0">
                <a:solidFill>
                  <a:srgbClr val="525389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525389"/>
                </a:solidFill>
                <a:latin typeface="Georgia"/>
                <a:cs typeface="Georgia"/>
              </a:rPr>
              <a:t>on</a:t>
            </a:r>
            <a:r>
              <a:rPr sz="2400" spc="-15" dirty="0">
                <a:solidFill>
                  <a:srgbClr val="525389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525389"/>
                </a:solidFill>
                <a:latin typeface="Georgia"/>
                <a:cs typeface="Georgia"/>
              </a:rPr>
              <a:t>several</a:t>
            </a:r>
            <a:r>
              <a:rPr sz="2400" spc="-30" dirty="0">
                <a:solidFill>
                  <a:srgbClr val="525389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525389"/>
                </a:solidFill>
                <a:latin typeface="Georgia"/>
                <a:cs typeface="Georgia"/>
              </a:rPr>
              <a:t>levels</a:t>
            </a:r>
            <a:endParaRPr sz="2400" dirty="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23069" y="30860"/>
            <a:ext cx="281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31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6491" y="609676"/>
            <a:ext cx="39497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20" dirty="0">
                <a:latin typeface="Trebuchet MS"/>
                <a:cs typeface="Trebuchet MS"/>
              </a:rPr>
              <a:t>Waterfall</a:t>
            </a:r>
            <a:r>
              <a:rPr sz="4000" b="0" spc="-240" dirty="0">
                <a:latin typeface="Trebuchet MS"/>
                <a:cs typeface="Trebuchet MS"/>
              </a:rPr>
              <a:t> </a:t>
            </a:r>
            <a:r>
              <a:rPr sz="4000" b="0" spc="-10" dirty="0">
                <a:latin typeface="Trebuchet MS"/>
                <a:cs typeface="Trebuchet MS"/>
              </a:rPr>
              <a:t>Method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57870" y="4370149"/>
            <a:ext cx="1850389" cy="671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5"/>
              </a:spcBef>
            </a:pPr>
            <a:r>
              <a:rPr sz="2100" spc="90" dirty="0">
                <a:latin typeface="Arial MT"/>
                <a:cs typeface="Arial MT"/>
              </a:rPr>
              <a:t>Deployment </a:t>
            </a:r>
            <a:r>
              <a:rPr sz="2100" spc="75" dirty="0">
                <a:latin typeface="Arial MT"/>
                <a:cs typeface="Arial MT"/>
              </a:rPr>
              <a:t>&amp; </a:t>
            </a:r>
            <a:r>
              <a:rPr sz="2100" spc="80" dirty="0">
                <a:latin typeface="Arial MT"/>
                <a:cs typeface="Arial MT"/>
              </a:rPr>
              <a:t>Maintenance</a:t>
            </a:r>
            <a:endParaRPr sz="21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8221" y="2210285"/>
            <a:ext cx="8260664" cy="344892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28048" y="1694375"/>
            <a:ext cx="5327650" cy="165481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100" spc="80" dirty="0">
                <a:latin typeface="Arial MT"/>
                <a:cs typeface="Arial MT"/>
              </a:rPr>
              <a:t>Requirements</a:t>
            </a:r>
            <a:endParaRPr sz="2100">
              <a:latin typeface="Arial MT"/>
              <a:cs typeface="Arial MT"/>
            </a:endParaRPr>
          </a:p>
          <a:p>
            <a:pPr marR="129539" algn="ctr">
              <a:lnSpc>
                <a:spcPct val="100000"/>
              </a:lnSpc>
              <a:spcBef>
                <a:spcPts val="1880"/>
              </a:spcBef>
            </a:pPr>
            <a:r>
              <a:rPr sz="2100" spc="75" dirty="0">
                <a:latin typeface="Arial MT"/>
                <a:cs typeface="Arial MT"/>
              </a:rPr>
              <a:t>Design</a:t>
            </a:r>
            <a:endParaRPr sz="2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endParaRPr sz="2100">
              <a:latin typeface="Arial MT"/>
              <a:cs typeface="Arial MT"/>
            </a:endParaRPr>
          </a:p>
          <a:p>
            <a:pPr marL="3329940">
              <a:lnSpc>
                <a:spcPct val="100000"/>
              </a:lnSpc>
            </a:pPr>
            <a:r>
              <a:rPr sz="2100" spc="75" dirty="0">
                <a:latin typeface="Arial MT"/>
                <a:cs typeface="Arial MT"/>
              </a:rPr>
              <a:t>Implementation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99955" y="3790006"/>
            <a:ext cx="982344" cy="3486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100" spc="75" dirty="0">
                <a:latin typeface="Arial MT"/>
                <a:cs typeface="Arial MT"/>
              </a:rPr>
              <a:t>Testing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8048" y="3951009"/>
            <a:ext cx="1256665" cy="671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5"/>
              </a:spcBef>
            </a:pPr>
            <a:r>
              <a:rPr sz="2100" b="1" i="1" spc="75" dirty="0">
                <a:latin typeface="Arial"/>
                <a:cs typeface="Arial"/>
              </a:rPr>
              <a:t>Waterfall </a:t>
            </a:r>
            <a:r>
              <a:rPr sz="2100" b="1" i="1" spc="95" dirty="0">
                <a:latin typeface="Arial"/>
                <a:cs typeface="Arial"/>
              </a:rPr>
              <a:t>method</a:t>
            </a:r>
            <a:endParaRPr sz="2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7314" y="5863539"/>
            <a:ext cx="5473700" cy="7594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400" dirty="0">
                <a:latin typeface="Arial MT"/>
                <a:cs typeface="Arial MT"/>
              </a:rPr>
              <a:t>Unidirectional,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way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back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finish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step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before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moving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next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23069" y="30860"/>
            <a:ext cx="281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32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5322" rIns="0" bIns="0" rtlCol="0">
            <a:spAutoFit/>
          </a:bodyPr>
          <a:lstStyle/>
          <a:p>
            <a:pPr marL="201930">
              <a:lnSpc>
                <a:spcPct val="100000"/>
              </a:lnSpc>
              <a:spcBef>
                <a:spcPts val="100"/>
              </a:spcBef>
            </a:pPr>
            <a:r>
              <a:rPr sz="3600" b="0" dirty="0">
                <a:latin typeface="Trebuchet MS"/>
                <a:cs typeface="Trebuchet MS"/>
              </a:rPr>
              <a:t>Incremental</a:t>
            </a:r>
            <a:r>
              <a:rPr sz="3600" b="0" spc="-160" dirty="0">
                <a:latin typeface="Trebuchet MS"/>
                <a:cs typeface="Trebuchet MS"/>
              </a:rPr>
              <a:t> </a:t>
            </a:r>
            <a:r>
              <a:rPr sz="3600" b="0" spc="-10" dirty="0">
                <a:latin typeface="Trebuchet MS"/>
                <a:cs typeface="Trebuchet MS"/>
              </a:rPr>
              <a:t>Method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23069" y="30860"/>
            <a:ext cx="281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33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2971800"/>
            <a:ext cx="9313098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9928" rIns="0" bIns="0" rtlCol="0">
            <a:spAutoFit/>
          </a:bodyPr>
          <a:lstStyle/>
          <a:p>
            <a:pPr marL="278130">
              <a:lnSpc>
                <a:spcPct val="100000"/>
              </a:lnSpc>
              <a:spcBef>
                <a:spcPts val="95"/>
              </a:spcBef>
            </a:pPr>
            <a:r>
              <a:rPr sz="4000" b="0" dirty="0">
                <a:latin typeface="Trebuchet MS"/>
                <a:cs typeface="Trebuchet MS"/>
              </a:rPr>
              <a:t>Agile</a:t>
            </a:r>
            <a:r>
              <a:rPr sz="4000" b="0" spc="-145" dirty="0">
                <a:latin typeface="Trebuchet MS"/>
                <a:cs typeface="Trebuchet MS"/>
              </a:rPr>
              <a:t> </a:t>
            </a:r>
            <a:r>
              <a:rPr sz="4000" b="0" spc="-10" dirty="0">
                <a:latin typeface="Trebuchet MS"/>
                <a:cs typeface="Trebuchet MS"/>
              </a:rPr>
              <a:t>Method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23069" y="30860"/>
            <a:ext cx="281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34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0" y="1925192"/>
            <a:ext cx="6084169" cy="482813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7288" rIns="0" bIns="0" rtlCol="0">
            <a:spAutoFit/>
          </a:bodyPr>
          <a:lstStyle/>
          <a:p>
            <a:pPr marL="316230" marR="5080">
              <a:lnSpc>
                <a:spcPct val="100400"/>
              </a:lnSpc>
              <a:spcBef>
                <a:spcPts val="90"/>
              </a:spcBef>
            </a:pPr>
            <a:r>
              <a:rPr dirty="0"/>
              <a:t>What</a:t>
            </a:r>
            <a:r>
              <a:rPr spc="-60" dirty="0"/>
              <a:t> </a:t>
            </a:r>
            <a:r>
              <a:rPr dirty="0"/>
              <a:t>is</a:t>
            </a:r>
            <a:r>
              <a:rPr spc="-60" dirty="0"/>
              <a:t> </a:t>
            </a:r>
            <a:r>
              <a:rPr dirty="0"/>
              <a:t>CASE</a:t>
            </a:r>
            <a:r>
              <a:rPr spc="25" dirty="0"/>
              <a:t> </a:t>
            </a:r>
            <a:r>
              <a:rPr spc="-10" dirty="0"/>
              <a:t>(Computer-</a:t>
            </a:r>
            <a:r>
              <a:rPr dirty="0"/>
              <a:t>Aided</a:t>
            </a:r>
            <a:r>
              <a:rPr spc="-40" dirty="0"/>
              <a:t> </a:t>
            </a:r>
            <a:r>
              <a:rPr spc="-10" dirty="0"/>
              <a:t>Software Engineering)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1667" y="2286000"/>
            <a:ext cx="8622665" cy="29641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68605" marR="664845" indent="-256540">
              <a:lnSpc>
                <a:spcPct val="100000"/>
              </a:lnSpc>
              <a:spcBef>
                <a:spcPts val="115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400" dirty="0">
                <a:latin typeface="Georgia"/>
                <a:cs typeface="Georgia"/>
              </a:rPr>
              <a:t>Software</a:t>
            </a:r>
            <a:r>
              <a:rPr sz="2400" spc="-9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systems</a:t>
            </a:r>
            <a:r>
              <a:rPr sz="2400" spc="-7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that</a:t>
            </a:r>
            <a:r>
              <a:rPr sz="2400" spc="-7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are</a:t>
            </a:r>
            <a:r>
              <a:rPr sz="2400" spc="-2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intended</a:t>
            </a:r>
            <a:r>
              <a:rPr sz="2400" spc="-9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to</a:t>
            </a:r>
            <a:r>
              <a:rPr sz="2400" spc="-4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provide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automated </a:t>
            </a:r>
            <a:r>
              <a:rPr sz="2400" dirty="0">
                <a:latin typeface="Georgia"/>
                <a:cs typeface="Georgia"/>
              </a:rPr>
              <a:t>support</a:t>
            </a:r>
            <a:r>
              <a:rPr sz="2400" spc="-9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for</a:t>
            </a:r>
            <a:r>
              <a:rPr sz="2400" spc="-6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software</a:t>
            </a:r>
            <a:r>
              <a:rPr sz="2400" spc="-6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process</a:t>
            </a:r>
            <a:r>
              <a:rPr sz="2400" spc="-2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activities.</a:t>
            </a:r>
            <a:endParaRPr sz="2400" dirty="0">
              <a:latin typeface="Georgia"/>
              <a:cs typeface="Georgia"/>
            </a:endParaRPr>
          </a:p>
          <a:p>
            <a:pPr marL="268605" indent="-255904">
              <a:lnSpc>
                <a:spcPct val="100000"/>
              </a:lnSpc>
              <a:spcBef>
                <a:spcPts val="290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400" dirty="0">
                <a:latin typeface="Georgia"/>
                <a:cs typeface="Georgia"/>
              </a:rPr>
              <a:t>CASE</a:t>
            </a:r>
            <a:r>
              <a:rPr sz="2400" spc="-13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systems</a:t>
            </a:r>
            <a:r>
              <a:rPr sz="2400" spc="-3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are</a:t>
            </a:r>
            <a:r>
              <a:rPr sz="2400" spc="-3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often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used</a:t>
            </a:r>
            <a:r>
              <a:rPr sz="2400" spc="-4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for</a:t>
            </a:r>
            <a:r>
              <a:rPr sz="2400" spc="-4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method</a:t>
            </a:r>
            <a:r>
              <a:rPr sz="2400" spc="-35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support.</a:t>
            </a:r>
            <a:endParaRPr sz="2400" dirty="0">
              <a:latin typeface="Georgia"/>
              <a:cs typeface="Georgia"/>
            </a:endParaRPr>
          </a:p>
          <a:p>
            <a:pPr marL="268605" indent="-255904">
              <a:lnSpc>
                <a:spcPct val="100000"/>
              </a:lnSpc>
              <a:spcBef>
                <a:spcPts val="290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400" spc="-10" dirty="0">
                <a:latin typeface="Georgia"/>
                <a:cs typeface="Georgia"/>
              </a:rPr>
              <a:t>Upper-</a:t>
            </a:r>
            <a:r>
              <a:rPr sz="2400" spc="-20" dirty="0">
                <a:latin typeface="Georgia"/>
                <a:cs typeface="Georgia"/>
              </a:rPr>
              <a:t>CASE</a:t>
            </a:r>
            <a:endParaRPr sz="2400" dirty="0">
              <a:latin typeface="Georgia"/>
              <a:cs typeface="Georgia"/>
            </a:endParaRPr>
          </a:p>
          <a:p>
            <a:pPr marL="314325">
              <a:lnSpc>
                <a:spcPct val="100000"/>
              </a:lnSpc>
              <a:spcBef>
                <a:spcPts val="330"/>
              </a:spcBef>
              <a:tabLst>
                <a:tab pos="561340" algn="l"/>
              </a:tabLst>
            </a:pPr>
            <a:r>
              <a:rPr sz="2000" spc="-50" dirty="0">
                <a:solidFill>
                  <a:srgbClr val="438085"/>
                </a:solidFill>
                <a:latin typeface="Georgia"/>
                <a:cs typeface="Georgia"/>
              </a:rPr>
              <a:t>▫</a:t>
            </a:r>
            <a:r>
              <a:rPr sz="2000" dirty="0">
                <a:solidFill>
                  <a:srgbClr val="438085"/>
                </a:solidFill>
                <a:latin typeface="Georgia"/>
                <a:cs typeface="Georgia"/>
              </a:rPr>
              <a:t>	</a:t>
            </a:r>
            <a:r>
              <a:rPr sz="2000" dirty="0">
                <a:latin typeface="Georgia"/>
                <a:cs typeface="Georgia"/>
              </a:rPr>
              <a:t>Tools</a:t>
            </a:r>
            <a:r>
              <a:rPr sz="2000" spc="-7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to</a:t>
            </a:r>
            <a:r>
              <a:rPr sz="2000" spc="-4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support</a:t>
            </a:r>
            <a:r>
              <a:rPr sz="2000" spc="-4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the</a:t>
            </a:r>
            <a:r>
              <a:rPr sz="2000" spc="-7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early</a:t>
            </a:r>
            <a:r>
              <a:rPr sz="2000" spc="-2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process</a:t>
            </a:r>
            <a:r>
              <a:rPr sz="2000" spc="-4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activities</a:t>
            </a:r>
            <a:r>
              <a:rPr sz="2000" spc="-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of</a:t>
            </a:r>
            <a:r>
              <a:rPr sz="2000" spc="-1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requirements</a:t>
            </a:r>
            <a:r>
              <a:rPr sz="2000" spc="-4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and</a:t>
            </a:r>
            <a:r>
              <a:rPr sz="2000" spc="-40" dirty="0">
                <a:latin typeface="Georgia"/>
                <a:cs typeface="Georgia"/>
              </a:rPr>
              <a:t> </a:t>
            </a:r>
            <a:r>
              <a:rPr sz="2000" spc="-10" dirty="0">
                <a:latin typeface="Georgia"/>
                <a:cs typeface="Georgia"/>
              </a:rPr>
              <a:t>design;</a:t>
            </a:r>
            <a:endParaRPr sz="2000" dirty="0">
              <a:latin typeface="Georgia"/>
              <a:cs typeface="Georgia"/>
            </a:endParaRPr>
          </a:p>
          <a:p>
            <a:pPr marL="268605" indent="-255904">
              <a:lnSpc>
                <a:spcPct val="100000"/>
              </a:lnSpc>
              <a:spcBef>
                <a:spcPts val="300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400" spc="-20" dirty="0">
                <a:latin typeface="Georgia"/>
                <a:cs typeface="Georgia"/>
              </a:rPr>
              <a:t>Lower-CASE</a:t>
            </a:r>
            <a:endParaRPr sz="2400" dirty="0">
              <a:latin typeface="Georgia"/>
              <a:cs typeface="Georgia"/>
            </a:endParaRPr>
          </a:p>
          <a:p>
            <a:pPr marL="561340" marR="308610" indent="-247015">
              <a:lnSpc>
                <a:spcPct val="100600"/>
              </a:lnSpc>
              <a:spcBef>
                <a:spcPts val="275"/>
              </a:spcBef>
              <a:tabLst>
                <a:tab pos="561340" algn="l"/>
              </a:tabLst>
            </a:pPr>
            <a:r>
              <a:rPr sz="2000" spc="-50" dirty="0">
                <a:solidFill>
                  <a:srgbClr val="438085"/>
                </a:solidFill>
                <a:latin typeface="Georgia"/>
                <a:cs typeface="Georgia"/>
              </a:rPr>
              <a:t>▫</a:t>
            </a:r>
            <a:r>
              <a:rPr sz="2000" dirty="0">
                <a:solidFill>
                  <a:srgbClr val="438085"/>
                </a:solidFill>
                <a:latin typeface="Georgia"/>
                <a:cs typeface="Georgia"/>
              </a:rPr>
              <a:t>	</a:t>
            </a:r>
            <a:r>
              <a:rPr sz="2000" dirty="0">
                <a:latin typeface="Georgia"/>
                <a:cs typeface="Georgia"/>
              </a:rPr>
              <a:t>Tools</a:t>
            </a:r>
            <a:r>
              <a:rPr sz="2000" spc="-8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to</a:t>
            </a:r>
            <a:r>
              <a:rPr sz="2000" spc="-4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support</a:t>
            </a:r>
            <a:r>
              <a:rPr sz="2000" spc="-5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later</a:t>
            </a:r>
            <a:r>
              <a:rPr sz="2000" spc="-4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activities</a:t>
            </a:r>
            <a:r>
              <a:rPr sz="2000" spc="-1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such</a:t>
            </a:r>
            <a:r>
              <a:rPr sz="2000" spc="-2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as</a:t>
            </a:r>
            <a:r>
              <a:rPr sz="2000" spc="-1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programming,</a:t>
            </a:r>
            <a:r>
              <a:rPr sz="2000" spc="-10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debugging</a:t>
            </a:r>
            <a:r>
              <a:rPr sz="2000" spc="-95" dirty="0">
                <a:latin typeface="Georgia"/>
                <a:cs typeface="Georgia"/>
              </a:rPr>
              <a:t> </a:t>
            </a:r>
            <a:r>
              <a:rPr sz="2000" spc="-25" dirty="0">
                <a:latin typeface="Georgia"/>
                <a:cs typeface="Georgia"/>
              </a:rPr>
              <a:t>and </a:t>
            </a:r>
            <a:r>
              <a:rPr sz="2000" spc="-10" dirty="0">
                <a:latin typeface="Georgia"/>
                <a:cs typeface="Georgia"/>
              </a:rPr>
              <a:t>testing.</a:t>
            </a:r>
            <a:endParaRPr sz="2000" dirty="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23069" y="30860"/>
            <a:ext cx="281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35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946716-E607-D429-C196-39EF028DF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72" y="2270200"/>
            <a:ext cx="8261984" cy="430887"/>
          </a:xfrm>
        </p:spPr>
        <p:txBody>
          <a:bodyPr/>
          <a:lstStyle/>
          <a:p>
            <a:r>
              <a:rPr lang="en-US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985010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746BA5DCC9394D8011CD1786C7798C" ma:contentTypeVersion="3" ma:contentTypeDescription="Create a new document." ma:contentTypeScope="" ma:versionID="4272aded7ec7d4c7253a29a16373bcfa">
  <xsd:schema xmlns:xsd="http://www.w3.org/2001/XMLSchema" xmlns:xs="http://www.w3.org/2001/XMLSchema" xmlns:p="http://schemas.microsoft.com/office/2006/metadata/properties" xmlns:ns2="bca22fdb-ae7c-4717-b631-3c9f88a96e59" targetNamespace="http://schemas.microsoft.com/office/2006/metadata/properties" ma:root="true" ma:fieldsID="938043f5702327063dcd06b1f0447230" ns2:_="">
    <xsd:import namespace="bca22fdb-ae7c-4717-b631-3c9f88a96e5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a22fdb-ae7c-4717-b631-3c9f88a96e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A33273D-1199-42E2-8A6A-2562202A9B0A}"/>
</file>

<file path=customXml/itemProps2.xml><?xml version="1.0" encoding="utf-8"?>
<ds:datastoreItem xmlns:ds="http://schemas.openxmlformats.org/officeDocument/2006/customXml" ds:itemID="{67BCFB70-87C5-4D77-8D94-A2CB8FFE9F7D}"/>
</file>

<file path=customXml/itemProps3.xml><?xml version="1.0" encoding="utf-8"?>
<ds:datastoreItem xmlns:ds="http://schemas.openxmlformats.org/officeDocument/2006/customXml" ds:itemID="{50C43DD1-D405-497C-986D-F1220C0175FB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7289</TotalTime>
  <Words>1072</Words>
  <Application>Microsoft Office PowerPoint</Application>
  <PresentationFormat>A4 Paper (210x297 mm)</PresentationFormat>
  <Paragraphs>215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Aptos</vt:lpstr>
      <vt:lpstr>Arial</vt:lpstr>
      <vt:lpstr>Arial MT</vt:lpstr>
      <vt:lpstr>Comic Sans MS</vt:lpstr>
      <vt:lpstr>Georgia</vt:lpstr>
      <vt:lpstr>Symbol</vt:lpstr>
      <vt:lpstr>Times New Roman</vt:lpstr>
      <vt:lpstr>Trebuchet MS</vt:lpstr>
      <vt:lpstr>Wingdings</vt:lpstr>
      <vt:lpstr>Office Theme</vt:lpstr>
      <vt:lpstr>An Introduction to Software Engineering</vt:lpstr>
      <vt:lpstr>Objectives</vt:lpstr>
      <vt:lpstr>Topics covered</vt:lpstr>
      <vt:lpstr>FAQs about software engineering</vt:lpstr>
      <vt:lpstr>FAQs about software engineering</vt:lpstr>
      <vt:lpstr>Case Study: NASA Mars Climate Orbiter</vt:lpstr>
      <vt:lpstr>What is software?</vt:lpstr>
      <vt:lpstr>What is software engineering?</vt:lpstr>
      <vt:lpstr>Software costs</vt:lpstr>
      <vt:lpstr>Software costs</vt:lpstr>
      <vt:lpstr>What is the difference between software engineering and computer science?</vt:lpstr>
      <vt:lpstr>Software Complex vs Complicated </vt:lpstr>
      <vt:lpstr>Example</vt:lpstr>
      <vt:lpstr>The Role of Software Engg. (1)</vt:lpstr>
      <vt:lpstr>The Role of Software Engg. (2)</vt:lpstr>
      <vt:lpstr>Example: ATM Machine</vt:lpstr>
      <vt:lpstr>How ATM Machine Might Work</vt:lpstr>
      <vt:lpstr>Cartoon Strip: How ATM Machine Works</vt:lpstr>
      <vt:lpstr>Software Engineering Blueprints</vt:lpstr>
      <vt:lpstr>What is a software process?</vt:lpstr>
      <vt:lpstr>Software Development Life Cycle (SDLC)</vt:lpstr>
      <vt:lpstr>What are the costs of software engineering?</vt:lpstr>
      <vt:lpstr>Software Development Methods</vt:lpstr>
      <vt:lpstr>Waterfall Method</vt:lpstr>
      <vt:lpstr>Incremental Method</vt:lpstr>
      <vt:lpstr>Agile Method</vt:lpstr>
      <vt:lpstr>What is CASE (Computer-Aided Software Engineering)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</dc:title>
  <dc:creator>AsHi</dc:creator>
  <cp:lastModifiedBy>Israr Ahmad Lecturer FCS</cp:lastModifiedBy>
  <cp:revision>7</cp:revision>
  <dcterms:created xsi:type="dcterms:W3CDTF">2025-09-01T16:14:11Z</dcterms:created>
  <dcterms:modified xsi:type="dcterms:W3CDTF">2026-09-04T15:50:54Z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2014-09-04T00:00:00Z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2025-09-01T00:00:00Z</vt:filetime>
  </property>
  <property fmtid="{D5CDD505-2E9C-101B-9397-08002B2CF9AE}" pid="5" name="Producer">
    <vt:lpwstr>Microsoft® Office PowerPoint® 2007</vt:lpwstr>
  </property>
  <property fmtid="{D5CDD505-2E9C-101B-9397-08002B2CF9AE}" pid="6" name="ContentTypeId">
    <vt:lpwstr>0x010100D8746BA5DCC9394D8011CD1786C7798C</vt:lpwstr>
  </property>
</Properties>
</file>